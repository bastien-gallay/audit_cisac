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24_50D3ADC4.xml" ContentType="application/vnd.ms-powerpoint.comments+xml"/>
  <Override PartName="/ppt/notesSlides/notesSlide3.xml" ContentType="application/vnd.openxmlformats-officedocument.presentationml.notesSlide+xml"/>
  <Override PartName="/ppt/comments/modernComment_125_8CC7FDA4.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54_6E73E397.xml" ContentType="application/vnd.ms-powerpoint.comments+xml"/>
  <Override PartName="/ppt/comments/modernComment_155_16305657.xml" ContentType="application/vnd.ms-powerpoint.comments+xml"/>
  <Override PartName="/ppt/notesSlides/notesSlide6.xml" ContentType="application/vnd.openxmlformats-officedocument.presentationml.notesSlide+xml"/>
  <Override PartName="/ppt/comments/modernComment_156_4001C91.xml" ContentType="application/vnd.ms-powerpoint.comments+xml"/>
  <Override PartName="/ppt/comments/modernComment_157_4DB278D6.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17D_9B829A06.xml" ContentType="application/vnd.ms-powerpoint.comments+xml"/>
  <Override PartName="/ppt/comments/modernComment_167_45682422.xml" ContentType="application/vnd.ms-powerpoint.comments+xml"/>
  <Override PartName="/ppt/comments/modernComment_168_26C0E866.xml" ContentType="application/vnd.ms-powerpoint.comments+xml"/>
  <Override PartName="/ppt/comments/modernComment_17B_E0DECB34.xml" ContentType="application/vnd.ms-powerpoint.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170_56221954.xml" ContentType="application/vnd.ms-powerpoint.comment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modernComment_13F_C5AFC6EF.xml" ContentType="application/vnd.ms-powerpoint.comments+xml"/>
  <Override PartName="/ppt/comments/modernComment_140_55D2707E.xml" ContentType="application/vnd.ms-powerpoint.comment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63"/>
  </p:notesMasterIdLst>
  <p:handoutMasterIdLst>
    <p:handoutMasterId r:id="rId64"/>
  </p:handoutMasterIdLst>
  <p:sldIdLst>
    <p:sldId id="291" r:id="rId2"/>
    <p:sldId id="292" r:id="rId3"/>
    <p:sldId id="293" r:id="rId4"/>
    <p:sldId id="258" r:id="rId5"/>
    <p:sldId id="294" r:id="rId6"/>
    <p:sldId id="340" r:id="rId7"/>
    <p:sldId id="341" r:id="rId8"/>
    <p:sldId id="342" r:id="rId9"/>
    <p:sldId id="343" r:id="rId10"/>
    <p:sldId id="299" r:id="rId11"/>
    <p:sldId id="381" r:id="rId12"/>
    <p:sldId id="358" r:id="rId13"/>
    <p:sldId id="359" r:id="rId14"/>
    <p:sldId id="360" r:id="rId15"/>
    <p:sldId id="379" r:id="rId16"/>
    <p:sldId id="361" r:id="rId17"/>
    <p:sldId id="362" r:id="rId18"/>
    <p:sldId id="363" r:id="rId19"/>
    <p:sldId id="283" r:id="rId20"/>
    <p:sldId id="368" r:id="rId21"/>
    <p:sldId id="365" r:id="rId22"/>
    <p:sldId id="366" r:id="rId23"/>
    <p:sldId id="367" r:id="rId24"/>
    <p:sldId id="261" r:id="rId25"/>
    <p:sldId id="369" r:id="rId26"/>
    <p:sldId id="371" r:id="rId27"/>
    <p:sldId id="372" r:id="rId28"/>
    <p:sldId id="373" r:id="rId29"/>
    <p:sldId id="374" r:id="rId30"/>
    <p:sldId id="268" r:id="rId31"/>
    <p:sldId id="375" r:id="rId32"/>
    <p:sldId id="376" r:id="rId33"/>
    <p:sldId id="377" r:id="rId34"/>
    <p:sldId id="319" r:id="rId35"/>
    <p:sldId id="320" r:id="rId36"/>
    <p:sldId id="382" r:id="rId37"/>
    <p:sldId id="277" r:id="rId38"/>
    <p:sldId id="325" r:id="rId39"/>
    <p:sldId id="264" r:id="rId40"/>
    <p:sldId id="265" r:id="rId41"/>
    <p:sldId id="326" r:id="rId42"/>
    <p:sldId id="327" r:id="rId43"/>
    <p:sldId id="256" r:id="rId44"/>
    <p:sldId id="351" r:id="rId45"/>
    <p:sldId id="370" r:id="rId46"/>
    <p:sldId id="323" r:id="rId47"/>
    <p:sldId id="378" r:id="rId48"/>
    <p:sldId id="380" r:id="rId49"/>
    <p:sldId id="385" r:id="rId50"/>
    <p:sldId id="386" r:id="rId51"/>
    <p:sldId id="391" r:id="rId52"/>
    <p:sldId id="392" r:id="rId53"/>
    <p:sldId id="389" r:id="rId54"/>
    <p:sldId id="390" r:id="rId55"/>
    <p:sldId id="354" r:id="rId56"/>
    <p:sldId id="383" r:id="rId57"/>
    <p:sldId id="384" r:id="rId58"/>
    <p:sldId id="353" r:id="rId59"/>
    <p:sldId id="387" r:id="rId60"/>
    <p:sldId id="388" r:id="rId61"/>
    <p:sldId id="393" r:id="rId6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A37A641-B25C-CFE0-3D12-A022C751F0CB}" name="Bastien Gallay" initials="BG" userId="S::gallay@teragone-factory.com::a1eb176e-0b74-4018-96ec-9809138c83c4" providerId="AD"/>
  <p188:author id="{E41A9843-02D7-64DB-28A9-1F1631AEFFA3}" name="Guillaume Jay" initials="GJ" userId="S::jay@teragone-factory.com::4e90443a-d46f-457d-acc7-a244564c661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3366"/>
    <a:srgbClr val="1E3A5F"/>
    <a:srgbClr val="FFFFFF"/>
    <a:srgbClr val="6B7C93"/>
    <a:srgbClr val="000000"/>
    <a:srgbClr val="E1E4E8"/>
    <a:srgbClr val="F8F9FB"/>
    <a:srgbClr val="0E4A8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92F7A9-7245-044B-B126-06814AC5CC3F}" v="754" dt="2025-11-21T15:52:45.690"/>
    <p1510:client id="{6A3E2884-326E-44ED-B75D-F40400FC55DE}" v="1141" dt="2025-11-21T10:46:57.510"/>
    <p1510:client id="{890E80ED-AB28-389C-60A6-5E56FA4E1D25}" v="1905" dt="2025-11-20T17:46:56.221"/>
    <p1510:client id="{999E262F-023B-54C1-EF6C-B33C1BF94B91}" v="481" dt="2025-11-21T08:50:44.683"/>
    <p1510:client id="{DBE3401E-2636-7782-A79C-D70726F875BC}" v="440" dt="2025-11-21T08:47:14.016"/>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71"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69"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stien Gallay" userId="S::gallay@teragone-factory.com::a1eb176e-0b74-4018-96ec-9809138c83c4" providerId="AD" clId="Web-{67CC90A3-381C-756B-B718-4CFBD392072E}"/>
    <pc:docChg chg="addSld delSld modSld">
      <pc:chgData name="Bastien Gallay" userId="S::gallay@teragone-factory.com::a1eb176e-0b74-4018-96ec-9809138c83c4" providerId="AD" clId="Web-{67CC90A3-381C-756B-B718-4CFBD392072E}" dt="2025-11-13T17:27:15.669" v="369" actId="20577"/>
      <pc:docMkLst>
        <pc:docMk/>
      </pc:docMkLst>
      <pc:sldChg chg="del">
        <pc:chgData name="Bastien Gallay" userId="S::gallay@teragone-factory.com::a1eb176e-0b74-4018-96ec-9809138c83c4" providerId="AD" clId="Web-{67CC90A3-381C-756B-B718-4CFBD392072E}" dt="2025-11-13T17:09:53.605" v="185"/>
        <pc:sldMkLst>
          <pc:docMk/>
          <pc:sldMk cId="0" sldId="258"/>
        </pc:sldMkLst>
      </pc:sldChg>
      <pc:sldChg chg="del">
        <pc:chgData name="Bastien Gallay" userId="S::gallay@teragone-factory.com::a1eb176e-0b74-4018-96ec-9809138c83c4" providerId="AD" clId="Web-{67CC90A3-381C-756B-B718-4CFBD392072E}" dt="2025-11-13T17:09:50.776" v="184"/>
        <pc:sldMkLst>
          <pc:docMk/>
          <pc:sldMk cId="0" sldId="259"/>
        </pc:sldMkLst>
      </pc:sldChg>
    </pc:docChg>
  </pc:docChgLst>
  <pc:docChgLst>
    <pc:chgData name="Bastien Gallay" userId="S::gallay@teragone-factory.com::a1eb176e-0b74-4018-96ec-9809138c83c4" providerId="AD" clId="Web-{0039DEF4-0A83-9E87-6E96-38C055734862}"/>
    <pc:docChg chg="mod addSld delSld modSld sldOrd modMainMaster">
      <pc:chgData name="Bastien Gallay" userId="S::gallay@teragone-factory.com::a1eb176e-0b74-4018-96ec-9809138c83c4" providerId="AD" clId="Web-{0039DEF4-0A83-9E87-6E96-38C055734862}" dt="2025-11-18T17:23:39.677" v="721"/>
      <pc:docMkLst>
        <pc:docMk/>
      </pc:docMkLst>
      <pc:sldChg chg="addSp delSp modSp mod setBg">
        <pc:chgData name="Bastien Gallay" userId="S::gallay@teragone-factory.com::a1eb176e-0b74-4018-96ec-9809138c83c4" providerId="AD" clId="Web-{0039DEF4-0A83-9E87-6E96-38C055734862}" dt="2025-11-18T17:07:54.083" v="517"/>
        <pc:sldMkLst>
          <pc:docMk/>
          <pc:sldMk cId="0" sldId="256"/>
        </pc:sldMkLst>
        <pc:spChg chg="mod">
          <ac:chgData name="Bastien Gallay" userId="S::gallay@teragone-factory.com::a1eb176e-0b74-4018-96ec-9809138c83c4" providerId="AD" clId="Web-{0039DEF4-0A83-9E87-6E96-38C055734862}" dt="2025-11-18T16:54:25.687" v="430"/>
          <ac:spMkLst>
            <pc:docMk/>
            <pc:sldMk cId="0" sldId="256"/>
            <ac:spMk id="2" creationId="{00000000-0000-0000-0000-000000000000}"/>
          </ac:spMkLst>
        </pc:spChg>
        <pc:spChg chg="mod">
          <ac:chgData name="Bastien Gallay" userId="S::gallay@teragone-factory.com::a1eb176e-0b74-4018-96ec-9809138c83c4" providerId="AD" clId="Web-{0039DEF4-0A83-9E87-6E96-38C055734862}" dt="2025-11-18T16:54:25.687" v="431"/>
          <ac:spMkLst>
            <pc:docMk/>
            <pc:sldMk cId="0" sldId="256"/>
            <ac:spMk id="3" creationId="{00000000-0000-0000-0000-000000000000}"/>
          </ac:spMkLst>
        </pc:spChg>
        <pc:spChg chg="mod">
          <ac:chgData name="Bastien Gallay" userId="S::gallay@teragone-factory.com::a1eb176e-0b74-4018-96ec-9809138c83c4" providerId="AD" clId="Web-{0039DEF4-0A83-9E87-6E96-38C055734862}" dt="2025-11-18T16:54:25.703" v="432"/>
          <ac:spMkLst>
            <pc:docMk/>
            <pc:sldMk cId="0" sldId="256"/>
            <ac:spMk id="10" creationId="{30755E77-093C-6C6E-28F9-980FBE6B3B0C}"/>
          </ac:spMkLst>
        </pc:spChg>
      </pc:sldChg>
      <pc:sldChg chg="addSp delSp modSp mod">
        <pc:chgData name="Bastien Gallay" userId="S::gallay@teragone-factory.com::a1eb176e-0b74-4018-96ec-9809138c83c4" providerId="AD" clId="Web-{0039DEF4-0A83-9E87-6E96-38C055734862}" dt="2025-11-18T17:12:16.366" v="560"/>
        <pc:sldMkLst>
          <pc:docMk/>
          <pc:sldMk cId="0" sldId="258"/>
        </pc:sldMkLst>
        <pc:spChg chg="mod">
          <ac:chgData name="Bastien Gallay" userId="S::gallay@teragone-factory.com::a1eb176e-0b74-4018-96ec-9809138c83c4" providerId="AD" clId="Web-{0039DEF4-0A83-9E87-6E96-38C055734862}" dt="2025-11-18T16:51:51.302" v="399"/>
          <ac:spMkLst>
            <pc:docMk/>
            <pc:sldMk cId="0" sldId="258"/>
            <ac:spMk id="2" creationId="{00000000-0000-0000-0000-000000000000}"/>
          </ac:spMkLst>
        </pc:spChg>
        <pc:spChg chg="mod">
          <ac:chgData name="Bastien Gallay" userId="S::gallay@teragone-factory.com::a1eb176e-0b74-4018-96ec-9809138c83c4" providerId="AD" clId="Web-{0039DEF4-0A83-9E87-6E96-38C055734862}" dt="2025-11-18T16:51:51.302" v="400"/>
          <ac:spMkLst>
            <pc:docMk/>
            <pc:sldMk cId="0" sldId="258"/>
            <ac:spMk id="3" creationId="{00000000-0000-0000-0000-000000000000}"/>
          </ac:spMkLst>
        </pc:spChg>
        <pc:spChg chg="mod">
          <ac:chgData name="Bastien Gallay" userId="S::gallay@teragone-factory.com::a1eb176e-0b74-4018-96ec-9809138c83c4" providerId="AD" clId="Web-{0039DEF4-0A83-9E87-6E96-38C055734862}" dt="2025-11-18T16:51:51.302" v="401"/>
          <ac:spMkLst>
            <pc:docMk/>
            <pc:sldMk cId="0" sldId="258"/>
            <ac:spMk id="4" creationId="{00000000-0000-0000-0000-000000000000}"/>
          </ac:spMkLst>
        </pc:spChg>
        <pc:spChg chg="mod">
          <ac:chgData name="Bastien Gallay" userId="S::gallay@teragone-factory.com::a1eb176e-0b74-4018-96ec-9809138c83c4" providerId="AD" clId="Web-{0039DEF4-0A83-9E87-6E96-38C055734862}" dt="2025-11-18T16:52:19.383" v="412" actId="14100"/>
          <ac:spMkLst>
            <pc:docMk/>
            <pc:sldMk cId="0" sldId="258"/>
            <ac:spMk id="5" creationId="{00000000-0000-0000-0000-000000000000}"/>
          </ac:spMkLst>
        </pc:spChg>
        <pc:spChg chg="mod">
          <ac:chgData name="Bastien Gallay" userId="S::gallay@teragone-factory.com::a1eb176e-0b74-4018-96ec-9809138c83c4" providerId="AD" clId="Web-{0039DEF4-0A83-9E87-6E96-38C055734862}" dt="2025-11-18T16:52:28.461" v="413" actId="1076"/>
          <ac:spMkLst>
            <pc:docMk/>
            <pc:sldMk cId="0" sldId="258"/>
            <ac:spMk id="8" creationId="{9027AC31-0ED0-9BDB-EA67-520E800710F3}"/>
          </ac:spMkLst>
        </pc:spChg>
        <pc:spChg chg="add mod">
          <ac:chgData name="Bastien Gallay" userId="S::gallay@teragone-factory.com::a1eb176e-0b74-4018-96ec-9809138c83c4" providerId="AD" clId="Web-{0039DEF4-0A83-9E87-6E96-38C055734862}" dt="2025-11-18T16:48:38.558" v="257"/>
          <ac:spMkLst>
            <pc:docMk/>
            <pc:sldMk cId="0" sldId="258"/>
            <ac:spMk id="11" creationId="{D8BBF8AE-C6FA-8BEB-9528-47560B6610DF}"/>
          </ac:spMkLst>
        </pc:spChg>
        <pc:spChg chg="add mod">
          <ac:chgData name="Bastien Gallay" userId="S::gallay@teragone-factory.com::a1eb176e-0b74-4018-96ec-9809138c83c4" providerId="AD" clId="Web-{0039DEF4-0A83-9E87-6E96-38C055734862}" dt="2025-11-18T16:48:38.558" v="258"/>
          <ac:spMkLst>
            <pc:docMk/>
            <pc:sldMk cId="0" sldId="258"/>
            <ac:spMk id="13" creationId="{1390CF02-DC1F-0106-EA01-97A93E46B913}"/>
          </ac:spMkLst>
        </pc:spChg>
        <pc:spChg chg="add">
          <ac:chgData name="Bastien Gallay" userId="S::gallay@teragone-factory.com::a1eb176e-0b74-4018-96ec-9809138c83c4" providerId="AD" clId="Web-{0039DEF4-0A83-9E87-6E96-38C055734862}" dt="2025-11-18T17:02:31.185" v="507"/>
          <ac:spMkLst>
            <pc:docMk/>
            <pc:sldMk cId="0" sldId="258"/>
            <ac:spMk id="15" creationId="{4EDA7CC8-8D53-D79D-5F99-B6CDF3668F3E}"/>
          </ac:spMkLst>
        </pc:spChg>
        <pc:cxnChg chg="add">
          <ac:chgData name="Bastien Gallay" userId="S::gallay@teragone-factory.com::a1eb176e-0b74-4018-96ec-9809138c83c4" providerId="AD" clId="Web-{0039DEF4-0A83-9E87-6E96-38C055734862}" dt="2025-11-18T17:12:16.366" v="560"/>
          <ac:cxnSpMkLst>
            <pc:docMk/>
            <pc:sldMk cId="0" sldId="258"/>
            <ac:cxnSpMk id="17" creationId="{7D3CF790-DDF4-C72E-018D-DE55CE90702B}"/>
          </ac:cxnSpMkLst>
        </pc:cxnChg>
      </pc:sldChg>
      <pc:sldChg chg="addSp delSp modSp mod">
        <pc:chgData name="Bastien Gallay" userId="S::gallay@teragone-factory.com::a1eb176e-0b74-4018-96ec-9809138c83c4" providerId="AD" clId="Web-{0039DEF4-0A83-9E87-6E96-38C055734862}" dt="2025-11-18T17:06:26.985" v="509"/>
        <pc:sldMkLst>
          <pc:docMk/>
          <pc:sldMk cId="0" sldId="259"/>
        </pc:sldMkLst>
      </pc:sldChg>
      <pc:sldChg chg="addSp delSp modSp mod setBg">
        <pc:chgData name="Bastien Gallay" userId="S::gallay@teragone-factory.com::a1eb176e-0b74-4018-96ec-9809138c83c4" providerId="AD" clId="Web-{0039DEF4-0A83-9E87-6E96-38C055734862}" dt="2025-11-18T17:07:26.362" v="514"/>
        <pc:sldMkLst>
          <pc:docMk/>
          <pc:sldMk cId="2788372335" sldId="261"/>
        </pc:sldMkLst>
        <pc:spChg chg="mod">
          <ac:chgData name="Bastien Gallay" userId="S::gallay@teragone-factory.com::a1eb176e-0b74-4018-96ec-9809138c83c4" providerId="AD" clId="Web-{0039DEF4-0A83-9E87-6E96-38C055734862}" dt="2025-11-18T16:54:00.858" v="424"/>
          <ac:spMkLst>
            <pc:docMk/>
            <pc:sldMk cId="2788372335" sldId="261"/>
            <ac:spMk id="2" creationId="{00000000-0000-0000-0000-000000000000}"/>
          </ac:spMkLst>
        </pc:spChg>
        <pc:spChg chg="mod">
          <ac:chgData name="Bastien Gallay" userId="S::gallay@teragone-factory.com::a1eb176e-0b74-4018-96ec-9809138c83c4" providerId="AD" clId="Web-{0039DEF4-0A83-9E87-6E96-38C055734862}" dt="2025-11-18T16:54:00.889" v="425"/>
          <ac:spMkLst>
            <pc:docMk/>
            <pc:sldMk cId="2788372335" sldId="261"/>
            <ac:spMk id="4" creationId="{4F0D1AD8-86F2-C782-0134-5BD0721B975D}"/>
          </ac:spMkLst>
        </pc:spChg>
      </pc:sldChg>
      <pc:sldChg chg="addSp delSp modSp mod">
        <pc:chgData name="Bastien Gallay" userId="S::gallay@teragone-factory.com::a1eb176e-0b74-4018-96ec-9809138c83c4" providerId="AD" clId="Web-{0039DEF4-0A83-9E87-6E96-38C055734862}" dt="2025-11-18T17:06:26.985" v="509"/>
        <pc:sldMkLst>
          <pc:docMk/>
          <pc:sldMk cId="725667910" sldId="264"/>
        </pc:sldMkLst>
      </pc:sldChg>
      <pc:sldChg chg="addSp delSp modSp mod">
        <pc:chgData name="Bastien Gallay" userId="S::gallay@teragone-factory.com::a1eb176e-0b74-4018-96ec-9809138c83c4" providerId="AD" clId="Web-{0039DEF4-0A83-9E87-6E96-38C055734862}" dt="2025-11-18T17:06:26.985" v="509"/>
        <pc:sldMkLst>
          <pc:docMk/>
          <pc:sldMk cId="1252069444" sldId="265"/>
        </pc:sldMkLst>
      </pc:sldChg>
      <pc:sldChg chg="addSp delSp modSp mod setBg">
        <pc:chgData name="Bastien Gallay" userId="S::gallay@teragone-factory.com::a1eb176e-0b74-4018-96ec-9809138c83c4" providerId="AD" clId="Web-{0039DEF4-0A83-9E87-6E96-38C055734862}" dt="2025-11-18T17:07:32.863" v="515"/>
        <pc:sldMkLst>
          <pc:docMk/>
          <pc:sldMk cId="3773524808" sldId="268"/>
        </pc:sldMkLst>
        <pc:spChg chg="mod">
          <ac:chgData name="Bastien Gallay" userId="S::gallay@teragone-factory.com::a1eb176e-0b74-4018-96ec-9809138c83c4" providerId="AD" clId="Web-{0039DEF4-0A83-9E87-6E96-38C055734862}" dt="2025-11-18T16:54:07.296" v="426"/>
          <ac:spMkLst>
            <pc:docMk/>
            <pc:sldMk cId="3773524808" sldId="268"/>
            <ac:spMk id="2" creationId="{00000000-0000-0000-0000-000000000000}"/>
          </ac:spMkLst>
        </pc:spChg>
        <pc:spChg chg="mod">
          <ac:chgData name="Bastien Gallay" userId="S::gallay@teragone-factory.com::a1eb176e-0b74-4018-96ec-9809138c83c4" providerId="AD" clId="Web-{0039DEF4-0A83-9E87-6E96-38C055734862}" dt="2025-11-18T16:54:07.327" v="427"/>
          <ac:spMkLst>
            <pc:docMk/>
            <pc:sldMk cId="3773524808" sldId="268"/>
            <ac:spMk id="4" creationId="{4F0D1AD8-86F2-C782-0134-5BD0721B975D}"/>
          </ac:spMkLst>
        </pc:spChg>
      </pc:sldChg>
      <pc:sldChg chg="addSp delSp modSp mod setBg">
        <pc:chgData name="Bastien Gallay" userId="S::gallay@teragone-factory.com::a1eb176e-0b74-4018-96ec-9809138c83c4" providerId="AD" clId="Web-{0039DEF4-0A83-9E87-6E96-38C055734862}" dt="2025-11-18T17:07:40.894" v="516"/>
        <pc:sldMkLst>
          <pc:docMk/>
          <pc:sldMk cId="476669153" sldId="277"/>
        </pc:sldMkLst>
        <pc:spChg chg="mod">
          <ac:chgData name="Bastien Gallay" userId="S::gallay@teragone-factory.com::a1eb176e-0b74-4018-96ec-9809138c83c4" providerId="AD" clId="Web-{0039DEF4-0A83-9E87-6E96-38C055734862}" dt="2025-11-18T16:54:17.281" v="428"/>
          <ac:spMkLst>
            <pc:docMk/>
            <pc:sldMk cId="476669153" sldId="277"/>
            <ac:spMk id="2" creationId="{00000000-0000-0000-0000-000000000000}"/>
          </ac:spMkLst>
        </pc:spChg>
        <pc:spChg chg="mod">
          <ac:chgData name="Bastien Gallay" userId="S::gallay@teragone-factory.com::a1eb176e-0b74-4018-96ec-9809138c83c4" providerId="AD" clId="Web-{0039DEF4-0A83-9E87-6E96-38C055734862}" dt="2025-11-18T16:54:17.312" v="429"/>
          <ac:spMkLst>
            <pc:docMk/>
            <pc:sldMk cId="476669153" sldId="277"/>
            <ac:spMk id="4" creationId="{4F0D1AD8-86F2-C782-0134-5BD0721B975D}"/>
          </ac:spMkLst>
        </pc:spChg>
      </pc:sldChg>
      <pc:sldChg chg="addSp delSp modSp mod ord setBg">
        <pc:chgData name="Bastien Gallay" userId="S::gallay@teragone-factory.com::a1eb176e-0b74-4018-96ec-9809138c83c4" providerId="AD" clId="Web-{0039DEF4-0A83-9E87-6E96-38C055734862}" dt="2025-11-18T17:07:16.064" v="513"/>
        <pc:sldMkLst>
          <pc:docMk/>
          <pc:sldMk cId="3275995822" sldId="283"/>
        </pc:sldMkLst>
        <pc:spChg chg="mod">
          <ac:chgData name="Bastien Gallay" userId="S::gallay@teragone-factory.com::a1eb176e-0b74-4018-96ec-9809138c83c4" providerId="AD" clId="Web-{0039DEF4-0A83-9E87-6E96-38C055734862}" dt="2025-11-18T16:53:53.092" v="422"/>
          <ac:spMkLst>
            <pc:docMk/>
            <pc:sldMk cId="3275995822" sldId="283"/>
            <ac:spMk id="2" creationId="{00000000-0000-0000-0000-000000000000}"/>
          </ac:spMkLst>
        </pc:spChg>
        <pc:spChg chg="mod">
          <ac:chgData name="Bastien Gallay" userId="S::gallay@teragone-factory.com::a1eb176e-0b74-4018-96ec-9809138c83c4" providerId="AD" clId="Web-{0039DEF4-0A83-9E87-6E96-38C055734862}" dt="2025-11-18T16:53:53.123" v="423"/>
          <ac:spMkLst>
            <pc:docMk/>
            <pc:sldMk cId="3275995822" sldId="283"/>
            <ac:spMk id="4" creationId="{4F0D1AD8-86F2-C782-0134-5BD0721B975D}"/>
          </ac:spMkLst>
        </pc:spChg>
      </pc:sldChg>
      <pc:sldChg chg="addSp delSp modSp mod setBg modClrScheme chgLayout">
        <pc:chgData name="Bastien Gallay" userId="S::gallay@teragone-factory.com::a1eb176e-0b74-4018-96ec-9809138c83c4" providerId="AD" clId="Web-{0039DEF4-0A83-9E87-6E96-38C055734862}" dt="2025-11-18T17:06:38.454" v="510"/>
        <pc:sldMkLst>
          <pc:docMk/>
          <pc:sldMk cId="2954723124" sldId="291"/>
        </pc:sldMkLst>
        <pc:spChg chg="mod">
          <ac:chgData name="Bastien Gallay" userId="S::gallay@teragone-factory.com::a1eb176e-0b74-4018-96ec-9809138c83c4" providerId="AD" clId="Web-{0039DEF4-0A83-9E87-6E96-38C055734862}" dt="2025-11-18T16:53:19.840" v="414"/>
          <ac:spMkLst>
            <pc:docMk/>
            <pc:sldMk cId="2954723124" sldId="291"/>
            <ac:spMk id="2" creationId="{00000000-0000-0000-0000-000000000000}"/>
          </ac:spMkLst>
        </pc:spChg>
        <pc:spChg chg="mod">
          <ac:chgData name="Bastien Gallay" userId="S::gallay@teragone-factory.com::a1eb176e-0b74-4018-96ec-9809138c83c4" providerId="AD" clId="Web-{0039DEF4-0A83-9E87-6E96-38C055734862}" dt="2025-11-18T16:53:19.840" v="415"/>
          <ac:spMkLst>
            <pc:docMk/>
            <pc:sldMk cId="2954723124" sldId="291"/>
            <ac:spMk id="3" creationId="{00000000-0000-0000-0000-000000000000}"/>
          </ac:spMkLst>
        </pc:spChg>
        <pc:spChg chg="mod">
          <ac:chgData name="Bastien Gallay" userId="S::gallay@teragone-factory.com::a1eb176e-0b74-4018-96ec-9809138c83c4" providerId="AD" clId="Web-{0039DEF4-0A83-9E87-6E96-38C055734862}" dt="2025-11-18T16:53:19.840" v="416"/>
          <ac:spMkLst>
            <pc:docMk/>
            <pc:sldMk cId="2954723124" sldId="291"/>
            <ac:spMk id="6" creationId="{00000000-0000-0000-0000-000000000000}"/>
          </ac:spMkLst>
        </pc:spChg>
        <pc:spChg chg="mod">
          <ac:chgData name="Bastien Gallay" userId="S::gallay@teragone-factory.com::a1eb176e-0b74-4018-96ec-9809138c83c4" providerId="AD" clId="Web-{0039DEF4-0A83-9E87-6E96-38C055734862}" dt="2025-11-18T16:53:19.871" v="417"/>
          <ac:spMkLst>
            <pc:docMk/>
            <pc:sldMk cId="2954723124" sldId="291"/>
            <ac:spMk id="10" creationId="{30755E77-093C-6C6E-28F9-980FBE6B3B0C}"/>
          </ac:spMkLst>
        </pc:spChg>
      </pc:sldChg>
      <pc:sldChg chg="addSp delSp modSp mod setBg">
        <pc:chgData name="Bastien Gallay" userId="S::gallay@teragone-factory.com::a1eb176e-0b74-4018-96ec-9809138c83c4" providerId="AD" clId="Web-{0039DEF4-0A83-9E87-6E96-38C055734862}" dt="2025-11-18T17:12:03.865" v="558"/>
        <pc:sldMkLst>
          <pc:docMk/>
          <pc:sldMk cId="1356049860" sldId="292"/>
        </pc:sldMkLst>
        <pc:spChg chg="mod">
          <ac:chgData name="Bastien Gallay" userId="S::gallay@teragone-factory.com::a1eb176e-0b74-4018-96ec-9809138c83c4" providerId="AD" clId="Web-{0039DEF4-0A83-9E87-6E96-38C055734862}" dt="2025-11-18T16:46:44.509" v="240"/>
          <ac:spMkLst>
            <pc:docMk/>
            <pc:sldMk cId="1356049860" sldId="292"/>
            <ac:spMk id="2" creationId="{00000000-0000-0000-0000-000000000000}"/>
          </ac:spMkLst>
        </pc:spChg>
        <pc:spChg chg="add mod">
          <ac:chgData name="Bastien Gallay" userId="S::gallay@teragone-factory.com::a1eb176e-0b74-4018-96ec-9809138c83c4" providerId="AD" clId="Web-{0039DEF4-0A83-9E87-6E96-38C055734862}" dt="2025-11-18T16:46:27.025" v="238"/>
          <ac:spMkLst>
            <pc:docMk/>
            <pc:sldMk cId="1356049860" sldId="292"/>
            <ac:spMk id="3" creationId="{82EA595D-03C7-DF1F-9004-88F80B7F60DD}"/>
          </ac:spMkLst>
        </pc:spChg>
        <pc:spChg chg="mod">
          <ac:chgData name="Bastien Gallay" userId="S::gallay@teragone-factory.com::a1eb176e-0b74-4018-96ec-9809138c83c4" providerId="AD" clId="Web-{0039DEF4-0A83-9E87-6E96-38C055734862}" dt="2025-11-18T16:47:14.275" v="245" actId="1076"/>
          <ac:spMkLst>
            <pc:docMk/>
            <pc:sldMk cId="1356049860" sldId="292"/>
            <ac:spMk id="4" creationId="{00000000-0000-0000-0000-000000000000}"/>
          </ac:spMkLst>
        </pc:spChg>
        <pc:spChg chg="add mod">
          <ac:chgData name="Bastien Gallay" userId="S::gallay@teragone-factory.com::a1eb176e-0b74-4018-96ec-9809138c83c4" providerId="AD" clId="Web-{0039DEF4-0A83-9E87-6E96-38C055734862}" dt="2025-11-18T16:46:36.056" v="239"/>
          <ac:spMkLst>
            <pc:docMk/>
            <pc:sldMk cId="1356049860" sldId="292"/>
            <ac:spMk id="7" creationId="{F447F408-4C80-E566-2673-422CEBFB4232}"/>
          </ac:spMkLst>
        </pc:spChg>
        <pc:spChg chg="add mod">
          <ac:chgData name="Bastien Gallay" userId="S::gallay@teragone-factory.com::a1eb176e-0b74-4018-96ec-9809138c83c4" providerId="AD" clId="Web-{0039DEF4-0A83-9E87-6E96-38C055734862}" dt="2025-11-18T17:02:08.216" v="503" actId="20577"/>
          <ac:spMkLst>
            <pc:docMk/>
            <pc:sldMk cId="1356049860" sldId="292"/>
            <ac:spMk id="8" creationId="{F07B32D5-0A53-E5E8-A4BC-1A67158CC623}"/>
          </ac:spMkLst>
        </pc:spChg>
        <pc:cxnChg chg="add mod">
          <ac:chgData name="Bastien Gallay" userId="S::gallay@teragone-factory.com::a1eb176e-0b74-4018-96ec-9809138c83c4" providerId="AD" clId="Web-{0039DEF4-0A83-9E87-6E96-38C055734862}" dt="2025-11-18T17:12:03.865" v="558"/>
          <ac:cxnSpMkLst>
            <pc:docMk/>
            <pc:sldMk cId="1356049860" sldId="292"/>
            <ac:cxnSpMk id="10" creationId="{483342BB-757A-3AC0-4D09-91D5342C2E97}"/>
          </ac:cxnSpMkLst>
        </pc:cxnChg>
      </pc:sldChg>
      <pc:sldChg chg="addSp delSp modSp mod">
        <pc:chgData name="Bastien Gallay" userId="S::gallay@teragone-factory.com::a1eb176e-0b74-4018-96ec-9809138c83c4" providerId="AD" clId="Web-{0039DEF4-0A83-9E87-6E96-38C055734862}" dt="2025-11-18T17:12:14.507" v="559"/>
        <pc:sldMkLst>
          <pc:docMk/>
          <pc:sldMk cId="2361916836" sldId="293"/>
        </pc:sldMkLst>
        <pc:spChg chg="add mod">
          <ac:chgData name="Bastien Gallay" userId="S::gallay@teragone-factory.com::a1eb176e-0b74-4018-96ec-9809138c83c4" providerId="AD" clId="Web-{0039DEF4-0A83-9E87-6E96-38C055734862}" dt="2025-11-18T16:48:35.714" v="255"/>
          <ac:spMkLst>
            <pc:docMk/>
            <pc:sldMk cId="2361916836" sldId="293"/>
            <ac:spMk id="6" creationId="{A04B7DD8-6DE5-7195-A20D-17E33CD04D92}"/>
          </ac:spMkLst>
        </pc:spChg>
        <pc:spChg chg="add mod">
          <ac:chgData name="Bastien Gallay" userId="S::gallay@teragone-factory.com::a1eb176e-0b74-4018-96ec-9809138c83c4" providerId="AD" clId="Web-{0039DEF4-0A83-9E87-6E96-38C055734862}" dt="2025-11-18T16:48:35.761" v="256"/>
          <ac:spMkLst>
            <pc:docMk/>
            <pc:sldMk cId="2361916836" sldId="293"/>
            <ac:spMk id="8" creationId="{5FD95F23-F832-23D3-3A83-86F225933696}"/>
          </ac:spMkLst>
        </pc:spChg>
        <pc:spChg chg="mod">
          <ac:chgData name="Bastien Gallay" userId="S::gallay@teragone-factory.com::a1eb176e-0b74-4018-96ec-9809138c83c4" providerId="AD" clId="Web-{0039DEF4-0A83-9E87-6E96-38C055734862}" dt="2025-11-18T16:51:13.408" v="362"/>
          <ac:spMkLst>
            <pc:docMk/>
            <pc:sldMk cId="2361916836" sldId="293"/>
            <ac:spMk id="11" creationId="{0CF9A306-592D-51B7-9172-BA2DB3226253}"/>
          </ac:spMkLst>
        </pc:spChg>
        <pc:spChg chg="add">
          <ac:chgData name="Bastien Gallay" userId="S::gallay@teragone-factory.com::a1eb176e-0b74-4018-96ec-9809138c83c4" providerId="AD" clId="Web-{0039DEF4-0A83-9E87-6E96-38C055734862}" dt="2025-11-18T17:02:26.357" v="505"/>
          <ac:spMkLst>
            <pc:docMk/>
            <pc:sldMk cId="2361916836" sldId="293"/>
            <ac:spMk id="12" creationId="{D9CD3F7B-1AC8-8FE4-DFDC-2E028723F211}"/>
          </ac:spMkLst>
        </pc:spChg>
        <pc:graphicFrameChg chg="mod modGraphic">
          <ac:chgData name="Bastien Gallay" userId="S::gallay@teragone-factory.com::a1eb176e-0b74-4018-96ec-9809138c83c4" providerId="AD" clId="Web-{0039DEF4-0A83-9E87-6E96-38C055734862}" dt="2025-11-18T16:51:37.129" v="398"/>
          <ac:graphicFrameMkLst>
            <pc:docMk/>
            <pc:sldMk cId="2361916836" sldId="293"/>
            <ac:graphicFrameMk id="5" creationId="{6A7D6915-127B-5A2C-C7D4-373A922BEAAA}"/>
          </ac:graphicFrameMkLst>
        </pc:graphicFrameChg>
        <pc:graphicFrameChg chg="mod modGraphic">
          <ac:chgData name="Bastien Gallay" userId="S::gallay@teragone-factory.com::a1eb176e-0b74-4018-96ec-9809138c83c4" providerId="AD" clId="Web-{0039DEF4-0A83-9E87-6E96-38C055734862}" dt="2025-11-18T16:51:27.269" v="387"/>
          <ac:graphicFrameMkLst>
            <pc:docMk/>
            <pc:sldMk cId="2361916836" sldId="293"/>
            <ac:graphicFrameMk id="13" creationId="{A2BD33D0-E2A0-72A2-A6B0-82F516FCA9EA}"/>
          </ac:graphicFrameMkLst>
        </pc:graphicFrameChg>
        <pc:cxnChg chg="add">
          <ac:chgData name="Bastien Gallay" userId="S::gallay@teragone-factory.com::a1eb176e-0b74-4018-96ec-9809138c83c4" providerId="AD" clId="Web-{0039DEF4-0A83-9E87-6E96-38C055734862}" dt="2025-11-18T17:12:14.507" v="559"/>
          <ac:cxnSpMkLst>
            <pc:docMk/>
            <pc:sldMk cId="2361916836" sldId="293"/>
            <ac:cxnSpMk id="15" creationId="{474A2634-38D1-AE45-2D81-6E523ADE5E4B}"/>
          </ac:cxnSpMkLst>
        </pc:cxnChg>
      </pc:sldChg>
      <pc:sldChg chg="addSp delSp modSp mod setBg modClrScheme chgLayout">
        <pc:chgData name="Bastien Gallay" userId="S::gallay@teragone-factory.com::a1eb176e-0b74-4018-96ec-9809138c83c4" providerId="AD" clId="Web-{0039DEF4-0A83-9E87-6E96-38C055734862}" dt="2025-11-18T17:06:48.579" v="511"/>
        <pc:sldMkLst>
          <pc:docMk/>
          <pc:sldMk cId="1204473206" sldId="294"/>
        </pc:sldMkLst>
        <pc:spChg chg="mod">
          <ac:chgData name="Bastien Gallay" userId="S::gallay@teragone-factory.com::a1eb176e-0b74-4018-96ec-9809138c83c4" providerId="AD" clId="Web-{0039DEF4-0A83-9E87-6E96-38C055734862}" dt="2025-11-18T16:53:28.669" v="418"/>
          <ac:spMkLst>
            <pc:docMk/>
            <pc:sldMk cId="1204473206" sldId="294"/>
            <ac:spMk id="2" creationId="{00000000-0000-0000-0000-000000000000}"/>
          </ac:spMkLst>
        </pc:spChg>
        <pc:spChg chg="mod">
          <ac:chgData name="Bastien Gallay" userId="S::gallay@teragone-factory.com::a1eb176e-0b74-4018-96ec-9809138c83c4" providerId="AD" clId="Web-{0039DEF4-0A83-9E87-6E96-38C055734862}" dt="2025-11-18T16:53:28.700" v="419"/>
          <ac:spMkLst>
            <pc:docMk/>
            <pc:sldMk cId="1204473206" sldId="294"/>
            <ac:spMk id="4" creationId="{4F0D1AD8-86F2-C782-0134-5BD0721B975D}"/>
          </ac:spMkLst>
        </pc:spChg>
      </pc:sldChg>
      <pc:sldChg chg="addSp delSp modSp mod setBg">
        <pc:chgData name="Bastien Gallay" userId="S::gallay@teragone-factory.com::a1eb176e-0b74-4018-96ec-9809138c83c4" providerId="AD" clId="Web-{0039DEF4-0A83-9E87-6E96-38C055734862}" dt="2025-11-18T17:07:05.970" v="512"/>
        <pc:sldMkLst>
          <pc:docMk/>
          <pc:sldMk cId="2567581301" sldId="299"/>
        </pc:sldMkLst>
        <pc:spChg chg="mod">
          <ac:chgData name="Bastien Gallay" userId="S::gallay@teragone-factory.com::a1eb176e-0b74-4018-96ec-9809138c83c4" providerId="AD" clId="Web-{0039DEF4-0A83-9E87-6E96-38C055734862}" dt="2025-11-18T16:53:41.747" v="420"/>
          <ac:spMkLst>
            <pc:docMk/>
            <pc:sldMk cId="2567581301" sldId="299"/>
            <ac:spMk id="2" creationId="{00000000-0000-0000-0000-000000000000}"/>
          </ac:spMkLst>
        </pc:spChg>
        <pc:spChg chg="mod">
          <ac:chgData name="Bastien Gallay" userId="S::gallay@teragone-factory.com::a1eb176e-0b74-4018-96ec-9809138c83c4" providerId="AD" clId="Web-{0039DEF4-0A83-9E87-6E96-38C055734862}" dt="2025-11-18T16:53:41.763" v="421"/>
          <ac:spMkLst>
            <pc:docMk/>
            <pc:sldMk cId="2567581301" sldId="299"/>
            <ac:spMk id="4" creationId="{4F0D1AD8-86F2-C782-0134-5BD0721B975D}"/>
          </ac:spMkLst>
        </pc:spChg>
      </pc:sldChg>
      <pc:sldChg chg="addSp delSp modSp mod">
        <pc:chgData name="Bastien Gallay" userId="S::gallay@teragone-factory.com::a1eb176e-0b74-4018-96ec-9809138c83c4" providerId="AD" clId="Web-{0039DEF4-0A83-9E87-6E96-38C055734862}" dt="2025-11-18T17:06:26.985" v="509"/>
        <pc:sldMkLst>
          <pc:docMk/>
          <pc:sldMk cId="3316631279" sldId="319"/>
        </pc:sldMkLst>
      </pc:sldChg>
      <pc:sldChg chg="addSp delSp modSp mod">
        <pc:chgData name="Bastien Gallay" userId="S::gallay@teragone-factory.com::a1eb176e-0b74-4018-96ec-9809138c83c4" providerId="AD" clId="Web-{0039DEF4-0A83-9E87-6E96-38C055734862}" dt="2025-11-18T17:06:26.985" v="509"/>
        <pc:sldMkLst>
          <pc:docMk/>
          <pc:sldMk cId="1439854718" sldId="320"/>
        </pc:sldMkLst>
        <pc:graphicFrameChg chg="mod modGraphic">
          <ac:chgData name="Bastien Gallay" userId="S::gallay@teragone-factory.com::a1eb176e-0b74-4018-96ec-9809138c83c4" providerId="AD" clId="Web-{0039DEF4-0A83-9E87-6E96-38C055734862}" dt="2025-11-18T15:49:22.330" v="85"/>
          <ac:graphicFrameMkLst>
            <pc:docMk/>
            <pc:sldMk cId="1439854718" sldId="320"/>
            <ac:graphicFrameMk id="6" creationId="{B12CCA95-F707-9043-F5C0-E88A5C4461E2}"/>
          </ac:graphicFrameMkLst>
        </pc:graphicFrameChg>
      </pc:sldChg>
      <pc:sldChg chg="addSp delSp modSp mod">
        <pc:chgData name="Bastien Gallay" userId="S::gallay@teragone-factory.com::a1eb176e-0b74-4018-96ec-9809138c83c4" providerId="AD" clId="Web-{0039DEF4-0A83-9E87-6E96-38C055734862}" dt="2025-11-18T17:06:26.985" v="509"/>
        <pc:sldMkLst>
          <pc:docMk/>
          <pc:sldMk cId="3387683884" sldId="321"/>
        </pc:sldMkLst>
      </pc:sldChg>
      <pc:sldChg chg="addSp delSp modSp mod">
        <pc:chgData name="Bastien Gallay" userId="S::gallay@teragone-factory.com::a1eb176e-0b74-4018-96ec-9809138c83c4" providerId="AD" clId="Web-{0039DEF4-0A83-9E87-6E96-38C055734862}" dt="2025-11-18T17:06:26.985" v="509"/>
        <pc:sldMkLst>
          <pc:docMk/>
          <pc:sldMk cId="4097634386" sldId="322"/>
        </pc:sldMkLst>
      </pc:sldChg>
      <pc:sldChg chg="addSp delSp modSp mod">
        <pc:chgData name="Bastien Gallay" userId="S::gallay@teragone-factory.com::a1eb176e-0b74-4018-96ec-9809138c83c4" providerId="AD" clId="Web-{0039DEF4-0A83-9E87-6E96-38C055734862}" dt="2025-11-18T17:06:26.985" v="509"/>
        <pc:sldMkLst>
          <pc:docMk/>
          <pc:sldMk cId="1837288970" sldId="325"/>
        </pc:sldMkLst>
      </pc:sldChg>
      <pc:sldChg chg="addSp delSp modSp mod">
        <pc:chgData name="Bastien Gallay" userId="S::gallay@teragone-factory.com::a1eb176e-0b74-4018-96ec-9809138c83c4" providerId="AD" clId="Web-{0039DEF4-0A83-9E87-6E96-38C055734862}" dt="2025-11-18T17:06:26.985" v="509"/>
        <pc:sldMkLst>
          <pc:docMk/>
          <pc:sldMk cId="986540719" sldId="326"/>
        </pc:sldMkLst>
      </pc:sldChg>
      <pc:sldChg chg="addSp delSp modSp mod">
        <pc:chgData name="Bastien Gallay" userId="S::gallay@teragone-factory.com::a1eb176e-0b74-4018-96ec-9809138c83c4" providerId="AD" clId="Web-{0039DEF4-0A83-9E87-6E96-38C055734862}" dt="2025-11-18T17:06:26.985" v="509"/>
        <pc:sldMkLst>
          <pc:docMk/>
          <pc:sldMk cId="2347734481" sldId="327"/>
        </pc:sldMkLst>
      </pc:sldChg>
      <pc:sldChg chg="addSp delSp modSp mod">
        <pc:chgData name="Bastien Gallay" userId="S::gallay@teragone-factory.com::a1eb176e-0b74-4018-96ec-9809138c83c4" providerId="AD" clId="Web-{0039DEF4-0A83-9E87-6E96-38C055734862}" dt="2025-11-18T17:13:22.087" v="568" actId="1076"/>
        <pc:sldMkLst>
          <pc:docMk/>
          <pc:sldMk cId="1853088663" sldId="340"/>
        </pc:sldMkLst>
        <pc:spChg chg="add mod">
          <ac:chgData name="Bastien Gallay" userId="S::gallay@teragone-factory.com::a1eb176e-0b74-4018-96ec-9809138c83c4" providerId="AD" clId="Web-{0039DEF4-0A83-9E87-6E96-38C055734862}" dt="2025-11-18T16:48:41.140" v="259"/>
          <ac:spMkLst>
            <pc:docMk/>
            <pc:sldMk cId="1853088663" sldId="340"/>
            <ac:spMk id="8" creationId="{A1FCA3FF-D04B-1A16-F1F5-EB724942C796}"/>
          </ac:spMkLst>
        </pc:spChg>
        <pc:spChg chg="add mod">
          <ac:chgData name="Bastien Gallay" userId="S::gallay@teragone-factory.com::a1eb176e-0b74-4018-96ec-9809138c83c4" providerId="AD" clId="Web-{0039DEF4-0A83-9E87-6E96-38C055734862}" dt="2025-11-18T16:48:41.167" v="260"/>
          <ac:spMkLst>
            <pc:docMk/>
            <pc:sldMk cId="1853088663" sldId="340"/>
            <ac:spMk id="10" creationId="{1EC30E82-66DE-CEBA-FC60-B4010D6113B4}"/>
          </ac:spMkLst>
        </pc:spChg>
        <pc:spChg chg="add">
          <ac:chgData name="Bastien Gallay" userId="S::gallay@teragone-factory.com::a1eb176e-0b74-4018-96ec-9809138c83c4" providerId="AD" clId="Web-{0039DEF4-0A83-9E87-6E96-38C055734862}" dt="2025-11-18T17:10:54.159" v="548"/>
          <ac:spMkLst>
            <pc:docMk/>
            <pc:sldMk cId="1853088663" sldId="340"/>
            <ac:spMk id="16" creationId="{2E95CA95-D716-86A1-E386-093C5540E847}"/>
          </ac:spMkLst>
        </pc:spChg>
        <pc:cxnChg chg="add mod">
          <ac:chgData name="Bastien Gallay" userId="S::gallay@teragone-factory.com::a1eb176e-0b74-4018-96ec-9809138c83c4" providerId="AD" clId="Web-{0039DEF4-0A83-9E87-6E96-38C055734862}" dt="2025-11-18T17:13:22.087" v="568" actId="1076"/>
          <ac:cxnSpMkLst>
            <pc:docMk/>
            <pc:sldMk cId="1853088663" sldId="340"/>
            <ac:cxnSpMk id="18" creationId="{DE8B28B9-5FFE-192D-8A7D-8EBFDB9D65A9}"/>
          </ac:cxnSpMkLst>
        </pc:cxnChg>
      </pc:sldChg>
      <pc:sldChg chg="addSp delSp modSp mod">
        <pc:chgData name="Bastien Gallay" userId="S::gallay@teragone-factory.com::a1eb176e-0b74-4018-96ec-9809138c83c4" providerId="AD" clId="Web-{0039DEF4-0A83-9E87-6E96-38C055734862}" dt="2025-11-18T17:12:26.648" v="564"/>
        <pc:sldMkLst>
          <pc:docMk/>
          <pc:sldMk cId="372266583" sldId="341"/>
        </pc:sldMkLst>
        <pc:spChg chg="add mod">
          <ac:chgData name="Bastien Gallay" userId="S::gallay@teragone-factory.com::a1eb176e-0b74-4018-96ec-9809138c83c4" providerId="AD" clId="Web-{0039DEF4-0A83-9E87-6E96-38C055734862}" dt="2025-11-18T16:48:46.167" v="261"/>
          <ac:spMkLst>
            <pc:docMk/>
            <pc:sldMk cId="372266583" sldId="341"/>
            <ac:spMk id="8" creationId="{0A0AA45E-E83E-1460-8C5C-42BA7E985A46}"/>
          </ac:spMkLst>
        </pc:spChg>
        <pc:spChg chg="add mod">
          <ac:chgData name="Bastien Gallay" userId="S::gallay@teragone-factory.com::a1eb176e-0b74-4018-96ec-9809138c83c4" providerId="AD" clId="Web-{0039DEF4-0A83-9E87-6E96-38C055734862}" dt="2025-11-18T16:48:46.198" v="262"/>
          <ac:spMkLst>
            <pc:docMk/>
            <pc:sldMk cId="372266583" sldId="341"/>
            <ac:spMk id="10" creationId="{8B8ABCED-D75B-E07C-2D89-BC5803E16E9D}"/>
          </ac:spMkLst>
        </pc:spChg>
        <pc:spChg chg="add">
          <ac:chgData name="Bastien Gallay" userId="S::gallay@teragone-factory.com::a1eb176e-0b74-4018-96ec-9809138c83c4" providerId="AD" clId="Web-{0039DEF4-0A83-9E87-6E96-38C055734862}" dt="2025-11-18T17:10:18.501" v="543"/>
          <ac:spMkLst>
            <pc:docMk/>
            <pc:sldMk cId="372266583" sldId="341"/>
            <ac:spMk id="12" creationId="{99D983A5-AD5E-4A6D-19A0-14A1D9094C8A}"/>
          </ac:spMkLst>
        </pc:spChg>
        <pc:cxnChg chg="add">
          <ac:chgData name="Bastien Gallay" userId="S::gallay@teragone-factory.com::a1eb176e-0b74-4018-96ec-9809138c83c4" providerId="AD" clId="Web-{0039DEF4-0A83-9E87-6E96-38C055734862}" dt="2025-11-18T17:12:26.648" v="564"/>
          <ac:cxnSpMkLst>
            <pc:docMk/>
            <pc:sldMk cId="372266583" sldId="341"/>
            <ac:cxnSpMk id="14" creationId="{C02A8BA1-6A86-C221-118A-F4AC0BB3F0BF}"/>
          </ac:cxnSpMkLst>
        </pc:cxnChg>
      </pc:sldChg>
      <pc:sldChg chg="addSp delSp modSp mod">
        <pc:chgData name="Bastien Gallay" userId="S::gallay@teragone-factory.com::a1eb176e-0b74-4018-96ec-9809138c83c4" providerId="AD" clId="Web-{0039DEF4-0A83-9E87-6E96-38C055734862}" dt="2025-11-18T17:23:39.677" v="721"/>
        <pc:sldMkLst>
          <pc:docMk/>
          <pc:sldMk cId="67116177" sldId="342"/>
        </pc:sldMkLst>
        <pc:spChg chg="mod">
          <ac:chgData name="Bastien Gallay" userId="S::gallay@teragone-factory.com::a1eb176e-0b74-4018-96ec-9809138c83c4" providerId="AD" clId="Web-{0039DEF4-0A83-9E87-6E96-38C055734862}" dt="2025-11-18T17:22:38.520" v="709"/>
          <ac:spMkLst>
            <pc:docMk/>
            <pc:sldMk cId="67116177" sldId="342"/>
            <ac:spMk id="2" creationId="{00000000-0000-0000-0000-000000000000}"/>
          </ac:spMkLst>
        </pc:spChg>
        <pc:spChg chg="mod">
          <ac:chgData name="Bastien Gallay" userId="S::gallay@teragone-factory.com::a1eb176e-0b74-4018-96ec-9809138c83c4" providerId="AD" clId="Web-{0039DEF4-0A83-9E87-6E96-38C055734862}" dt="2025-11-18T17:23:39.677" v="721"/>
          <ac:spMkLst>
            <pc:docMk/>
            <pc:sldMk cId="67116177" sldId="342"/>
            <ac:spMk id="3" creationId="{00000000-0000-0000-0000-000000000000}"/>
          </ac:spMkLst>
        </pc:spChg>
        <pc:spChg chg="add">
          <ac:chgData name="Bastien Gallay" userId="S::gallay@teragone-factory.com::a1eb176e-0b74-4018-96ec-9809138c83c4" providerId="AD" clId="Web-{0039DEF4-0A83-9E87-6E96-38C055734862}" dt="2025-11-18T17:10:56.722" v="550"/>
          <ac:spMkLst>
            <pc:docMk/>
            <pc:sldMk cId="67116177" sldId="342"/>
            <ac:spMk id="9" creationId="{F1F7CE44-5D6C-2165-8A42-6CD97144C67E}"/>
          </ac:spMkLst>
        </pc:spChg>
        <pc:spChg chg="mod">
          <ac:chgData name="Bastien Gallay" userId="S::gallay@teragone-factory.com::a1eb176e-0b74-4018-96ec-9809138c83c4" providerId="AD" clId="Web-{0039DEF4-0A83-9E87-6E96-38C055734862}" dt="2025-11-18T17:12:37.820" v="566"/>
          <ac:spMkLst>
            <pc:docMk/>
            <pc:sldMk cId="67116177" sldId="342"/>
            <ac:spMk id="15" creationId="{A53CCC5C-D88E-40FB-B30B-23DCDBD01D37}"/>
          </ac:spMkLst>
        </pc:spChg>
        <pc:cxnChg chg="add">
          <ac:chgData name="Bastien Gallay" userId="S::gallay@teragone-factory.com::a1eb176e-0b74-4018-96ec-9809138c83c4" providerId="AD" clId="Web-{0039DEF4-0A83-9E87-6E96-38C055734862}" dt="2025-11-18T17:12:29.398" v="565"/>
          <ac:cxnSpMkLst>
            <pc:docMk/>
            <pc:sldMk cId="67116177" sldId="342"/>
            <ac:cxnSpMk id="11" creationId="{4C85B60B-C5F8-615B-19F5-3875B30573D2}"/>
          </ac:cxnSpMkLst>
        </pc:cxnChg>
      </pc:sldChg>
      <pc:sldChg chg="addSp delSp modSp mod">
        <pc:chgData name="Bastien Gallay" userId="S::gallay@teragone-factory.com::a1eb176e-0b74-4018-96ec-9809138c83c4" providerId="AD" clId="Web-{0039DEF4-0A83-9E87-6E96-38C055734862}" dt="2025-11-18T17:06:26.985" v="509"/>
        <pc:sldMkLst>
          <pc:docMk/>
          <pc:sldMk cId="1303541974" sldId="343"/>
        </pc:sldMkLst>
        <pc:spChg chg="add mod">
          <ac:chgData name="Bastien Gallay" userId="S::gallay@teragone-factory.com::a1eb176e-0b74-4018-96ec-9809138c83c4" providerId="AD" clId="Web-{0039DEF4-0A83-9E87-6E96-38C055734862}" dt="2025-11-18T16:48:48.261" v="263"/>
          <ac:spMkLst>
            <pc:docMk/>
            <pc:sldMk cId="1303541974" sldId="343"/>
            <ac:spMk id="8" creationId="{1A31C848-3692-27DC-ED93-BFDC8BE4A6F8}"/>
          </ac:spMkLst>
        </pc:spChg>
        <pc:spChg chg="add mod">
          <ac:chgData name="Bastien Gallay" userId="S::gallay@teragone-factory.com::a1eb176e-0b74-4018-96ec-9809138c83c4" providerId="AD" clId="Web-{0039DEF4-0A83-9E87-6E96-38C055734862}" dt="2025-11-18T16:48:48.277" v="264"/>
          <ac:spMkLst>
            <pc:docMk/>
            <pc:sldMk cId="1303541974" sldId="343"/>
            <ac:spMk id="10" creationId="{A4DFF055-56C5-191C-EAE9-F6061DF6CBF4}"/>
          </ac:spMkLst>
        </pc:spChg>
        <pc:graphicFrameChg chg="mod modGraphic">
          <ac:chgData name="Bastien Gallay" userId="S::gallay@teragone-factory.com::a1eb176e-0b74-4018-96ec-9809138c83c4" providerId="AD" clId="Web-{0039DEF4-0A83-9E87-6E96-38C055734862}" dt="2025-11-18T15:39:41.973" v="6"/>
          <ac:graphicFrameMkLst>
            <pc:docMk/>
            <pc:sldMk cId="1303541974" sldId="343"/>
            <ac:graphicFrameMk id="3" creationId="{761376F3-58FB-5917-922B-F83962C3562E}"/>
          </ac:graphicFrameMkLst>
        </pc:graphicFrameChg>
      </pc:sldChg>
      <pc:sldChg chg="addSp delSp modSp add mod ord replId setBg">
        <pc:chgData name="Bastien Gallay" userId="S::gallay@teragone-factory.com::a1eb176e-0b74-4018-96ec-9809138c83c4" providerId="AD" clId="Web-{0039DEF4-0A83-9E87-6E96-38C055734862}" dt="2025-11-18T17:08:11.163" v="518"/>
        <pc:sldMkLst>
          <pc:docMk/>
          <pc:sldMk cId="794861287" sldId="351"/>
        </pc:sldMkLst>
        <pc:spChg chg="mod">
          <ac:chgData name="Bastien Gallay" userId="S::gallay@teragone-factory.com::a1eb176e-0b74-4018-96ec-9809138c83c4" providerId="AD" clId="Web-{0039DEF4-0A83-9E87-6E96-38C055734862}" dt="2025-11-18T16:54:42.501" v="433"/>
          <ac:spMkLst>
            <pc:docMk/>
            <pc:sldMk cId="794861287" sldId="351"/>
            <ac:spMk id="2" creationId="{9E751F11-65EF-CB92-9D77-ABB01B98B2D4}"/>
          </ac:spMkLst>
        </pc:spChg>
        <pc:spChg chg="mod">
          <ac:chgData name="Bastien Gallay" userId="S::gallay@teragone-factory.com::a1eb176e-0b74-4018-96ec-9809138c83c4" providerId="AD" clId="Web-{0039DEF4-0A83-9E87-6E96-38C055734862}" dt="2025-11-18T16:54:42.532" v="434"/>
          <ac:spMkLst>
            <pc:docMk/>
            <pc:sldMk cId="794861287" sldId="351"/>
            <ac:spMk id="4" creationId="{EF87187A-D3B4-3DD7-D6A7-C78968156C5E}"/>
          </ac:spMkLst>
        </pc:spChg>
      </pc:sldChg>
      <pc:sldChg chg="addSp delSp modSp add mod replId setBg">
        <pc:chgData name="Bastien Gallay" userId="S::gallay@teragone-factory.com::a1eb176e-0b74-4018-96ec-9809138c83c4" providerId="AD" clId="Web-{0039DEF4-0A83-9E87-6E96-38C055734862}" dt="2025-11-18T17:08:23.180" v="521"/>
        <pc:sldMkLst>
          <pc:docMk/>
          <pc:sldMk cId="1951514563" sldId="353"/>
        </pc:sldMkLst>
        <pc:spChg chg="mod">
          <ac:chgData name="Bastien Gallay" userId="S::gallay@teragone-factory.com::a1eb176e-0b74-4018-96ec-9809138c83c4" providerId="AD" clId="Web-{0039DEF4-0A83-9E87-6E96-38C055734862}" dt="2025-11-18T16:55:28.284" v="439"/>
          <ac:spMkLst>
            <pc:docMk/>
            <pc:sldMk cId="1951514563" sldId="353"/>
            <ac:spMk id="2" creationId="{CD89105F-8591-163E-14BA-82EF480CCD5A}"/>
          </ac:spMkLst>
        </pc:spChg>
        <pc:spChg chg="mod">
          <ac:chgData name="Bastien Gallay" userId="S::gallay@teragone-factory.com::a1eb176e-0b74-4018-96ec-9809138c83c4" providerId="AD" clId="Web-{0039DEF4-0A83-9E87-6E96-38C055734862}" dt="2025-11-18T16:55:28.315" v="440"/>
          <ac:spMkLst>
            <pc:docMk/>
            <pc:sldMk cId="1951514563" sldId="353"/>
            <ac:spMk id="4" creationId="{529B49C8-B0B8-049C-B5EB-D1651D1E9C7C}"/>
          </ac:spMkLst>
        </pc:spChg>
      </pc:sldChg>
      <pc:sldChg chg="addSp delSp modSp add mod ord replId setBg">
        <pc:chgData name="Bastien Gallay" userId="S::gallay@teragone-factory.com::a1eb176e-0b74-4018-96ec-9809138c83c4" providerId="AD" clId="Web-{0039DEF4-0A83-9E87-6E96-38C055734862}" dt="2025-11-18T17:08:19.023" v="520"/>
        <pc:sldMkLst>
          <pc:docMk/>
          <pc:sldMk cId="449835873" sldId="354"/>
        </pc:sldMkLst>
        <pc:spChg chg="mod">
          <ac:chgData name="Bastien Gallay" userId="S::gallay@teragone-factory.com::a1eb176e-0b74-4018-96ec-9809138c83c4" providerId="AD" clId="Web-{0039DEF4-0A83-9E87-6E96-38C055734862}" dt="2025-11-18T16:55:10.346" v="437"/>
          <ac:spMkLst>
            <pc:docMk/>
            <pc:sldMk cId="449835873" sldId="354"/>
            <ac:spMk id="2" creationId="{39CA4E7A-66FE-EDB4-05A2-1A3775A2756D}"/>
          </ac:spMkLst>
        </pc:spChg>
        <pc:spChg chg="mod">
          <ac:chgData name="Bastien Gallay" userId="S::gallay@teragone-factory.com::a1eb176e-0b74-4018-96ec-9809138c83c4" providerId="AD" clId="Web-{0039DEF4-0A83-9E87-6E96-38C055734862}" dt="2025-11-18T16:55:10.361" v="438"/>
          <ac:spMkLst>
            <pc:docMk/>
            <pc:sldMk cId="449835873" sldId="354"/>
            <ac:spMk id="4" creationId="{9D2FEC55-5AD8-CABE-CD16-1CD13881CB00}"/>
          </ac:spMkLst>
        </pc:spChg>
      </pc:sldChg>
      <pc:sldMasterChg chg="modSp mod setBg modSldLayout">
        <pc:chgData name="Bastien Gallay" userId="S::gallay@teragone-factory.com::a1eb176e-0b74-4018-96ec-9809138c83c4" providerId="AD" clId="Web-{0039DEF4-0A83-9E87-6E96-38C055734862}" dt="2025-11-18T17:06:26.985" v="509"/>
        <pc:sldMasterMkLst>
          <pc:docMk/>
          <pc:sldMasterMk cId="2209977519" sldId="2147483648"/>
        </pc:sldMasterMkLst>
        <pc:spChg chg="mod">
          <ac:chgData name="Bastien Gallay" userId="S::gallay@teragone-factory.com::a1eb176e-0b74-4018-96ec-9809138c83c4" providerId="AD" clId="Web-{0039DEF4-0A83-9E87-6E96-38C055734862}" dt="2025-11-18T16:48:25.979" v="254"/>
          <ac:spMkLst>
            <pc:docMk/>
            <pc:sldMasterMk cId="2209977519" sldId="2147483648"/>
            <ac:spMk id="5" creationId="{00000000-0000-0000-0000-000000000000}"/>
          </ac:spMkLst>
        </pc:spChg>
        <pc:sldLayoutChg chg="modSp mod">
          <pc:chgData name="Bastien Gallay" userId="S::gallay@teragone-factory.com::a1eb176e-0b74-4018-96ec-9809138c83c4" providerId="AD" clId="Web-{0039DEF4-0A83-9E87-6E96-38C055734862}" dt="2025-11-18T17:06:26.985" v="509"/>
          <pc:sldLayoutMkLst>
            <pc:docMk/>
            <pc:sldMasterMk cId="2209977519" sldId="2147483648"/>
            <pc:sldLayoutMk cId="3168075583" sldId="2147483649"/>
          </pc:sldLayoutMkLst>
          <pc:spChg chg="mod">
            <ac:chgData name="Bastien Gallay" userId="S::gallay@teragone-factory.com::a1eb176e-0b74-4018-96ec-9809138c83c4" providerId="AD" clId="Web-{0039DEF4-0A83-9E87-6E96-38C055734862}" dt="2025-11-18T16:48:25.979" v="254"/>
            <ac:spMkLst>
              <pc:docMk/>
              <pc:sldMasterMk cId="2209977519" sldId="2147483648"/>
              <pc:sldLayoutMk cId="3168075583" sldId="2147483649"/>
              <ac:spMk id="5" creationId="{00000000-0000-0000-0000-000000000000}"/>
            </ac:spMkLst>
          </pc:spChg>
        </pc:sldLayoutChg>
        <pc:sldLayoutChg chg="modSp mod">
          <pc:chgData name="Bastien Gallay" userId="S::gallay@teragone-factory.com::a1eb176e-0b74-4018-96ec-9809138c83c4" providerId="AD" clId="Web-{0039DEF4-0A83-9E87-6E96-38C055734862}" dt="2025-11-18T17:06:26.985" v="509"/>
          <pc:sldLayoutMkLst>
            <pc:docMk/>
            <pc:sldMasterMk cId="2209977519" sldId="2147483648"/>
            <pc:sldLayoutMk cId="2614314258" sldId="2147483650"/>
          </pc:sldLayoutMkLst>
          <pc:spChg chg="mod">
            <ac:chgData name="Bastien Gallay" userId="S::gallay@teragone-factory.com::a1eb176e-0b74-4018-96ec-9809138c83c4" providerId="AD" clId="Web-{0039DEF4-0A83-9E87-6E96-38C055734862}" dt="2025-11-18T16:48:25.979" v="254"/>
            <ac:spMkLst>
              <pc:docMk/>
              <pc:sldMasterMk cId="2209977519" sldId="2147483648"/>
              <pc:sldLayoutMk cId="2614314258" sldId="2147483650"/>
              <ac:spMk id="5" creationId="{00000000-0000-0000-0000-000000000000}"/>
            </ac:spMkLst>
          </pc:spChg>
        </pc:sldLayoutChg>
        <pc:sldLayoutChg chg="modSp mod">
          <pc:chgData name="Bastien Gallay" userId="S::gallay@teragone-factory.com::a1eb176e-0b74-4018-96ec-9809138c83c4" providerId="AD" clId="Web-{0039DEF4-0A83-9E87-6E96-38C055734862}" dt="2025-11-18T17:06:26.985" v="509"/>
          <pc:sldLayoutMkLst>
            <pc:docMk/>
            <pc:sldMasterMk cId="2209977519" sldId="2147483648"/>
            <pc:sldLayoutMk cId="960648375" sldId="2147483651"/>
          </pc:sldLayoutMkLst>
          <pc:spChg chg="mod">
            <ac:chgData name="Bastien Gallay" userId="S::gallay@teragone-factory.com::a1eb176e-0b74-4018-96ec-9809138c83c4" providerId="AD" clId="Web-{0039DEF4-0A83-9E87-6E96-38C055734862}" dt="2025-11-18T16:48:25.979" v="254"/>
            <ac:spMkLst>
              <pc:docMk/>
              <pc:sldMasterMk cId="2209977519" sldId="2147483648"/>
              <pc:sldLayoutMk cId="960648375" sldId="2147483651"/>
              <ac:spMk id="5" creationId="{00000000-0000-0000-0000-000000000000}"/>
            </ac:spMkLst>
          </pc:spChg>
        </pc:sldLayoutChg>
        <pc:sldLayoutChg chg="modSp mod">
          <pc:chgData name="Bastien Gallay" userId="S::gallay@teragone-factory.com::a1eb176e-0b74-4018-96ec-9809138c83c4" providerId="AD" clId="Web-{0039DEF4-0A83-9E87-6E96-38C055734862}" dt="2025-11-18T17:06:26.985" v="509"/>
          <pc:sldLayoutMkLst>
            <pc:docMk/>
            <pc:sldMasterMk cId="2209977519" sldId="2147483648"/>
            <pc:sldLayoutMk cId="2782244947" sldId="2147483652"/>
          </pc:sldLayoutMkLst>
          <pc:spChg chg="mod">
            <ac:chgData name="Bastien Gallay" userId="S::gallay@teragone-factory.com::a1eb176e-0b74-4018-96ec-9809138c83c4" providerId="AD" clId="Web-{0039DEF4-0A83-9E87-6E96-38C055734862}" dt="2025-11-18T16:48:25.979" v="254"/>
            <ac:spMkLst>
              <pc:docMk/>
              <pc:sldMasterMk cId="2209977519" sldId="2147483648"/>
              <pc:sldLayoutMk cId="2782244947" sldId="2147483652"/>
              <ac:spMk id="6" creationId="{00000000-0000-0000-0000-000000000000}"/>
            </ac:spMkLst>
          </pc:spChg>
        </pc:sldLayoutChg>
        <pc:sldLayoutChg chg="modSp mod">
          <pc:chgData name="Bastien Gallay" userId="S::gallay@teragone-factory.com::a1eb176e-0b74-4018-96ec-9809138c83c4" providerId="AD" clId="Web-{0039DEF4-0A83-9E87-6E96-38C055734862}" dt="2025-11-18T17:06:26.985" v="509"/>
          <pc:sldLayoutMkLst>
            <pc:docMk/>
            <pc:sldMasterMk cId="2209977519" sldId="2147483648"/>
            <pc:sldLayoutMk cId="990158736" sldId="2147483653"/>
          </pc:sldLayoutMkLst>
          <pc:spChg chg="mod">
            <ac:chgData name="Bastien Gallay" userId="S::gallay@teragone-factory.com::a1eb176e-0b74-4018-96ec-9809138c83c4" providerId="AD" clId="Web-{0039DEF4-0A83-9E87-6E96-38C055734862}" dt="2025-11-18T16:48:25.979" v="254"/>
            <ac:spMkLst>
              <pc:docMk/>
              <pc:sldMasterMk cId="2209977519" sldId="2147483648"/>
              <pc:sldLayoutMk cId="990158736" sldId="2147483653"/>
              <ac:spMk id="8" creationId="{00000000-0000-0000-0000-000000000000}"/>
            </ac:spMkLst>
          </pc:spChg>
        </pc:sldLayoutChg>
        <pc:sldLayoutChg chg="modSp mod">
          <pc:chgData name="Bastien Gallay" userId="S::gallay@teragone-factory.com::a1eb176e-0b74-4018-96ec-9809138c83c4" providerId="AD" clId="Web-{0039DEF4-0A83-9E87-6E96-38C055734862}" dt="2025-11-18T17:06:26.985" v="509"/>
          <pc:sldLayoutMkLst>
            <pc:docMk/>
            <pc:sldMasterMk cId="2209977519" sldId="2147483648"/>
            <pc:sldLayoutMk cId="727027711" sldId="2147483654"/>
          </pc:sldLayoutMkLst>
          <pc:spChg chg="mod">
            <ac:chgData name="Bastien Gallay" userId="S::gallay@teragone-factory.com::a1eb176e-0b74-4018-96ec-9809138c83c4" providerId="AD" clId="Web-{0039DEF4-0A83-9E87-6E96-38C055734862}" dt="2025-11-18T16:48:25.979" v="254"/>
            <ac:spMkLst>
              <pc:docMk/>
              <pc:sldMasterMk cId="2209977519" sldId="2147483648"/>
              <pc:sldLayoutMk cId="727027711" sldId="2147483654"/>
              <ac:spMk id="4" creationId="{00000000-0000-0000-0000-000000000000}"/>
            </ac:spMkLst>
          </pc:spChg>
        </pc:sldLayoutChg>
        <pc:sldLayoutChg chg="modSp mod">
          <pc:chgData name="Bastien Gallay" userId="S::gallay@teragone-factory.com::a1eb176e-0b74-4018-96ec-9809138c83c4" providerId="AD" clId="Web-{0039DEF4-0A83-9E87-6E96-38C055734862}" dt="2025-11-18T17:06:26.985" v="509"/>
          <pc:sldLayoutMkLst>
            <pc:docMk/>
            <pc:sldMasterMk cId="2209977519" sldId="2147483648"/>
            <pc:sldLayoutMk cId="1212999818" sldId="2147483655"/>
          </pc:sldLayoutMkLst>
          <pc:spChg chg="mod">
            <ac:chgData name="Bastien Gallay" userId="S::gallay@teragone-factory.com::a1eb176e-0b74-4018-96ec-9809138c83c4" providerId="AD" clId="Web-{0039DEF4-0A83-9E87-6E96-38C055734862}" dt="2025-11-18T16:48:25.979" v="254"/>
            <ac:spMkLst>
              <pc:docMk/>
              <pc:sldMasterMk cId="2209977519" sldId="2147483648"/>
              <pc:sldLayoutMk cId="1212999818" sldId="2147483655"/>
              <ac:spMk id="3" creationId="{00000000-0000-0000-0000-000000000000}"/>
            </ac:spMkLst>
          </pc:spChg>
        </pc:sldLayoutChg>
        <pc:sldLayoutChg chg="modSp mod">
          <pc:chgData name="Bastien Gallay" userId="S::gallay@teragone-factory.com::a1eb176e-0b74-4018-96ec-9809138c83c4" providerId="AD" clId="Web-{0039DEF4-0A83-9E87-6E96-38C055734862}" dt="2025-11-18T17:06:26.985" v="509"/>
          <pc:sldLayoutMkLst>
            <pc:docMk/>
            <pc:sldMasterMk cId="2209977519" sldId="2147483648"/>
            <pc:sldLayoutMk cId="1840726560" sldId="2147483656"/>
          </pc:sldLayoutMkLst>
          <pc:spChg chg="mod">
            <ac:chgData name="Bastien Gallay" userId="S::gallay@teragone-factory.com::a1eb176e-0b74-4018-96ec-9809138c83c4" providerId="AD" clId="Web-{0039DEF4-0A83-9E87-6E96-38C055734862}" dt="2025-11-18T16:48:25.979" v="254"/>
            <ac:spMkLst>
              <pc:docMk/>
              <pc:sldMasterMk cId="2209977519" sldId="2147483648"/>
              <pc:sldLayoutMk cId="1840726560" sldId="2147483656"/>
              <ac:spMk id="6" creationId="{00000000-0000-0000-0000-000000000000}"/>
            </ac:spMkLst>
          </pc:spChg>
        </pc:sldLayoutChg>
        <pc:sldLayoutChg chg="modSp mod">
          <pc:chgData name="Bastien Gallay" userId="S::gallay@teragone-factory.com::a1eb176e-0b74-4018-96ec-9809138c83c4" providerId="AD" clId="Web-{0039DEF4-0A83-9E87-6E96-38C055734862}" dt="2025-11-18T17:06:26.985" v="509"/>
          <pc:sldLayoutMkLst>
            <pc:docMk/>
            <pc:sldMasterMk cId="2209977519" sldId="2147483648"/>
            <pc:sldLayoutMk cId="3889236939" sldId="2147483657"/>
          </pc:sldLayoutMkLst>
          <pc:spChg chg="mod">
            <ac:chgData name="Bastien Gallay" userId="S::gallay@teragone-factory.com::a1eb176e-0b74-4018-96ec-9809138c83c4" providerId="AD" clId="Web-{0039DEF4-0A83-9E87-6E96-38C055734862}" dt="2025-11-18T16:48:25.979" v="254"/>
            <ac:spMkLst>
              <pc:docMk/>
              <pc:sldMasterMk cId="2209977519" sldId="2147483648"/>
              <pc:sldLayoutMk cId="3889236939" sldId="2147483657"/>
              <ac:spMk id="6" creationId="{00000000-0000-0000-0000-000000000000}"/>
            </ac:spMkLst>
          </pc:spChg>
        </pc:sldLayoutChg>
        <pc:sldLayoutChg chg="modSp mod">
          <pc:chgData name="Bastien Gallay" userId="S::gallay@teragone-factory.com::a1eb176e-0b74-4018-96ec-9809138c83c4" providerId="AD" clId="Web-{0039DEF4-0A83-9E87-6E96-38C055734862}" dt="2025-11-18T17:06:26.985" v="509"/>
          <pc:sldLayoutMkLst>
            <pc:docMk/>
            <pc:sldMasterMk cId="2209977519" sldId="2147483648"/>
            <pc:sldLayoutMk cId="2910927964" sldId="2147483658"/>
          </pc:sldLayoutMkLst>
          <pc:spChg chg="mod">
            <ac:chgData name="Bastien Gallay" userId="S::gallay@teragone-factory.com::a1eb176e-0b74-4018-96ec-9809138c83c4" providerId="AD" clId="Web-{0039DEF4-0A83-9E87-6E96-38C055734862}" dt="2025-11-18T16:48:25.979" v="254"/>
            <ac:spMkLst>
              <pc:docMk/>
              <pc:sldMasterMk cId="2209977519" sldId="2147483648"/>
              <pc:sldLayoutMk cId="2910927964" sldId="2147483658"/>
              <ac:spMk id="5" creationId="{00000000-0000-0000-0000-000000000000}"/>
            </ac:spMkLst>
          </pc:spChg>
        </pc:sldLayoutChg>
        <pc:sldLayoutChg chg="modSp mod">
          <pc:chgData name="Bastien Gallay" userId="S::gallay@teragone-factory.com::a1eb176e-0b74-4018-96ec-9809138c83c4" providerId="AD" clId="Web-{0039DEF4-0A83-9E87-6E96-38C055734862}" dt="2025-11-18T17:06:26.985" v="509"/>
          <pc:sldLayoutMkLst>
            <pc:docMk/>
            <pc:sldMasterMk cId="2209977519" sldId="2147483648"/>
            <pc:sldLayoutMk cId="3612223792" sldId="2147483659"/>
          </pc:sldLayoutMkLst>
          <pc:spChg chg="mod">
            <ac:chgData name="Bastien Gallay" userId="S::gallay@teragone-factory.com::a1eb176e-0b74-4018-96ec-9809138c83c4" providerId="AD" clId="Web-{0039DEF4-0A83-9E87-6E96-38C055734862}" dt="2025-11-18T16:48:25.979" v="254"/>
            <ac:spMkLst>
              <pc:docMk/>
              <pc:sldMasterMk cId="2209977519" sldId="2147483648"/>
              <pc:sldLayoutMk cId="3612223792" sldId="2147483659"/>
              <ac:spMk id="5" creationId="{00000000-0000-0000-0000-000000000000}"/>
            </ac:spMkLst>
          </pc:spChg>
        </pc:sldLayoutChg>
      </pc:sldMasterChg>
    </pc:docChg>
  </pc:docChgLst>
  <pc:docChgLst>
    <pc:chgData name="Bastien Gallay" userId="S::gallay@teragone-factory.com::a1eb176e-0b74-4018-96ec-9809138c83c4" providerId="AD" clId="Web-{F9608EF3-EEA6-6571-98B9-530F66BCC402}"/>
    <pc:docChg chg="modSld">
      <pc:chgData name="Bastien Gallay" userId="S::gallay@teragone-factory.com::a1eb176e-0b74-4018-96ec-9809138c83c4" providerId="AD" clId="Web-{F9608EF3-EEA6-6571-98B9-530F66BCC402}" dt="2025-11-14T08:16:37.328" v="11" actId="20577"/>
      <pc:docMkLst>
        <pc:docMk/>
      </pc:docMkLst>
    </pc:docChg>
  </pc:docChgLst>
  <pc:docChgLst>
    <pc:chgData name="Bastien Gallay" userId="S::gallay@teragone-factory.com::a1eb176e-0b74-4018-96ec-9809138c83c4" providerId="AD" clId="Web-{E0CA1AC1-B981-B682-C06B-89ED19DACED6}"/>
    <pc:docChg chg="addSld delSld modSld sldOrd">
      <pc:chgData name="Bastien Gallay" userId="S::gallay@teragone-factory.com::a1eb176e-0b74-4018-96ec-9809138c83c4" providerId="AD" clId="Web-{E0CA1AC1-B981-B682-C06B-89ED19DACED6}" dt="2025-11-20T13:37:05.465" v="120"/>
      <pc:docMkLst>
        <pc:docMk/>
      </pc:docMkLst>
      <pc:sldChg chg="modSp">
        <pc:chgData name="Bastien Gallay" userId="S::gallay@teragone-factory.com::a1eb176e-0b74-4018-96ec-9809138c83c4" providerId="AD" clId="Web-{E0CA1AC1-B981-B682-C06B-89ED19DACED6}" dt="2025-11-20T13:29:15.704" v="18"/>
        <pc:sldMkLst>
          <pc:docMk/>
          <pc:sldMk cId="1356049860" sldId="292"/>
        </pc:sldMkLst>
        <pc:spChg chg="mod">
          <ac:chgData name="Bastien Gallay" userId="S::gallay@teragone-factory.com::a1eb176e-0b74-4018-96ec-9809138c83c4" providerId="AD" clId="Web-{E0CA1AC1-B981-B682-C06B-89ED19DACED6}" dt="2025-11-20T13:29:15.704" v="18"/>
          <ac:spMkLst>
            <pc:docMk/>
            <pc:sldMk cId="1356049860" sldId="292"/>
            <ac:spMk id="4" creationId="{00000000-0000-0000-0000-000000000000}"/>
          </ac:spMkLst>
        </pc:spChg>
        <pc:picChg chg="mod">
          <ac:chgData name="Bastien Gallay" userId="S::gallay@teragone-factory.com::a1eb176e-0b74-4018-96ec-9809138c83c4" providerId="AD" clId="Web-{E0CA1AC1-B981-B682-C06B-89ED19DACED6}" dt="2025-11-20T13:29:06.219" v="17"/>
          <ac:picMkLst>
            <pc:docMk/>
            <pc:sldMk cId="1356049860" sldId="292"/>
            <ac:picMk id="5" creationId="{49CD21DD-6C76-3118-A665-E2A6789B0219}"/>
          </ac:picMkLst>
        </pc:picChg>
      </pc:sldChg>
      <pc:sldChg chg="modSp">
        <pc:chgData name="Bastien Gallay" userId="S::gallay@teragone-factory.com::a1eb176e-0b74-4018-96ec-9809138c83c4" providerId="AD" clId="Web-{E0CA1AC1-B981-B682-C06B-89ED19DACED6}" dt="2025-11-20T13:27:54.576" v="16"/>
        <pc:sldMkLst>
          <pc:docMk/>
          <pc:sldMk cId="46821405" sldId="333"/>
        </pc:sldMkLst>
        <pc:spChg chg="mod">
          <ac:chgData name="Bastien Gallay" userId="S::gallay@teragone-factory.com::a1eb176e-0b74-4018-96ec-9809138c83c4" providerId="AD" clId="Web-{E0CA1AC1-B981-B682-C06B-89ED19DACED6}" dt="2025-11-20T13:27:54.576" v="16"/>
          <ac:spMkLst>
            <pc:docMk/>
            <pc:sldMk cId="46821405" sldId="333"/>
            <ac:spMk id="12" creationId="{9AEDF293-2A05-B659-5CF5-B7BF64A82EAD}"/>
          </ac:spMkLst>
        </pc:spChg>
        <pc:picChg chg="mod">
          <ac:chgData name="Bastien Gallay" userId="S::gallay@teragone-factory.com::a1eb176e-0b74-4018-96ec-9809138c83c4" providerId="AD" clId="Web-{E0CA1AC1-B981-B682-C06B-89ED19DACED6}" dt="2025-11-20T13:27:31.168" v="13"/>
          <ac:picMkLst>
            <pc:docMk/>
            <pc:sldMk cId="46821405" sldId="333"/>
            <ac:picMk id="4" creationId="{976C3410-41DB-E9D2-1E76-B5370C519F8E}"/>
          </ac:picMkLst>
        </pc:picChg>
      </pc:sldChg>
      <pc:sldChg chg="addSp delSp modSp del">
        <pc:chgData name="Bastien Gallay" userId="S::gallay@teragone-factory.com::a1eb176e-0b74-4018-96ec-9809138c83c4" providerId="AD" clId="Web-{E0CA1AC1-B981-B682-C06B-89ED19DACED6}" dt="2025-11-20T13:35:38.042" v="96"/>
        <pc:sldMkLst>
          <pc:docMk/>
          <pc:sldMk cId="3146623483" sldId="344"/>
        </pc:sldMkLst>
        <pc:spChg chg="add del mod">
          <ac:chgData name="Bastien Gallay" userId="S::gallay@teragone-factory.com::a1eb176e-0b74-4018-96ec-9809138c83c4" providerId="AD" clId="Web-{E0CA1AC1-B981-B682-C06B-89ED19DACED6}" dt="2025-11-20T13:31:06.989" v="25"/>
          <ac:spMkLst>
            <pc:docMk/>
            <pc:sldMk cId="3146623483" sldId="344"/>
            <ac:spMk id="3" creationId="{BE6C03A0-F387-31E4-A3CC-8D8412CD6590}"/>
          </ac:spMkLst>
        </pc:spChg>
        <pc:spChg chg="add del">
          <ac:chgData name="Bastien Gallay" userId="S::gallay@teragone-factory.com::a1eb176e-0b74-4018-96ec-9809138c83c4" providerId="AD" clId="Web-{E0CA1AC1-B981-B682-C06B-89ED19DACED6}" dt="2025-11-20T13:20:32.986" v="11"/>
          <ac:spMkLst>
            <pc:docMk/>
            <pc:sldMk cId="3146623483" sldId="344"/>
            <ac:spMk id="18" creationId="{C2C33FFF-D026-F03F-3311-829BA87B35F6}"/>
          </ac:spMkLst>
        </pc:spChg>
      </pc:sldChg>
      <pc:sldChg chg="addSp delSp modSp del">
        <pc:chgData name="Bastien Gallay" userId="S::gallay@teragone-factory.com::a1eb176e-0b74-4018-96ec-9809138c83c4" providerId="AD" clId="Web-{E0CA1AC1-B981-B682-C06B-89ED19DACED6}" dt="2025-11-20T13:37:00.418" v="119"/>
        <pc:sldMkLst>
          <pc:docMk/>
          <pc:sldMk cId="3545486886" sldId="345"/>
        </pc:sldMkLst>
        <pc:spChg chg="mod">
          <ac:chgData name="Bastien Gallay" userId="S::gallay@teragone-factory.com::a1eb176e-0b74-4018-96ec-9809138c83c4" providerId="AD" clId="Web-{E0CA1AC1-B981-B682-C06B-89ED19DACED6}" dt="2025-11-20T13:35:41.714" v="98" actId="1076"/>
          <ac:spMkLst>
            <pc:docMk/>
            <pc:sldMk cId="3545486886" sldId="345"/>
            <ac:spMk id="2" creationId="{ACE158DE-FCFA-0B3A-EF75-DE1F3ACF296B}"/>
          </ac:spMkLst>
        </pc:spChg>
        <pc:spChg chg="add del">
          <ac:chgData name="Bastien Gallay" userId="S::gallay@teragone-factory.com::a1eb176e-0b74-4018-96ec-9809138c83c4" providerId="AD" clId="Web-{E0CA1AC1-B981-B682-C06B-89ED19DACED6}" dt="2025-11-20T13:20:32.033" v="10"/>
          <ac:spMkLst>
            <pc:docMk/>
            <pc:sldMk cId="3545486886" sldId="345"/>
            <ac:spMk id="18" creationId="{D23C1502-5D38-D0DE-46B0-774F43133DDA}"/>
          </ac:spMkLst>
        </pc:spChg>
      </pc:sldChg>
      <pc:sldChg chg="addSp delSp">
        <pc:chgData name="Bastien Gallay" userId="S::gallay@teragone-factory.com::a1eb176e-0b74-4018-96ec-9809138c83c4" providerId="AD" clId="Web-{E0CA1AC1-B981-B682-C06B-89ED19DACED6}" dt="2025-11-20T13:20:30.923" v="9"/>
        <pc:sldMkLst>
          <pc:docMk/>
          <pc:sldMk cId="2290238891" sldId="346"/>
        </pc:sldMkLst>
        <pc:spChg chg="add del">
          <ac:chgData name="Bastien Gallay" userId="S::gallay@teragone-factory.com::a1eb176e-0b74-4018-96ec-9809138c83c4" providerId="AD" clId="Web-{E0CA1AC1-B981-B682-C06B-89ED19DACED6}" dt="2025-11-20T13:20:30.923" v="9"/>
          <ac:spMkLst>
            <pc:docMk/>
            <pc:sldMk cId="2290238891" sldId="346"/>
            <ac:spMk id="18" creationId="{14D568D9-EA08-C877-1BAF-890C633C4C43}"/>
          </ac:spMkLst>
        </pc:spChg>
      </pc:sldChg>
      <pc:sldChg chg="addSp delSp modSp">
        <pc:chgData name="Bastien Gallay" userId="S::gallay@teragone-factory.com::a1eb176e-0b74-4018-96ec-9809138c83c4" providerId="AD" clId="Web-{E0CA1AC1-B981-B682-C06B-89ED19DACED6}" dt="2025-11-20T13:20:44.830" v="12"/>
        <pc:sldMkLst>
          <pc:docMk/>
          <pc:sldMk cId="3564022080" sldId="347"/>
        </pc:sldMkLst>
        <pc:spChg chg="mod">
          <ac:chgData name="Bastien Gallay" userId="S::gallay@teragone-factory.com::a1eb176e-0b74-4018-96ec-9809138c83c4" providerId="AD" clId="Web-{E0CA1AC1-B981-B682-C06B-89ED19DACED6}" dt="2025-11-20T13:20:44.830" v="12"/>
          <ac:spMkLst>
            <pc:docMk/>
            <pc:sldMk cId="3564022080" sldId="347"/>
            <ac:spMk id="16" creationId="{5823B075-81B8-14FE-E54D-FA8C8964E37A}"/>
          </ac:spMkLst>
        </pc:spChg>
        <pc:spChg chg="add del">
          <ac:chgData name="Bastien Gallay" userId="S::gallay@teragone-factory.com::a1eb176e-0b74-4018-96ec-9809138c83c4" providerId="AD" clId="Web-{E0CA1AC1-B981-B682-C06B-89ED19DACED6}" dt="2025-11-20T13:20:30.564" v="8"/>
          <ac:spMkLst>
            <pc:docMk/>
            <pc:sldMk cId="3564022080" sldId="347"/>
            <ac:spMk id="18" creationId="{7534E438-53DD-82DF-CC1F-A54DB8E29E61}"/>
          </ac:spMkLst>
        </pc:spChg>
      </pc:sldChg>
      <pc:sldChg chg="new del">
        <pc:chgData name="Bastien Gallay" userId="S::gallay@teragone-factory.com::a1eb176e-0b74-4018-96ec-9809138c83c4" providerId="AD" clId="Web-{E0CA1AC1-B981-B682-C06B-89ED19DACED6}" dt="2025-11-20T13:31:33.959" v="27"/>
        <pc:sldMkLst>
          <pc:docMk/>
          <pc:sldMk cId="1793917310" sldId="355"/>
        </pc:sldMkLst>
      </pc:sldChg>
      <pc:sldChg chg="add del replId">
        <pc:chgData name="Bastien Gallay" userId="S::gallay@teragone-factory.com::a1eb176e-0b74-4018-96ec-9809138c83c4" providerId="AD" clId="Web-{E0CA1AC1-B981-B682-C06B-89ED19DACED6}" dt="2025-11-20T13:30:24.285" v="20"/>
        <pc:sldMkLst>
          <pc:docMk/>
          <pc:sldMk cId="3192337827" sldId="355"/>
        </pc:sldMkLst>
      </pc:sldChg>
      <pc:sldChg chg="delSp modSp add del mod ord replId modShow">
        <pc:chgData name="Bastien Gallay" userId="S::gallay@teragone-factory.com::a1eb176e-0b74-4018-96ec-9809138c83c4" providerId="AD" clId="Web-{E0CA1AC1-B981-B682-C06B-89ED19DACED6}" dt="2025-11-20T13:36:37.965" v="118"/>
        <pc:sldMkLst>
          <pc:docMk/>
          <pc:sldMk cId="3070075925" sldId="356"/>
        </pc:sldMkLst>
        <pc:spChg chg="mod">
          <ac:chgData name="Bastien Gallay" userId="S::gallay@teragone-factory.com::a1eb176e-0b74-4018-96ec-9809138c83c4" providerId="AD" clId="Web-{E0CA1AC1-B981-B682-C06B-89ED19DACED6}" dt="2025-11-20T13:32:13.882" v="41" actId="20577"/>
          <ac:spMkLst>
            <pc:docMk/>
            <pc:sldMk cId="3070075925" sldId="356"/>
            <ac:spMk id="4" creationId="{4BE078D1-505E-8319-5A3D-8C2C7B59A575}"/>
          </ac:spMkLst>
        </pc:spChg>
        <pc:spChg chg="mod">
          <ac:chgData name="Bastien Gallay" userId="S::gallay@teragone-factory.com::a1eb176e-0b74-4018-96ec-9809138c83c4" providerId="AD" clId="Web-{E0CA1AC1-B981-B682-C06B-89ED19DACED6}" dt="2025-11-20T13:31:50.975" v="36" actId="20577"/>
          <ac:spMkLst>
            <pc:docMk/>
            <pc:sldMk cId="3070075925" sldId="356"/>
            <ac:spMk id="5" creationId="{8612BF22-8167-1E25-25A6-E71DAD21AB6F}"/>
          </ac:spMkLst>
        </pc:spChg>
        <pc:graphicFrameChg chg="del">
          <ac:chgData name="Bastien Gallay" userId="S::gallay@teragone-factory.com::a1eb176e-0b74-4018-96ec-9809138c83c4" providerId="AD" clId="Web-{E0CA1AC1-B981-B682-C06B-89ED19DACED6}" dt="2025-11-20T13:31:39.334" v="28"/>
          <ac:graphicFrameMkLst>
            <pc:docMk/>
            <pc:sldMk cId="3070075925" sldId="356"/>
            <ac:graphicFrameMk id="3" creationId="{376F2F10-D6C6-5152-CFA5-F04FFF9E4E8A}"/>
          </ac:graphicFrameMkLst>
        </pc:graphicFrameChg>
      </pc:sldChg>
      <pc:sldChg chg="addSp delSp modSp add mod replId modShow">
        <pc:chgData name="Bastien Gallay" userId="S::gallay@teragone-factory.com::a1eb176e-0b74-4018-96ec-9809138c83c4" providerId="AD" clId="Web-{E0CA1AC1-B981-B682-C06B-89ED19DACED6}" dt="2025-11-20T13:35:26.745" v="94" actId="1076"/>
        <pc:sldMkLst>
          <pc:docMk/>
          <pc:sldMk cId="118491205" sldId="357"/>
        </pc:sldMkLst>
        <pc:spChg chg="add del">
          <ac:chgData name="Bastien Gallay" userId="S::gallay@teragone-factory.com::a1eb176e-0b74-4018-96ec-9809138c83c4" providerId="AD" clId="Web-{E0CA1AC1-B981-B682-C06B-89ED19DACED6}" dt="2025-11-20T13:33:40.321" v="71"/>
          <ac:spMkLst>
            <pc:docMk/>
            <pc:sldMk cId="118491205" sldId="357"/>
            <ac:spMk id="3" creationId="{D8AF2052-D40F-2113-8BA3-BE677E16E4D1}"/>
          </ac:spMkLst>
        </pc:spChg>
        <pc:spChg chg="mod">
          <ac:chgData name="Bastien Gallay" userId="S::gallay@teragone-factory.com::a1eb176e-0b74-4018-96ec-9809138c83c4" providerId="AD" clId="Web-{E0CA1AC1-B981-B682-C06B-89ED19DACED6}" dt="2025-11-20T13:33:26.852" v="63" actId="14100"/>
          <ac:spMkLst>
            <pc:docMk/>
            <pc:sldMk cId="118491205" sldId="357"/>
            <ac:spMk id="5" creationId="{50606FF6-2B4E-CE54-5B8E-230267547408}"/>
          </ac:spMkLst>
        </pc:spChg>
        <pc:graphicFrameChg chg="add del">
          <ac:chgData name="Bastien Gallay" userId="S::gallay@teragone-factory.com::a1eb176e-0b74-4018-96ec-9809138c83c4" providerId="AD" clId="Web-{E0CA1AC1-B981-B682-C06B-89ED19DACED6}" dt="2025-11-20T13:33:40.321" v="70"/>
          <ac:graphicFrameMkLst>
            <pc:docMk/>
            <pc:sldMk cId="118491205" sldId="357"/>
            <ac:graphicFrameMk id="7" creationId="{40084B8A-EFDC-5BCA-A736-AA233A8A9353}"/>
          </ac:graphicFrameMkLst>
        </pc:graphicFrameChg>
        <pc:graphicFrameChg chg="add del">
          <ac:chgData name="Bastien Gallay" userId="S::gallay@teragone-factory.com::a1eb176e-0b74-4018-96ec-9809138c83c4" providerId="AD" clId="Web-{E0CA1AC1-B981-B682-C06B-89ED19DACED6}" dt="2025-11-20T13:33:40.321" v="69"/>
          <ac:graphicFrameMkLst>
            <pc:docMk/>
            <pc:sldMk cId="118491205" sldId="357"/>
            <ac:graphicFrameMk id="12" creationId="{E5EEF723-AB77-3938-B71C-C1CB62EEBD83}"/>
          </ac:graphicFrameMkLst>
        </pc:graphicFrameChg>
        <pc:graphicFrameChg chg="add del">
          <ac:chgData name="Bastien Gallay" userId="S::gallay@teragone-factory.com::a1eb176e-0b74-4018-96ec-9809138c83c4" providerId="AD" clId="Web-{E0CA1AC1-B981-B682-C06B-89ED19DACED6}" dt="2025-11-20T13:33:40.321" v="68"/>
          <ac:graphicFrameMkLst>
            <pc:docMk/>
            <pc:sldMk cId="118491205" sldId="357"/>
            <ac:graphicFrameMk id="14" creationId="{F2EC7E02-CE44-67F8-7615-F8378C81E033}"/>
          </ac:graphicFrameMkLst>
        </pc:graphicFrameChg>
        <pc:graphicFrameChg chg="add mod modGraphic">
          <ac:chgData name="Bastien Gallay" userId="S::gallay@teragone-factory.com::a1eb176e-0b74-4018-96ec-9809138c83c4" providerId="AD" clId="Web-{E0CA1AC1-B981-B682-C06B-89ED19DACED6}" dt="2025-11-20T13:35:26.745" v="94" actId="1076"/>
          <ac:graphicFrameMkLst>
            <pc:docMk/>
            <pc:sldMk cId="118491205" sldId="357"/>
            <ac:graphicFrameMk id="16" creationId="{8AED0F30-D82F-5B23-A4CB-04077D260972}"/>
          </ac:graphicFrameMkLst>
        </pc:graphicFrameChg>
        <pc:graphicFrameChg chg="add mod modGraphic">
          <ac:chgData name="Bastien Gallay" userId="S::gallay@teragone-factory.com::a1eb176e-0b74-4018-96ec-9809138c83c4" providerId="AD" clId="Web-{E0CA1AC1-B981-B682-C06B-89ED19DACED6}" dt="2025-11-20T13:35:20.854" v="93" actId="1076"/>
          <ac:graphicFrameMkLst>
            <pc:docMk/>
            <pc:sldMk cId="118491205" sldId="357"/>
            <ac:graphicFrameMk id="18" creationId="{96A5D656-8C27-CA5F-A61A-4E92385585C5}"/>
          </ac:graphicFrameMkLst>
        </pc:graphicFrameChg>
        <pc:graphicFrameChg chg="add mod modGraphic">
          <ac:chgData name="Bastien Gallay" userId="S::gallay@teragone-factory.com::a1eb176e-0b74-4018-96ec-9809138c83c4" providerId="AD" clId="Web-{E0CA1AC1-B981-B682-C06B-89ED19DACED6}" dt="2025-11-20T13:35:16.979" v="92" actId="1076"/>
          <ac:graphicFrameMkLst>
            <pc:docMk/>
            <pc:sldMk cId="118491205" sldId="357"/>
            <ac:graphicFrameMk id="20" creationId="{CC77F555-552F-1C24-2DCF-991335A79DE3}"/>
          </ac:graphicFrameMkLst>
        </pc:graphicFrameChg>
      </pc:sldChg>
      <pc:sldChg chg="addSp delSp modSp add replId">
        <pc:chgData name="Bastien Gallay" userId="S::gallay@teragone-factory.com::a1eb176e-0b74-4018-96ec-9809138c83c4" providerId="AD" clId="Web-{E0CA1AC1-B981-B682-C06B-89ED19DACED6}" dt="2025-11-20T13:36:27.543" v="117" actId="1076"/>
        <pc:sldMkLst>
          <pc:docMk/>
          <pc:sldMk cId="2496619346" sldId="358"/>
        </pc:sldMkLst>
        <pc:spChg chg="add mod">
          <ac:chgData name="Bastien Gallay" userId="S::gallay@teragone-factory.com::a1eb176e-0b74-4018-96ec-9809138c83c4" providerId="AD" clId="Web-{E0CA1AC1-B981-B682-C06B-89ED19DACED6}" dt="2025-11-20T13:36:27.543" v="117" actId="1076"/>
          <ac:spMkLst>
            <pc:docMk/>
            <pc:sldMk cId="2496619346" sldId="358"/>
            <ac:spMk id="3" creationId="{3A9CC5E8-042D-07D4-C871-0493AC48BB5D}"/>
          </ac:spMkLst>
        </pc:spChg>
        <pc:spChg chg="mod">
          <ac:chgData name="Bastien Gallay" userId="S::gallay@teragone-factory.com::a1eb176e-0b74-4018-96ec-9809138c83c4" providerId="AD" clId="Web-{E0CA1AC1-B981-B682-C06B-89ED19DACED6}" dt="2025-11-20T13:36:07.871" v="112" actId="20577"/>
          <ac:spMkLst>
            <pc:docMk/>
            <pc:sldMk cId="2496619346" sldId="358"/>
            <ac:spMk id="5" creationId="{C0A5AB7C-7650-FE7B-F6F6-073B4F6BE0EC}"/>
          </ac:spMkLst>
        </pc:spChg>
        <pc:graphicFrameChg chg="del">
          <ac:chgData name="Bastien Gallay" userId="S::gallay@teragone-factory.com::a1eb176e-0b74-4018-96ec-9809138c83c4" providerId="AD" clId="Web-{E0CA1AC1-B981-B682-C06B-89ED19DACED6}" dt="2025-11-20T13:36:14.996" v="115"/>
          <ac:graphicFrameMkLst>
            <pc:docMk/>
            <pc:sldMk cId="2496619346" sldId="358"/>
            <ac:graphicFrameMk id="16" creationId="{93FF6880-E6B3-9701-B938-0E8721BB5205}"/>
          </ac:graphicFrameMkLst>
        </pc:graphicFrameChg>
        <pc:graphicFrameChg chg="del">
          <ac:chgData name="Bastien Gallay" userId="S::gallay@teragone-factory.com::a1eb176e-0b74-4018-96ec-9809138c83c4" providerId="AD" clId="Web-{E0CA1AC1-B981-B682-C06B-89ED19DACED6}" dt="2025-11-20T13:36:14.996" v="114"/>
          <ac:graphicFrameMkLst>
            <pc:docMk/>
            <pc:sldMk cId="2496619346" sldId="358"/>
            <ac:graphicFrameMk id="18" creationId="{5DAF19FB-56CB-02C4-FC98-04F12B14792C}"/>
          </ac:graphicFrameMkLst>
        </pc:graphicFrameChg>
        <pc:graphicFrameChg chg="del">
          <ac:chgData name="Bastien Gallay" userId="S::gallay@teragone-factory.com::a1eb176e-0b74-4018-96ec-9809138c83c4" providerId="AD" clId="Web-{E0CA1AC1-B981-B682-C06B-89ED19DACED6}" dt="2025-11-20T13:36:14.996" v="113"/>
          <ac:graphicFrameMkLst>
            <pc:docMk/>
            <pc:sldMk cId="2496619346" sldId="358"/>
            <ac:graphicFrameMk id="20" creationId="{2D524FFD-70BF-4C74-329F-5CFD814433B7}"/>
          </ac:graphicFrameMkLst>
        </pc:graphicFrameChg>
      </pc:sldChg>
      <pc:sldChg chg="add replId">
        <pc:chgData name="Bastien Gallay" userId="S::gallay@teragone-factory.com::a1eb176e-0b74-4018-96ec-9809138c83c4" providerId="AD" clId="Web-{E0CA1AC1-B981-B682-C06B-89ED19DACED6}" dt="2025-11-20T13:37:05.465" v="120"/>
        <pc:sldMkLst>
          <pc:docMk/>
          <pc:sldMk cId="1164452898" sldId="359"/>
        </pc:sldMkLst>
      </pc:sldChg>
    </pc:docChg>
  </pc:docChgLst>
  <pc:docChgLst>
    <pc:chgData name="Bastien Gallay" userId="S::gallay@teragone-factory.com::a1eb176e-0b74-4018-96ec-9809138c83c4" providerId="AD" clId="Web-{FD2B8E00-E8EE-51C4-DD62-D706AE58ACB5}"/>
    <pc:docChg chg="delSld modSld">
      <pc:chgData name="Bastien Gallay" userId="S::gallay@teragone-factory.com::a1eb176e-0b74-4018-96ec-9809138c83c4" providerId="AD" clId="Web-{FD2B8E00-E8EE-51C4-DD62-D706AE58ACB5}" dt="2025-11-20T12:52:44.445" v="1109" actId="14100"/>
      <pc:docMkLst>
        <pc:docMk/>
      </pc:docMkLst>
      <pc:sldChg chg="addSp modSp">
        <pc:chgData name="Bastien Gallay" userId="S::gallay@teragone-factory.com::a1eb176e-0b74-4018-96ec-9809138c83c4" providerId="AD" clId="Web-{FD2B8E00-E8EE-51C4-DD62-D706AE58ACB5}" dt="2025-11-20T12:20:50.710" v="526" actId="1076"/>
        <pc:sldMkLst>
          <pc:docMk/>
          <pc:sldMk cId="0" sldId="260"/>
        </pc:sldMkLst>
        <pc:spChg chg="mod">
          <ac:chgData name="Bastien Gallay" userId="S::gallay@teragone-factory.com::a1eb176e-0b74-4018-96ec-9809138c83c4" providerId="AD" clId="Web-{FD2B8E00-E8EE-51C4-DD62-D706AE58ACB5}" dt="2025-11-20T12:20:43.335" v="524"/>
          <ac:spMkLst>
            <pc:docMk/>
            <pc:sldMk cId="0" sldId="260"/>
            <ac:spMk id="2" creationId="{00000000-0000-0000-0000-000000000000}"/>
          </ac:spMkLst>
        </pc:spChg>
        <pc:spChg chg="mod">
          <ac:chgData name="Bastien Gallay" userId="S::gallay@teragone-factory.com::a1eb176e-0b74-4018-96ec-9809138c83c4" providerId="AD" clId="Web-{FD2B8E00-E8EE-51C4-DD62-D706AE58ACB5}" dt="2025-11-20T12:20:50.710" v="526" actId="1076"/>
          <ac:spMkLst>
            <pc:docMk/>
            <pc:sldMk cId="0" sldId="260"/>
            <ac:spMk id="6" creationId="{C090C039-D99A-C5FB-6723-FEBB14823950}"/>
          </ac:spMkLst>
        </pc:spChg>
      </pc:sldChg>
      <pc:sldChg chg="modSp">
        <pc:chgData name="Bastien Gallay" userId="S::gallay@teragone-factory.com::a1eb176e-0b74-4018-96ec-9809138c83c4" providerId="AD" clId="Web-{FD2B8E00-E8EE-51C4-DD62-D706AE58ACB5}" dt="2025-11-18T17:54:01.342" v="415" actId="1076"/>
        <pc:sldMkLst>
          <pc:docMk/>
          <pc:sldMk cId="2788372335" sldId="261"/>
        </pc:sldMkLst>
        <pc:spChg chg="mod">
          <ac:chgData name="Bastien Gallay" userId="S::gallay@teragone-factory.com::a1eb176e-0b74-4018-96ec-9809138c83c4" providerId="AD" clId="Web-{FD2B8E00-E8EE-51C4-DD62-D706AE58ACB5}" dt="2025-11-18T17:54:01.342" v="415" actId="1076"/>
          <ac:spMkLst>
            <pc:docMk/>
            <pc:sldMk cId="2788372335" sldId="261"/>
            <ac:spMk id="2" creationId="{00000000-0000-0000-0000-000000000000}"/>
          </ac:spMkLst>
        </pc:spChg>
      </pc:sldChg>
      <pc:sldChg chg="addSp modSp">
        <pc:chgData name="Bastien Gallay" userId="S::gallay@teragone-factory.com::a1eb176e-0b74-4018-96ec-9809138c83c4" providerId="AD" clId="Web-{FD2B8E00-E8EE-51C4-DD62-D706AE58ACB5}" dt="2025-11-20T12:20:29.178" v="523"/>
        <pc:sldMkLst>
          <pc:docMk/>
          <pc:sldMk cId="3786394432" sldId="263"/>
        </pc:sldMkLst>
        <pc:spChg chg="mod">
          <ac:chgData name="Bastien Gallay" userId="S::gallay@teragone-factory.com::a1eb176e-0b74-4018-96ec-9809138c83c4" providerId="AD" clId="Web-{FD2B8E00-E8EE-51C4-DD62-D706AE58ACB5}" dt="2025-11-20T12:20:29.178" v="523"/>
          <ac:spMkLst>
            <pc:docMk/>
            <pc:sldMk cId="3786394432" sldId="263"/>
            <ac:spMk id="2" creationId="{282C966C-3AE1-CC0E-10CC-D752C3A1998C}"/>
          </ac:spMkLst>
        </pc:spChg>
        <pc:spChg chg="add mod">
          <ac:chgData name="Bastien Gallay" userId="S::gallay@teragone-factory.com::a1eb176e-0b74-4018-96ec-9809138c83c4" providerId="AD" clId="Web-{FD2B8E00-E8EE-51C4-DD62-D706AE58ACB5}" dt="2025-11-20T12:19:21.788" v="484"/>
          <ac:spMkLst>
            <pc:docMk/>
            <pc:sldMk cId="3786394432" sldId="263"/>
            <ac:spMk id="9" creationId="{76284BCB-10FC-38C2-7747-3231E01E03BE}"/>
          </ac:spMkLst>
        </pc:spChg>
        <pc:graphicFrameChg chg="mod modGraphic">
          <ac:chgData name="Bastien Gallay" userId="S::gallay@teragone-factory.com::a1eb176e-0b74-4018-96ec-9809138c83c4" providerId="AD" clId="Web-{FD2B8E00-E8EE-51C4-DD62-D706AE58ACB5}" dt="2025-11-20T12:18:58.848" v="482"/>
          <ac:graphicFrameMkLst>
            <pc:docMk/>
            <pc:sldMk cId="3786394432" sldId="263"/>
            <ac:graphicFrameMk id="7" creationId="{0C717A6A-250E-AECB-A439-442539114EA6}"/>
          </ac:graphicFrameMkLst>
        </pc:graphicFrameChg>
        <pc:cxnChg chg="add mod">
          <ac:chgData name="Bastien Gallay" userId="S::gallay@teragone-factory.com::a1eb176e-0b74-4018-96ec-9809138c83c4" providerId="AD" clId="Web-{FD2B8E00-E8EE-51C4-DD62-D706AE58ACB5}" dt="2025-11-20T12:19:30.896" v="485"/>
          <ac:cxnSpMkLst>
            <pc:docMk/>
            <pc:sldMk cId="3786394432" sldId="263"/>
            <ac:cxnSpMk id="11" creationId="{06DA8470-565D-CD6E-0C6C-4CF6B44E7EF0}"/>
          </ac:cxnSpMkLst>
        </pc:cxnChg>
      </pc:sldChg>
      <pc:sldChg chg="addSp modSp">
        <pc:chgData name="Bastien Gallay" userId="S::gallay@teragone-factory.com::a1eb176e-0b74-4018-96ec-9809138c83c4" providerId="AD" clId="Web-{FD2B8E00-E8EE-51C4-DD62-D706AE58ACB5}" dt="2025-11-20T12:27:38.587" v="901"/>
        <pc:sldMkLst>
          <pc:docMk/>
          <pc:sldMk cId="725667910" sldId="264"/>
        </pc:sldMkLst>
        <pc:spChg chg="mod">
          <ac:chgData name="Bastien Gallay" userId="S::gallay@teragone-factory.com::a1eb176e-0b74-4018-96ec-9809138c83c4" providerId="AD" clId="Web-{FD2B8E00-E8EE-51C4-DD62-D706AE58ACB5}" dt="2025-11-20T12:27:32.572" v="883"/>
          <ac:spMkLst>
            <pc:docMk/>
            <pc:sldMk cId="725667910" sldId="264"/>
            <ac:spMk id="2" creationId="{371ECC9E-0395-43E2-80F6-39B8C268A0BB}"/>
          </ac:spMkLst>
        </pc:spChg>
        <pc:spChg chg="mod">
          <ac:chgData name="Bastien Gallay" userId="S::gallay@teragone-factory.com::a1eb176e-0b74-4018-96ec-9809138c83c4" providerId="AD" clId="Web-{FD2B8E00-E8EE-51C4-DD62-D706AE58ACB5}" dt="2025-11-20T12:27:32.634" v="884"/>
          <ac:spMkLst>
            <pc:docMk/>
            <pc:sldMk cId="725667910" sldId="264"/>
            <ac:spMk id="3" creationId="{9239A68D-D450-30BF-D3FD-490602BAADF3}"/>
          </ac:spMkLst>
        </pc:spChg>
        <pc:spChg chg="add mod">
          <ac:chgData name="Bastien Gallay" userId="S::gallay@teragone-factory.com::a1eb176e-0b74-4018-96ec-9809138c83c4" providerId="AD" clId="Web-{FD2B8E00-E8EE-51C4-DD62-D706AE58ACB5}" dt="2025-11-18T17:33:23.908" v="170"/>
          <ac:spMkLst>
            <pc:docMk/>
            <pc:sldMk cId="725667910" sldId="264"/>
            <ac:spMk id="6" creationId="{63C2A09A-9CBC-A16A-FC81-670EF9C46079}"/>
          </ac:spMkLst>
        </pc:spChg>
        <pc:spChg chg="add mod">
          <ac:chgData name="Bastien Gallay" userId="S::gallay@teragone-factory.com::a1eb176e-0b74-4018-96ec-9809138c83c4" providerId="AD" clId="Web-{FD2B8E00-E8EE-51C4-DD62-D706AE58ACB5}" dt="2025-11-18T17:33:23.939" v="171"/>
          <ac:spMkLst>
            <pc:docMk/>
            <pc:sldMk cId="725667910" sldId="264"/>
            <ac:spMk id="8" creationId="{38A9C5B9-B8D9-1AC7-9D8E-C7440D8EE9B8}"/>
          </ac:spMkLst>
        </pc:spChg>
        <pc:spChg chg="add">
          <ac:chgData name="Bastien Gallay" userId="S::gallay@teragone-factory.com::a1eb176e-0b74-4018-96ec-9809138c83c4" providerId="AD" clId="Web-{FD2B8E00-E8EE-51C4-DD62-D706AE58ACB5}" dt="2025-11-18T17:38:59.946" v="302"/>
          <ac:spMkLst>
            <pc:docMk/>
            <pc:sldMk cId="725667910" sldId="264"/>
            <ac:spMk id="10" creationId="{0CDC35AB-0E3E-7908-39CC-8D706898C933}"/>
          </ac:spMkLst>
        </pc:spChg>
        <pc:graphicFrameChg chg="mod modGraphic">
          <ac:chgData name="Bastien Gallay" userId="S::gallay@teragone-factory.com::a1eb176e-0b74-4018-96ec-9809138c83c4" providerId="AD" clId="Web-{FD2B8E00-E8EE-51C4-DD62-D706AE58ACB5}" dt="2025-11-20T12:27:38.587" v="901"/>
          <ac:graphicFrameMkLst>
            <pc:docMk/>
            <pc:sldMk cId="725667910" sldId="264"/>
            <ac:graphicFrameMk id="5" creationId="{8649DC12-7EF2-9C4A-3A18-C9CC19DD5129}"/>
          </ac:graphicFrameMkLst>
        </pc:graphicFrameChg>
        <pc:cxnChg chg="add">
          <ac:chgData name="Bastien Gallay" userId="S::gallay@teragone-factory.com::a1eb176e-0b74-4018-96ec-9809138c83c4" providerId="AD" clId="Web-{FD2B8E00-E8EE-51C4-DD62-D706AE58ACB5}" dt="2025-11-18T17:38:59.962" v="303"/>
          <ac:cxnSpMkLst>
            <pc:docMk/>
            <pc:sldMk cId="725667910" sldId="264"/>
            <ac:cxnSpMk id="12" creationId="{6F5E0D34-5388-DD81-2FFC-87BEF8E6113E}"/>
          </ac:cxnSpMkLst>
        </pc:cxnChg>
      </pc:sldChg>
      <pc:sldChg chg="addSp modSp">
        <pc:chgData name="Bastien Gallay" userId="S::gallay@teragone-factory.com::a1eb176e-0b74-4018-96ec-9809138c83c4" providerId="AD" clId="Web-{FD2B8E00-E8EE-51C4-DD62-D706AE58ACB5}" dt="2025-11-20T12:27:54.713" v="920"/>
        <pc:sldMkLst>
          <pc:docMk/>
          <pc:sldMk cId="1252069444" sldId="265"/>
        </pc:sldMkLst>
        <pc:spChg chg="mod">
          <ac:chgData name="Bastien Gallay" userId="S::gallay@teragone-factory.com::a1eb176e-0b74-4018-96ec-9809138c83c4" providerId="AD" clId="Web-{FD2B8E00-E8EE-51C4-DD62-D706AE58ACB5}" dt="2025-11-20T12:27:51.447" v="905" actId="20577"/>
          <ac:spMkLst>
            <pc:docMk/>
            <pc:sldMk cId="1252069444" sldId="265"/>
            <ac:spMk id="2" creationId="{7755C08F-23E2-96E5-DBEA-06A54FDD061E}"/>
          </ac:spMkLst>
        </pc:spChg>
        <pc:spChg chg="mod">
          <ac:chgData name="Bastien Gallay" userId="S::gallay@teragone-factory.com::a1eb176e-0b74-4018-96ec-9809138c83c4" providerId="AD" clId="Web-{FD2B8E00-E8EE-51C4-DD62-D706AE58ACB5}" dt="2025-11-20T12:27:47.838" v="903"/>
          <ac:spMkLst>
            <pc:docMk/>
            <pc:sldMk cId="1252069444" sldId="265"/>
            <ac:spMk id="3" creationId="{4A11ED5B-358E-9303-0997-49CCE93AA37E}"/>
          </ac:spMkLst>
        </pc:spChg>
        <pc:spChg chg="add mod">
          <ac:chgData name="Bastien Gallay" userId="S::gallay@teragone-factory.com::a1eb176e-0b74-4018-96ec-9809138c83c4" providerId="AD" clId="Web-{FD2B8E00-E8EE-51C4-DD62-D706AE58ACB5}" dt="2025-11-18T17:33:27.549" v="172"/>
          <ac:spMkLst>
            <pc:docMk/>
            <pc:sldMk cId="1252069444" sldId="265"/>
            <ac:spMk id="6" creationId="{7920F241-2E9E-A07B-1B6B-279B5231B8EA}"/>
          </ac:spMkLst>
        </pc:spChg>
        <pc:spChg chg="add mod">
          <ac:chgData name="Bastien Gallay" userId="S::gallay@teragone-factory.com::a1eb176e-0b74-4018-96ec-9809138c83c4" providerId="AD" clId="Web-{FD2B8E00-E8EE-51C4-DD62-D706AE58ACB5}" dt="2025-11-18T17:33:27.564" v="173"/>
          <ac:spMkLst>
            <pc:docMk/>
            <pc:sldMk cId="1252069444" sldId="265"/>
            <ac:spMk id="8" creationId="{E52445F2-D2F3-8AE7-F057-D687FDF876AE}"/>
          </ac:spMkLst>
        </pc:spChg>
        <pc:spChg chg="add">
          <ac:chgData name="Bastien Gallay" userId="S::gallay@teragone-factory.com::a1eb176e-0b74-4018-96ec-9809138c83c4" providerId="AD" clId="Web-{FD2B8E00-E8EE-51C4-DD62-D706AE58ACB5}" dt="2025-11-18T17:39:01.540" v="304"/>
          <ac:spMkLst>
            <pc:docMk/>
            <pc:sldMk cId="1252069444" sldId="265"/>
            <ac:spMk id="10" creationId="{BF22E59D-2187-6B20-1FF7-6ACB6CF0F8C6}"/>
          </ac:spMkLst>
        </pc:spChg>
        <pc:graphicFrameChg chg="mod modGraphic">
          <ac:chgData name="Bastien Gallay" userId="S::gallay@teragone-factory.com::a1eb176e-0b74-4018-96ec-9809138c83c4" providerId="AD" clId="Web-{FD2B8E00-E8EE-51C4-DD62-D706AE58ACB5}" dt="2025-11-20T12:27:54.713" v="920"/>
          <ac:graphicFrameMkLst>
            <pc:docMk/>
            <pc:sldMk cId="1252069444" sldId="265"/>
            <ac:graphicFrameMk id="5" creationId="{214F232B-A280-556E-FF70-E90762B2C13B}"/>
          </ac:graphicFrameMkLst>
        </pc:graphicFrameChg>
        <pc:cxnChg chg="add">
          <ac:chgData name="Bastien Gallay" userId="S::gallay@teragone-factory.com::a1eb176e-0b74-4018-96ec-9809138c83c4" providerId="AD" clId="Web-{FD2B8E00-E8EE-51C4-DD62-D706AE58ACB5}" dt="2025-11-18T17:39:01.555" v="305"/>
          <ac:cxnSpMkLst>
            <pc:docMk/>
            <pc:sldMk cId="1252069444" sldId="265"/>
            <ac:cxnSpMk id="12" creationId="{F975B1AA-0F7B-78AC-185D-79326529122E}"/>
          </ac:cxnSpMkLst>
        </pc:cxnChg>
      </pc:sldChg>
      <pc:sldChg chg="addSp modSp">
        <pc:chgData name="Bastien Gallay" userId="S::gallay@teragone-factory.com::a1eb176e-0b74-4018-96ec-9809138c83c4" providerId="AD" clId="Web-{FD2B8E00-E8EE-51C4-DD62-D706AE58ACB5}" dt="2025-11-20T12:20:12.944" v="521"/>
        <pc:sldMkLst>
          <pc:docMk/>
          <pc:sldMk cId="850416706" sldId="267"/>
        </pc:sldMkLst>
        <pc:spChg chg="mod">
          <ac:chgData name="Bastien Gallay" userId="S::gallay@teragone-factory.com::a1eb176e-0b74-4018-96ec-9809138c83c4" providerId="AD" clId="Web-{FD2B8E00-E8EE-51C4-DD62-D706AE58ACB5}" dt="2025-11-20T12:20:12.944" v="521"/>
          <ac:spMkLst>
            <pc:docMk/>
            <pc:sldMk cId="850416706" sldId="267"/>
            <ac:spMk id="2" creationId="{29C79C64-ED5A-1CE9-F391-4A17E6D1A5DE}"/>
          </ac:spMkLst>
        </pc:spChg>
        <pc:spChg chg="add mod">
          <ac:chgData name="Bastien Gallay" userId="S::gallay@teragone-factory.com::a1eb176e-0b74-4018-96ec-9809138c83c4" providerId="AD" clId="Web-{FD2B8E00-E8EE-51C4-DD62-D706AE58ACB5}" dt="2025-11-20T12:19:37.162" v="486"/>
          <ac:spMkLst>
            <pc:docMk/>
            <pc:sldMk cId="850416706" sldId="267"/>
            <ac:spMk id="10" creationId="{D7802951-F953-FB70-32E3-378E3726D169}"/>
          </ac:spMkLst>
        </pc:spChg>
        <pc:graphicFrameChg chg="mod modGraphic">
          <ac:chgData name="Bastien Gallay" userId="S::gallay@teragone-factory.com::a1eb176e-0b74-4018-96ec-9809138c83c4" providerId="AD" clId="Web-{FD2B8E00-E8EE-51C4-DD62-D706AE58ACB5}" dt="2025-11-20T12:19:53.787" v="519"/>
          <ac:graphicFrameMkLst>
            <pc:docMk/>
            <pc:sldMk cId="850416706" sldId="267"/>
            <ac:graphicFrameMk id="4" creationId="{DB52EF96-0051-BAC2-A120-737FF31CFE0B}"/>
          </ac:graphicFrameMkLst>
        </pc:graphicFrameChg>
        <pc:cxnChg chg="add mod">
          <ac:chgData name="Bastien Gallay" userId="S::gallay@teragone-factory.com::a1eb176e-0b74-4018-96ec-9809138c83c4" providerId="AD" clId="Web-{FD2B8E00-E8EE-51C4-DD62-D706AE58ACB5}" dt="2025-11-20T12:19:39.537" v="487"/>
          <ac:cxnSpMkLst>
            <pc:docMk/>
            <pc:sldMk cId="850416706" sldId="267"/>
            <ac:cxnSpMk id="14" creationId="{46782063-589A-5510-36A6-05CF5D93E8F2}"/>
          </ac:cxnSpMkLst>
        </pc:cxnChg>
      </pc:sldChg>
      <pc:sldChg chg="modSp">
        <pc:chgData name="Bastien Gallay" userId="S::gallay@teragone-factory.com::a1eb176e-0b74-4018-96ec-9809138c83c4" providerId="AD" clId="Web-{FD2B8E00-E8EE-51C4-DD62-D706AE58ACB5}" dt="2025-11-18T17:54:07.671" v="416" actId="1076"/>
        <pc:sldMkLst>
          <pc:docMk/>
          <pc:sldMk cId="3773524808" sldId="268"/>
        </pc:sldMkLst>
        <pc:spChg chg="mod">
          <ac:chgData name="Bastien Gallay" userId="S::gallay@teragone-factory.com::a1eb176e-0b74-4018-96ec-9809138c83c4" providerId="AD" clId="Web-{FD2B8E00-E8EE-51C4-DD62-D706AE58ACB5}" dt="2025-11-18T17:54:07.671" v="416" actId="1076"/>
          <ac:spMkLst>
            <pc:docMk/>
            <pc:sldMk cId="3773524808" sldId="268"/>
            <ac:spMk id="2" creationId="{00000000-0000-0000-0000-000000000000}"/>
          </ac:spMkLst>
        </pc:spChg>
      </pc:sldChg>
      <pc:sldChg chg="modSp">
        <pc:chgData name="Bastien Gallay" userId="S::gallay@teragone-factory.com::a1eb176e-0b74-4018-96ec-9809138c83c4" providerId="AD" clId="Web-{FD2B8E00-E8EE-51C4-DD62-D706AE58ACB5}" dt="2025-11-18T17:54:13.749" v="417" actId="1076"/>
        <pc:sldMkLst>
          <pc:docMk/>
          <pc:sldMk cId="476669153" sldId="277"/>
        </pc:sldMkLst>
        <pc:spChg chg="mod">
          <ac:chgData name="Bastien Gallay" userId="S::gallay@teragone-factory.com::a1eb176e-0b74-4018-96ec-9809138c83c4" providerId="AD" clId="Web-{FD2B8E00-E8EE-51C4-DD62-D706AE58ACB5}" dt="2025-11-18T17:54:13.749" v="417" actId="1076"/>
          <ac:spMkLst>
            <pc:docMk/>
            <pc:sldMk cId="476669153" sldId="277"/>
            <ac:spMk id="2" creationId="{00000000-0000-0000-0000-000000000000}"/>
          </ac:spMkLst>
        </pc:spChg>
      </pc:sldChg>
      <pc:sldChg chg="modSp">
        <pc:chgData name="Bastien Gallay" userId="S::gallay@teragone-factory.com::a1eb176e-0b74-4018-96ec-9809138c83c4" providerId="AD" clId="Web-{FD2B8E00-E8EE-51C4-DD62-D706AE58ACB5}" dt="2025-11-18T17:53:55.545" v="414" actId="1076"/>
        <pc:sldMkLst>
          <pc:docMk/>
          <pc:sldMk cId="3275995822" sldId="283"/>
        </pc:sldMkLst>
        <pc:spChg chg="mod">
          <ac:chgData name="Bastien Gallay" userId="S::gallay@teragone-factory.com::a1eb176e-0b74-4018-96ec-9809138c83c4" providerId="AD" clId="Web-{FD2B8E00-E8EE-51C4-DD62-D706AE58ACB5}" dt="2025-11-18T17:53:55.545" v="414" actId="1076"/>
          <ac:spMkLst>
            <pc:docMk/>
            <pc:sldMk cId="3275995822" sldId="283"/>
            <ac:spMk id="2" creationId="{00000000-0000-0000-0000-000000000000}"/>
          </ac:spMkLst>
        </pc:spChg>
      </pc:sldChg>
      <pc:sldChg chg="addSp delSp modSp">
        <pc:chgData name="Bastien Gallay" userId="S::gallay@teragone-factory.com::a1eb176e-0b74-4018-96ec-9809138c83c4" providerId="AD" clId="Web-{FD2B8E00-E8EE-51C4-DD62-D706AE58ACB5}" dt="2025-11-20T12:52:44.445" v="1109" actId="14100"/>
        <pc:sldMkLst>
          <pc:docMk/>
          <pc:sldMk cId="2954723124" sldId="291"/>
        </pc:sldMkLst>
        <pc:spChg chg="mod">
          <ac:chgData name="Bastien Gallay" userId="S::gallay@teragone-factory.com::a1eb176e-0b74-4018-96ec-9809138c83c4" providerId="AD" clId="Web-{FD2B8E00-E8EE-51C4-DD62-D706AE58ACB5}" dt="2025-11-20T12:29:24.685" v="977" actId="1076"/>
          <ac:spMkLst>
            <pc:docMk/>
            <pc:sldMk cId="2954723124" sldId="291"/>
            <ac:spMk id="2" creationId="{00000000-0000-0000-0000-000000000000}"/>
          </ac:spMkLst>
        </pc:spChg>
        <pc:spChg chg="mod">
          <ac:chgData name="Bastien Gallay" userId="S::gallay@teragone-factory.com::a1eb176e-0b74-4018-96ec-9809138c83c4" providerId="AD" clId="Web-{FD2B8E00-E8EE-51C4-DD62-D706AE58ACB5}" dt="2025-11-20T12:29:22.076" v="976" actId="1076"/>
          <ac:spMkLst>
            <pc:docMk/>
            <pc:sldMk cId="2954723124" sldId="291"/>
            <ac:spMk id="3" creationId="{00000000-0000-0000-0000-000000000000}"/>
          </ac:spMkLst>
        </pc:spChg>
        <pc:spChg chg="add mod">
          <ac:chgData name="Bastien Gallay" userId="S::gallay@teragone-factory.com::a1eb176e-0b74-4018-96ec-9809138c83c4" providerId="AD" clId="Web-{FD2B8E00-E8EE-51C4-DD62-D706AE58ACB5}" dt="2025-11-20T12:29:45.811" v="981" actId="1076"/>
          <ac:spMkLst>
            <pc:docMk/>
            <pc:sldMk cId="2954723124" sldId="291"/>
            <ac:spMk id="5" creationId="{B7C35DEA-4BFA-2090-FD3A-F16655DBC8B1}"/>
          </ac:spMkLst>
        </pc:spChg>
        <pc:spChg chg="mod ord">
          <ac:chgData name="Bastien Gallay" userId="S::gallay@teragone-factory.com::a1eb176e-0b74-4018-96ec-9809138c83c4" providerId="AD" clId="Web-{FD2B8E00-E8EE-51C4-DD62-D706AE58ACB5}" dt="2025-11-20T12:52:37.570" v="1108" actId="20577"/>
          <ac:spMkLst>
            <pc:docMk/>
            <pc:sldMk cId="2954723124" sldId="291"/>
            <ac:spMk id="6" creationId="{00000000-0000-0000-0000-000000000000}"/>
          </ac:spMkLst>
        </pc:spChg>
        <pc:spChg chg="mod">
          <ac:chgData name="Bastien Gallay" userId="S::gallay@teragone-factory.com::a1eb176e-0b74-4018-96ec-9809138c83c4" providerId="AD" clId="Web-{FD2B8E00-E8EE-51C4-DD62-D706AE58ACB5}" dt="2025-11-20T12:49:26.862" v="1065" actId="20577"/>
          <ac:spMkLst>
            <pc:docMk/>
            <pc:sldMk cId="2954723124" sldId="291"/>
            <ac:spMk id="10" creationId="{30755E77-093C-6C6E-28F9-980FBE6B3B0C}"/>
          </ac:spMkLst>
        </pc:spChg>
        <pc:spChg chg="add mod topLvl">
          <ac:chgData name="Bastien Gallay" userId="S::gallay@teragone-factory.com::a1eb176e-0b74-4018-96ec-9809138c83c4" providerId="AD" clId="Web-{FD2B8E00-E8EE-51C4-DD62-D706AE58ACB5}" dt="2025-11-20T12:36:29.069" v="1045" actId="14100"/>
          <ac:spMkLst>
            <pc:docMk/>
            <pc:sldMk cId="2954723124" sldId="291"/>
            <ac:spMk id="12" creationId="{A91761D5-78F5-2B3C-A2E5-DB69755104EA}"/>
          </ac:spMkLst>
        </pc:spChg>
        <pc:spChg chg="add del mod topLvl">
          <ac:chgData name="Bastien Gallay" userId="S::gallay@teragone-factory.com::a1eb176e-0b74-4018-96ec-9809138c83c4" providerId="AD" clId="Web-{FD2B8E00-E8EE-51C4-DD62-D706AE58ACB5}" dt="2025-11-20T12:36:09.084" v="1041"/>
          <ac:spMkLst>
            <pc:docMk/>
            <pc:sldMk cId="2954723124" sldId="291"/>
            <ac:spMk id="13" creationId="{464EF4AE-431A-CA25-A112-3B5690546EAA}"/>
          </ac:spMkLst>
        </pc:spChg>
        <pc:spChg chg="add mod ord">
          <ac:chgData name="Bastien Gallay" userId="S::gallay@teragone-factory.com::a1eb176e-0b74-4018-96ec-9809138c83c4" providerId="AD" clId="Web-{FD2B8E00-E8EE-51C4-DD62-D706AE58ACB5}" dt="2025-11-20T12:52:44.445" v="1109" actId="14100"/>
          <ac:spMkLst>
            <pc:docMk/>
            <pc:sldMk cId="2954723124" sldId="291"/>
            <ac:spMk id="15" creationId="{1B5718CF-1A94-CC66-771D-C4ED137F8B2A}"/>
          </ac:spMkLst>
        </pc:spChg>
        <pc:grpChg chg="add del mod">
          <ac:chgData name="Bastien Gallay" userId="S::gallay@teragone-factory.com::a1eb176e-0b74-4018-96ec-9809138c83c4" providerId="AD" clId="Web-{FD2B8E00-E8EE-51C4-DD62-D706AE58ACB5}" dt="2025-11-20T12:34:55.943" v="1025"/>
          <ac:grpSpMkLst>
            <pc:docMk/>
            <pc:sldMk cId="2954723124" sldId="291"/>
            <ac:grpSpMk id="14" creationId="{C2EC00EE-DE62-7E97-0F9D-51D17FD6635C}"/>
          </ac:grpSpMkLst>
        </pc:grpChg>
        <pc:picChg chg="add del mod">
          <ac:chgData name="Bastien Gallay" userId="S::gallay@teragone-factory.com::a1eb176e-0b74-4018-96ec-9809138c83c4" providerId="AD" clId="Web-{FD2B8E00-E8EE-51C4-DD62-D706AE58ACB5}" dt="2025-11-20T12:30:49.250" v="985"/>
          <ac:picMkLst>
            <pc:docMk/>
            <pc:sldMk cId="2954723124" sldId="291"/>
            <ac:picMk id="8" creationId="{931710A3-8382-E3FB-DEC0-2A6284964687}"/>
          </ac:picMkLst>
        </pc:picChg>
        <pc:picChg chg="ord">
          <ac:chgData name="Bastien Gallay" userId="S::gallay@teragone-factory.com::a1eb176e-0b74-4018-96ec-9809138c83c4" providerId="AD" clId="Web-{FD2B8E00-E8EE-51C4-DD62-D706AE58ACB5}" dt="2025-11-20T12:36:01.928" v="1040"/>
          <ac:picMkLst>
            <pc:docMk/>
            <pc:sldMk cId="2954723124" sldId="291"/>
            <ac:picMk id="9" creationId="{0061EC23-AE73-6A0B-C367-9A3E67EE17F0}"/>
          </ac:picMkLst>
        </pc:picChg>
        <pc:picChg chg="add del mod">
          <ac:chgData name="Bastien Gallay" userId="S::gallay@teragone-factory.com::a1eb176e-0b74-4018-96ec-9809138c83c4" providerId="AD" clId="Web-{FD2B8E00-E8EE-51C4-DD62-D706AE58ACB5}" dt="2025-11-20T12:32:10.956" v="1004"/>
          <ac:picMkLst>
            <pc:docMk/>
            <pc:sldMk cId="2954723124" sldId="291"/>
            <ac:picMk id="11" creationId="{187C4B6E-8402-2642-2B05-69CEA8A44003}"/>
          </ac:picMkLst>
        </pc:picChg>
      </pc:sldChg>
      <pc:sldChg chg="modSp">
        <pc:chgData name="Bastien Gallay" userId="S::gallay@teragone-factory.com::a1eb176e-0b74-4018-96ec-9809138c83c4" providerId="AD" clId="Web-{FD2B8E00-E8EE-51C4-DD62-D706AE58ACB5}" dt="2025-11-18T17:46:58.864" v="411"/>
        <pc:sldMkLst>
          <pc:docMk/>
          <pc:sldMk cId="2361916836" sldId="293"/>
        </pc:sldMkLst>
        <pc:graphicFrameChg chg="mod modGraphic">
          <ac:chgData name="Bastien Gallay" userId="S::gallay@teragone-factory.com::a1eb176e-0b74-4018-96ec-9809138c83c4" providerId="AD" clId="Web-{FD2B8E00-E8EE-51C4-DD62-D706AE58ACB5}" dt="2025-11-18T17:46:58.864" v="411"/>
          <ac:graphicFrameMkLst>
            <pc:docMk/>
            <pc:sldMk cId="2361916836" sldId="293"/>
            <ac:graphicFrameMk id="13" creationId="{A2BD33D0-E2A0-72A2-A6B0-82F516FCA9EA}"/>
          </ac:graphicFrameMkLst>
        </pc:graphicFrameChg>
      </pc:sldChg>
      <pc:sldChg chg="modSp">
        <pc:chgData name="Bastien Gallay" userId="S::gallay@teragone-factory.com::a1eb176e-0b74-4018-96ec-9809138c83c4" providerId="AD" clId="Web-{FD2B8E00-E8EE-51C4-DD62-D706AE58ACB5}" dt="2025-11-18T17:53:42.326" v="412" actId="1076"/>
        <pc:sldMkLst>
          <pc:docMk/>
          <pc:sldMk cId="1204473206" sldId="294"/>
        </pc:sldMkLst>
        <pc:spChg chg="mod">
          <ac:chgData name="Bastien Gallay" userId="S::gallay@teragone-factory.com::a1eb176e-0b74-4018-96ec-9809138c83c4" providerId="AD" clId="Web-{FD2B8E00-E8EE-51C4-DD62-D706AE58ACB5}" dt="2025-11-18T17:53:42.326" v="412" actId="1076"/>
          <ac:spMkLst>
            <pc:docMk/>
            <pc:sldMk cId="1204473206" sldId="294"/>
            <ac:spMk id="2" creationId="{00000000-0000-0000-0000-000000000000}"/>
          </ac:spMkLst>
        </pc:spChg>
      </pc:sldChg>
      <pc:sldChg chg="modSp">
        <pc:chgData name="Bastien Gallay" userId="S::gallay@teragone-factory.com::a1eb176e-0b74-4018-96ec-9809138c83c4" providerId="AD" clId="Web-{FD2B8E00-E8EE-51C4-DD62-D706AE58ACB5}" dt="2025-11-18T17:53:49.873" v="413" actId="1076"/>
        <pc:sldMkLst>
          <pc:docMk/>
          <pc:sldMk cId="2567581301" sldId="299"/>
        </pc:sldMkLst>
        <pc:spChg chg="mod">
          <ac:chgData name="Bastien Gallay" userId="S::gallay@teragone-factory.com::a1eb176e-0b74-4018-96ec-9809138c83c4" providerId="AD" clId="Web-{FD2B8E00-E8EE-51C4-DD62-D706AE58ACB5}" dt="2025-11-18T17:53:49.873" v="413" actId="1076"/>
          <ac:spMkLst>
            <pc:docMk/>
            <pc:sldMk cId="2567581301" sldId="299"/>
            <ac:spMk id="2" creationId="{00000000-0000-0000-0000-000000000000}"/>
          </ac:spMkLst>
        </pc:spChg>
      </pc:sldChg>
      <pc:sldChg chg="addSp delSp modSp">
        <pc:chgData name="Bastien Gallay" userId="S::gallay@teragone-factory.com::a1eb176e-0b74-4018-96ec-9809138c83c4" providerId="AD" clId="Web-{FD2B8E00-E8EE-51C4-DD62-D706AE58ACB5}" dt="2025-11-20T12:21:13.039" v="537"/>
        <pc:sldMkLst>
          <pc:docMk/>
          <pc:sldMk cId="2553573095" sldId="315"/>
        </pc:sldMkLst>
        <pc:spChg chg="mod">
          <ac:chgData name="Bastien Gallay" userId="S::gallay@teragone-factory.com::a1eb176e-0b74-4018-96ec-9809138c83c4" providerId="AD" clId="Web-{FD2B8E00-E8EE-51C4-DD62-D706AE58ACB5}" dt="2025-11-20T12:21:06.241" v="527"/>
          <ac:spMkLst>
            <pc:docMk/>
            <pc:sldMk cId="2553573095" sldId="315"/>
            <ac:spMk id="2" creationId="{D5D9C1C8-3B6A-52C8-BD2E-FCB7ABDC31CF}"/>
          </ac:spMkLst>
        </pc:spChg>
        <pc:spChg chg="mod">
          <ac:chgData name="Bastien Gallay" userId="S::gallay@teragone-factory.com::a1eb176e-0b74-4018-96ec-9809138c83c4" providerId="AD" clId="Web-{FD2B8E00-E8EE-51C4-DD62-D706AE58ACB5}" dt="2025-11-20T12:21:06.288" v="528"/>
          <ac:spMkLst>
            <pc:docMk/>
            <pc:sldMk cId="2553573095" sldId="315"/>
            <ac:spMk id="8" creationId="{A81FEDFA-CAF7-C7F5-8D19-8905BC4E1DD4}"/>
          </ac:spMkLst>
        </pc:spChg>
        <pc:graphicFrameChg chg="mod modGraphic">
          <ac:chgData name="Bastien Gallay" userId="S::gallay@teragone-factory.com::a1eb176e-0b74-4018-96ec-9809138c83c4" providerId="AD" clId="Web-{FD2B8E00-E8EE-51C4-DD62-D706AE58ACB5}" dt="2025-11-20T12:21:13.039" v="537"/>
          <ac:graphicFrameMkLst>
            <pc:docMk/>
            <pc:sldMk cId="2553573095" sldId="315"/>
            <ac:graphicFrameMk id="7" creationId="{C440C4D0-F529-D326-AD29-37C96F0E31B8}"/>
          </ac:graphicFrameMkLst>
        </pc:graphicFrameChg>
      </pc:sldChg>
      <pc:sldChg chg="addSp delSp modSp mod setBg">
        <pc:chgData name="Bastien Gallay" userId="S::gallay@teragone-factory.com::a1eb176e-0b74-4018-96ec-9809138c83c4" providerId="AD" clId="Web-{FD2B8E00-E8EE-51C4-DD62-D706AE58ACB5}" dt="2025-11-20T12:22:26.977" v="615" actId="14100"/>
        <pc:sldMkLst>
          <pc:docMk/>
          <pc:sldMk cId="1592627055" sldId="316"/>
        </pc:sldMkLst>
        <pc:spChg chg="mod">
          <ac:chgData name="Bastien Gallay" userId="S::gallay@teragone-factory.com::a1eb176e-0b74-4018-96ec-9809138c83c4" providerId="AD" clId="Web-{FD2B8E00-E8EE-51C4-DD62-D706AE58ACB5}" dt="2025-11-20T12:21:22.179" v="538"/>
          <ac:spMkLst>
            <pc:docMk/>
            <pc:sldMk cId="1592627055" sldId="316"/>
            <ac:spMk id="2" creationId="{EBB5747A-88E7-B1A6-71A3-64186E17EFA5}"/>
          </ac:spMkLst>
        </pc:spChg>
        <pc:spChg chg="mod ord">
          <ac:chgData name="Bastien Gallay" userId="S::gallay@teragone-factory.com::a1eb176e-0b74-4018-96ec-9809138c83c4" providerId="AD" clId="Web-{FD2B8E00-E8EE-51C4-DD62-D706AE58ACB5}" dt="2025-11-20T12:22:26.977" v="615" actId="14100"/>
          <ac:spMkLst>
            <pc:docMk/>
            <pc:sldMk cId="1592627055" sldId="316"/>
            <ac:spMk id="14" creationId="{746FE293-581A-AB31-EF86-AD1670AD8690}"/>
          </ac:spMkLst>
        </pc:spChg>
        <pc:graphicFrameChg chg="mod modGraphic">
          <ac:chgData name="Bastien Gallay" userId="S::gallay@teragone-factory.com::a1eb176e-0b74-4018-96ec-9809138c83c4" providerId="AD" clId="Web-{FD2B8E00-E8EE-51C4-DD62-D706AE58ACB5}" dt="2025-11-20T12:22:11.695" v="612" actId="1076"/>
          <ac:graphicFrameMkLst>
            <pc:docMk/>
            <pc:sldMk cId="1592627055" sldId="316"/>
            <ac:graphicFrameMk id="4" creationId="{7AC9E15F-D622-2087-5EF7-949FB0FE214F}"/>
          </ac:graphicFrameMkLst>
        </pc:graphicFrameChg>
        <pc:picChg chg="mod">
          <ac:chgData name="Bastien Gallay" userId="S::gallay@teragone-factory.com::a1eb176e-0b74-4018-96ec-9809138c83c4" providerId="AD" clId="Web-{FD2B8E00-E8EE-51C4-DD62-D706AE58ACB5}" dt="2025-11-20T12:22:23.852" v="614" actId="1076"/>
          <ac:picMkLst>
            <pc:docMk/>
            <pc:sldMk cId="1592627055" sldId="316"/>
            <ac:picMk id="3" creationId="{2BF3BE2D-4B51-387F-3ABC-5C7E4C7A66BA}"/>
          </ac:picMkLst>
        </pc:picChg>
      </pc:sldChg>
      <pc:sldChg chg="addSp delSp modSp">
        <pc:chgData name="Bastien Gallay" userId="S::gallay@teragone-factory.com::a1eb176e-0b74-4018-96ec-9809138c83c4" providerId="AD" clId="Web-{FD2B8E00-E8EE-51C4-DD62-D706AE58ACB5}" dt="2025-11-20T12:23:01.493" v="669"/>
        <pc:sldMkLst>
          <pc:docMk/>
          <pc:sldMk cId="1820977716" sldId="317"/>
        </pc:sldMkLst>
        <pc:spChg chg="mod">
          <ac:chgData name="Bastien Gallay" userId="S::gallay@teragone-factory.com::a1eb176e-0b74-4018-96ec-9809138c83c4" providerId="AD" clId="Web-{FD2B8E00-E8EE-51C4-DD62-D706AE58ACB5}" dt="2025-11-20T12:22:39.993" v="616"/>
          <ac:spMkLst>
            <pc:docMk/>
            <pc:sldMk cId="1820977716" sldId="317"/>
            <ac:spMk id="2" creationId="{B6F9C786-2951-8277-75EF-EF08002FEDEA}"/>
          </ac:spMkLst>
        </pc:spChg>
        <pc:spChg chg="mod">
          <ac:chgData name="Bastien Gallay" userId="S::gallay@teragone-factory.com::a1eb176e-0b74-4018-96ec-9809138c83c4" providerId="AD" clId="Web-{FD2B8E00-E8EE-51C4-DD62-D706AE58ACB5}" dt="2025-11-20T12:22:40.071" v="617"/>
          <ac:spMkLst>
            <pc:docMk/>
            <pc:sldMk cId="1820977716" sldId="317"/>
            <ac:spMk id="7" creationId="{5EF6DC56-A8E9-1DCA-A73B-FC697611C76C}"/>
          </ac:spMkLst>
        </pc:spChg>
        <pc:graphicFrameChg chg="mod modGraphic">
          <ac:chgData name="Bastien Gallay" userId="S::gallay@teragone-factory.com::a1eb176e-0b74-4018-96ec-9809138c83c4" providerId="AD" clId="Web-{FD2B8E00-E8EE-51C4-DD62-D706AE58ACB5}" dt="2025-11-20T12:23:01.493" v="669"/>
          <ac:graphicFrameMkLst>
            <pc:docMk/>
            <pc:sldMk cId="1820977716" sldId="317"/>
            <ac:graphicFrameMk id="5" creationId="{E29C1065-D7E9-AF1F-AB1C-B19E12F8B75D}"/>
          </ac:graphicFrameMkLst>
        </pc:graphicFrameChg>
      </pc:sldChg>
      <pc:sldChg chg="addSp delSp modSp">
        <pc:chgData name="Bastien Gallay" userId="S::gallay@teragone-factory.com::a1eb176e-0b74-4018-96ec-9809138c83c4" providerId="AD" clId="Web-{FD2B8E00-E8EE-51C4-DD62-D706AE58ACB5}" dt="2025-11-20T12:24:06.245" v="732" actId="1076"/>
        <pc:sldMkLst>
          <pc:docMk/>
          <pc:sldMk cId="2900268977" sldId="318"/>
        </pc:sldMkLst>
        <pc:spChg chg="mod">
          <ac:chgData name="Bastien Gallay" userId="S::gallay@teragone-factory.com::a1eb176e-0b74-4018-96ec-9809138c83c4" providerId="AD" clId="Web-{FD2B8E00-E8EE-51C4-DD62-D706AE58ACB5}" dt="2025-11-20T12:23:10.993" v="670"/>
          <ac:spMkLst>
            <pc:docMk/>
            <pc:sldMk cId="2900268977" sldId="318"/>
            <ac:spMk id="2" creationId="{A926676D-9A05-747F-42F1-508995170F83}"/>
          </ac:spMkLst>
        </pc:spChg>
        <pc:spChg chg="mod">
          <ac:chgData name="Bastien Gallay" userId="S::gallay@teragone-factory.com::a1eb176e-0b74-4018-96ec-9809138c83c4" providerId="AD" clId="Web-{FD2B8E00-E8EE-51C4-DD62-D706AE58ACB5}" dt="2025-11-20T12:24:06.245" v="732" actId="1076"/>
          <ac:spMkLst>
            <pc:docMk/>
            <pc:sldMk cId="2900268977" sldId="318"/>
            <ac:spMk id="14" creationId="{6814B598-B73F-B27D-1F8D-33361F7BAF57}"/>
          </ac:spMkLst>
        </pc:spChg>
        <pc:graphicFrameChg chg="mod modGraphic">
          <ac:chgData name="Bastien Gallay" userId="S::gallay@teragone-factory.com::a1eb176e-0b74-4018-96ec-9809138c83c4" providerId="AD" clId="Web-{FD2B8E00-E8EE-51C4-DD62-D706AE58ACB5}" dt="2025-11-20T12:23:55.650" v="729"/>
          <ac:graphicFrameMkLst>
            <pc:docMk/>
            <pc:sldMk cId="2900268977" sldId="318"/>
            <ac:graphicFrameMk id="5" creationId="{1C032696-628D-6F02-0452-120BBAA31E04}"/>
          </ac:graphicFrameMkLst>
        </pc:graphicFrameChg>
      </pc:sldChg>
      <pc:sldChg chg="addSp delSp modSp">
        <pc:chgData name="Bastien Gallay" userId="S::gallay@teragone-factory.com::a1eb176e-0b74-4018-96ec-9809138c83c4" providerId="AD" clId="Web-{FD2B8E00-E8EE-51C4-DD62-D706AE58ACB5}" dt="2025-11-20T12:24:49.999" v="748" actId="1076"/>
        <pc:sldMkLst>
          <pc:docMk/>
          <pc:sldMk cId="3316631279" sldId="319"/>
        </pc:sldMkLst>
        <pc:spChg chg="mod">
          <ac:chgData name="Bastien Gallay" userId="S::gallay@teragone-factory.com::a1eb176e-0b74-4018-96ec-9809138c83c4" providerId="AD" clId="Web-{FD2B8E00-E8EE-51C4-DD62-D706AE58ACB5}" dt="2025-11-20T12:24:13.730" v="733"/>
          <ac:spMkLst>
            <pc:docMk/>
            <pc:sldMk cId="3316631279" sldId="319"/>
            <ac:spMk id="2" creationId="{D2760DCE-B53C-7FFE-4826-45FCA70EF7AA}"/>
          </ac:spMkLst>
        </pc:spChg>
        <pc:spChg chg="mod">
          <ac:chgData name="Bastien Gallay" userId="S::gallay@teragone-factory.com::a1eb176e-0b74-4018-96ec-9809138c83c4" providerId="AD" clId="Web-{FD2B8E00-E8EE-51C4-DD62-D706AE58ACB5}" dt="2025-11-20T12:24:13.730" v="734"/>
          <ac:spMkLst>
            <pc:docMk/>
            <pc:sldMk cId="3316631279" sldId="319"/>
            <ac:spMk id="5" creationId="{847CF741-D1B5-D22D-1F58-052A97333682}"/>
          </ac:spMkLst>
        </pc:spChg>
        <pc:spChg chg="add mod">
          <ac:chgData name="Bastien Gallay" userId="S::gallay@teragone-factory.com::a1eb176e-0b74-4018-96ec-9809138c83c4" providerId="AD" clId="Web-{FD2B8E00-E8EE-51C4-DD62-D706AE58ACB5}" dt="2025-11-18T17:33:03.142" v="158"/>
          <ac:spMkLst>
            <pc:docMk/>
            <pc:sldMk cId="3316631279" sldId="319"/>
            <ac:spMk id="7" creationId="{BB55BC6F-0FCA-20C2-28AC-4385AE99640B}"/>
          </ac:spMkLst>
        </pc:spChg>
        <pc:spChg chg="add mod">
          <ac:chgData name="Bastien Gallay" userId="S::gallay@teragone-factory.com::a1eb176e-0b74-4018-96ec-9809138c83c4" providerId="AD" clId="Web-{FD2B8E00-E8EE-51C4-DD62-D706AE58ACB5}" dt="2025-11-18T17:33:03.158" v="159"/>
          <ac:spMkLst>
            <pc:docMk/>
            <pc:sldMk cId="3316631279" sldId="319"/>
            <ac:spMk id="9" creationId="{897942D3-A5CA-92E7-8F75-10BC90DEE753}"/>
          </ac:spMkLst>
        </pc:spChg>
        <pc:spChg chg="mod">
          <ac:chgData name="Bastien Gallay" userId="S::gallay@teragone-factory.com::a1eb176e-0b74-4018-96ec-9809138c83c4" providerId="AD" clId="Web-{FD2B8E00-E8EE-51C4-DD62-D706AE58ACB5}" dt="2025-11-20T12:24:49.999" v="748" actId="1076"/>
          <ac:spMkLst>
            <pc:docMk/>
            <pc:sldMk cId="3316631279" sldId="319"/>
            <ac:spMk id="10" creationId="{2770C18D-10EE-23B6-B83B-0A72D3D1AA6D}"/>
          </ac:spMkLst>
        </pc:spChg>
        <pc:spChg chg="add">
          <ac:chgData name="Bastien Gallay" userId="S::gallay@teragone-factory.com::a1eb176e-0b74-4018-96ec-9809138c83c4" providerId="AD" clId="Web-{FD2B8E00-E8EE-51C4-DD62-D706AE58ACB5}" dt="2025-11-18T17:35:46.864" v="235"/>
          <ac:spMkLst>
            <pc:docMk/>
            <pc:sldMk cId="3316631279" sldId="319"/>
            <ac:spMk id="12" creationId="{A3ACC21E-89BE-1AEA-493E-7D76B432C938}"/>
          </ac:spMkLst>
        </pc:spChg>
        <pc:spChg chg="mod">
          <ac:chgData name="Bastien Gallay" userId="S::gallay@teragone-factory.com::a1eb176e-0b74-4018-96ec-9809138c83c4" providerId="AD" clId="Web-{FD2B8E00-E8EE-51C4-DD62-D706AE58ACB5}" dt="2025-11-20T12:24:43.748" v="747" actId="1076"/>
          <ac:spMkLst>
            <pc:docMk/>
            <pc:sldMk cId="3316631279" sldId="319"/>
            <ac:spMk id="13" creationId="{B17E3C5B-CE52-AECC-3197-78E6B56415A2}"/>
          </ac:spMkLst>
        </pc:spChg>
        <pc:graphicFrameChg chg="mod modGraphic">
          <ac:chgData name="Bastien Gallay" userId="S::gallay@teragone-factory.com::a1eb176e-0b74-4018-96ec-9809138c83c4" providerId="AD" clId="Web-{FD2B8E00-E8EE-51C4-DD62-D706AE58ACB5}" dt="2025-11-20T12:24:37.451" v="746"/>
          <ac:graphicFrameMkLst>
            <pc:docMk/>
            <pc:sldMk cId="3316631279" sldId="319"/>
            <ac:graphicFrameMk id="4" creationId="{B5400685-8EBB-6C2C-A116-964856F9478F}"/>
          </ac:graphicFrameMkLst>
        </pc:graphicFrameChg>
        <pc:cxnChg chg="add">
          <ac:chgData name="Bastien Gallay" userId="S::gallay@teragone-factory.com::a1eb176e-0b74-4018-96ec-9809138c83c4" providerId="AD" clId="Web-{FD2B8E00-E8EE-51C4-DD62-D706AE58ACB5}" dt="2025-11-18T17:35:46.880" v="236"/>
          <ac:cxnSpMkLst>
            <pc:docMk/>
            <pc:sldMk cId="3316631279" sldId="319"/>
            <ac:cxnSpMk id="15" creationId="{63D7A5F8-57D3-9B88-2CCC-754E46C2400D}"/>
          </ac:cxnSpMkLst>
        </pc:cxnChg>
      </pc:sldChg>
      <pc:sldChg chg="addSp delSp modSp">
        <pc:chgData name="Bastien Gallay" userId="S::gallay@teragone-factory.com::a1eb176e-0b74-4018-96ec-9809138c83c4" providerId="AD" clId="Web-{FD2B8E00-E8EE-51C4-DD62-D706AE58ACB5}" dt="2025-11-20T12:25:05.578" v="763"/>
        <pc:sldMkLst>
          <pc:docMk/>
          <pc:sldMk cId="1439854718" sldId="320"/>
        </pc:sldMkLst>
        <pc:spChg chg="mod">
          <ac:chgData name="Bastien Gallay" userId="S::gallay@teragone-factory.com::a1eb176e-0b74-4018-96ec-9809138c83c4" providerId="AD" clId="Web-{FD2B8E00-E8EE-51C4-DD62-D706AE58ACB5}" dt="2025-11-20T12:24:59.968" v="749"/>
          <ac:spMkLst>
            <pc:docMk/>
            <pc:sldMk cId="1439854718" sldId="320"/>
            <ac:spMk id="2" creationId="{7F1C5FBF-4629-9D5D-2E3C-758C88651101}"/>
          </ac:spMkLst>
        </pc:spChg>
        <pc:spChg chg="mod">
          <ac:chgData name="Bastien Gallay" userId="S::gallay@teragone-factory.com::a1eb176e-0b74-4018-96ec-9809138c83c4" providerId="AD" clId="Web-{FD2B8E00-E8EE-51C4-DD62-D706AE58ACB5}" dt="2025-11-20T12:25:00.031" v="750"/>
          <ac:spMkLst>
            <pc:docMk/>
            <pc:sldMk cId="1439854718" sldId="320"/>
            <ac:spMk id="5" creationId="{5CAE0444-1C33-E457-AE13-C79BE6C274D4}"/>
          </ac:spMkLst>
        </pc:spChg>
        <pc:spChg chg="add mod">
          <ac:chgData name="Bastien Gallay" userId="S::gallay@teragone-factory.com::a1eb176e-0b74-4018-96ec-9809138c83c4" providerId="AD" clId="Web-{FD2B8E00-E8EE-51C4-DD62-D706AE58ACB5}" dt="2025-11-18T17:33:07.330" v="160"/>
          <ac:spMkLst>
            <pc:docMk/>
            <pc:sldMk cId="1439854718" sldId="320"/>
            <ac:spMk id="7" creationId="{B06794AA-5E62-A67B-1C63-B6B1C5A9E20D}"/>
          </ac:spMkLst>
        </pc:spChg>
        <pc:spChg chg="add mod">
          <ac:chgData name="Bastien Gallay" userId="S::gallay@teragone-factory.com::a1eb176e-0b74-4018-96ec-9809138c83c4" providerId="AD" clId="Web-{FD2B8E00-E8EE-51C4-DD62-D706AE58ACB5}" dt="2025-11-18T17:33:07.361" v="161"/>
          <ac:spMkLst>
            <pc:docMk/>
            <pc:sldMk cId="1439854718" sldId="320"/>
            <ac:spMk id="9" creationId="{AB2E2AA6-96ED-C7E0-85BC-339F4E701F00}"/>
          </ac:spMkLst>
        </pc:spChg>
        <pc:spChg chg="add">
          <ac:chgData name="Bastien Gallay" userId="S::gallay@teragone-factory.com::a1eb176e-0b74-4018-96ec-9809138c83c4" providerId="AD" clId="Web-{FD2B8E00-E8EE-51C4-DD62-D706AE58ACB5}" dt="2025-11-18T17:35:52.958" v="238"/>
          <ac:spMkLst>
            <pc:docMk/>
            <pc:sldMk cId="1439854718" sldId="320"/>
            <ac:spMk id="11" creationId="{BA4AD440-05D0-FA22-7BB7-593FD7ED65FA}"/>
          </ac:spMkLst>
        </pc:spChg>
        <pc:graphicFrameChg chg="mod modGraphic">
          <ac:chgData name="Bastien Gallay" userId="S::gallay@teragone-factory.com::a1eb176e-0b74-4018-96ec-9809138c83c4" providerId="AD" clId="Web-{FD2B8E00-E8EE-51C4-DD62-D706AE58ACB5}" dt="2025-11-20T12:25:05.578" v="763"/>
          <ac:graphicFrameMkLst>
            <pc:docMk/>
            <pc:sldMk cId="1439854718" sldId="320"/>
            <ac:graphicFrameMk id="6" creationId="{B12CCA95-F707-9043-F5C0-E88A5C4461E2}"/>
          </ac:graphicFrameMkLst>
        </pc:graphicFrameChg>
        <pc:cxnChg chg="add">
          <ac:chgData name="Bastien Gallay" userId="S::gallay@teragone-factory.com::a1eb176e-0b74-4018-96ec-9809138c83c4" providerId="AD" clId="Web-{FD2B8E00-E8EE-51C4-DD62-D706AE58ACB5}" dt="2025-11-18T17:35:52.973" v="239"/>
          <ac:cxnSpMkLst>
            <pc:docMk/>
            <pc:sldMk cId="1439854718" sldId="320"/>
            <ac:cxnSpMk id="13" creationId="{41ACA5F4-6A39-749E-5DED-A2F18EC46452}"/>
          </ac:cxnSpMkLst>
        </pc:cxnChg>
      </pc:sldChg>
      <pc:sldChg chg="addSp modSp">
        <pc:chgData name="Bastien Gallay" userId="S::gallay@teragone-factory.com::a1eb176e-0b74-4018-96ec-9809138c83c4" providerId="AD" clId="Web-{FD2B8E00-E8EE-51C4-DD62-D706AE58ACB5}" dt="2025-11-20T12:25:21.079" v="783"/>
        <pc:sldMkLst>
          <pc:docMk/>
          <pc:sldMk cId="3387683884" sldId="321"/>
        </pc:sldMkLst>
        <pc:spChg chg="mod">
          <ac:chgData name="Bastien Gallay" userId="S::gallay@teragone-factory.com::a1eb176e-0b74-4018-96ec-9809138c83c4" providerId="AD" clId="Web-{FD2B8E00-E8EE-51C4-DD62-D706AE58ACB5}" dt="2025-11-20T12:25:21.079" v="783"/>
          <ac:spMkLst>
            <pc:docMk/>
            <pc:sldMk cId="3387683884" sldId="321"/>
            <ac:spMk id="2" creationId="{2EE66B5B-6205-F4F5-0624-557538E9A5B5}"/>
          </ac:spMkLst>
        </pc:spChg>
        <pc:spChg chg="mod">
          <ac:chgData name="Bastien Gallay" userId="S::gallay@teragone-factory.com::a1eb176e-0b74-4018-96ec-9809138c83c4" providerId="AD" clId="Web-{FD2B8E00-E8EE-51C4-DD62-D706AE58ACB5}" dt="2025-11-20T12:25:12.438" v="765"/>
          <ac:spMkLst>
            <pc:docMk/>
            <pc:sldMk cId="3387683884" sldId="321"/>
            <ac:spMk id="5" creationId="{DDD1EB4C-4DA7-55EC-13F6-9849A86457B1}"/>
          </ac:spMkLst>
        </pc:spChg>
        <pc:spChg chg="add mod">
          <ac:chgData name="Bastien Gallay" userId="S::gallay@teragone-factory.com::a1eb176e-0b74-4018-96ec-9809138c83c4" providerId="AD" clId="Web-{FD2B8E00-E8EE-51C4-DD62-D706AE58ACB5}" dt="2025-11-18T17:33:09.986" v="162"/>
          <ac:spMkLst>
            <pc:docMk/>
            <pc:sldMk cId="3387683884" sldId="321"/>
            <ac:spMk id="6" creationId="{9002BC6C-6C6B-7F46-7C14-74D023CAA9DB}"/>
          </ac:spMkLst>
        </pc:spChg>
        <pc:spChg chg="add mod">
          <ac:chgData name="Bastien Gallay" userId="S::gallay@teragone-factory.com::a1eb176e-0b74-4018-96ec-9809138c83c4" providerId="AD" clId="Web-{FD2B8E00-E8EE-51C4-DD62-D706AE58ACB5}" dt="2025-11-18T17:33:10.017" v="163"/>
          <ac:spMkLst>
            <pc:docMk/>
            <pc:sldMk cId="3387683884" sldId="321"/>
            <ac:spMk id="8" creationId="{A5E6D563-52BD-932D-FED5-79E80C369816}"/>
          </ac:spMkLst>
        </pc:spChg>
        <pc:spChg chg="add mod">
          <ac:chgData name="Bastien Gallay" userId="S::gallay@teragone-factory.com::a1eb176e-0b74-4018-96ec-9809138c83c4" providerId="AD" clId="Web-{FD2B8E00-E8EE-51C4-DD62-D706AE58ACB5}" dt="2025-11-18T17:36:11.755" v="244"/>
          <ac:spMkLst>
            <pc:docMk/>
            <pc:sldMk cId="3387683884" sldId="321"/>
            <ac:spMk id="10" creationId="{7F378865-1DFF-A3DA-1FE1-89C9FFB2E23A}"/>
          </ac:spMkLst>
        </pc:spChg>
        <pc:graphicFrameChg chg="mod modGraphic">
          <ac:chgData name="Bastien Gallay" userId="S::gallay@teragone-factory.com::a1eb176e-0b74-4018-96ec-9809138c83c4" providerId="AD" clId="Web-{FD2B8E00-E8EE-51C4-DD62-D706AE58ACB5}" dt="2025-11-20T12:25:15.923" v="781"/>
          <ac:graphicFrameMkLst>
            <pc:docMk/>
            <pc:sldMk cId="3387683884" sldId="321"/>
            <ac:graphicFrameMk id="4" creationId="{B6E5D324-0733-EB45-2B2E-0FD3B8695593}"/>
          </ac:graphicFrameMkLst>
        </pc:graphicFrameChg>
        <pc:cxnChg chg="add mod">
          <ac:chgData name="Bastien Gallay" userId="S::gallay@teragone-factory.com::a1eb176e-0b74-4018-96ec-9809138c83c4" providerId="AD" clId="Web-{FD2B8E00-E8EE-51C4-DD62-D706AE58ACB5}" dt="2025-11-18T17:36:19.708" v="245"/>
          <ac:cxnSpMkLst>
            <pc:docMk/>
            <pc:sldMk cId="3387683884" sldId="321"/>
            <ac:cxnSpMk id="12" creationId="{626241F4-2D97-6A2F-A3A7-E0A692068351}"/>
          </ac:cxnSpMkLst>
        </pc:cxnChg>
      </pc:sldChg>
      <pc:sldChg chg="addSp modSp">
        <pc:chgData name="Bastien Gallay" userId="S::gallay@teragone-factory.com::a1eb176e-0b74-4018-96ec-9809138c83c4" providerId="AD" clId="Web-{FD2B8E00-E8EE-51C4-DD62-D706AE58ACB5}" dt="2025-11-20T12:26:21.224" v="842"/>
        <pc:sldMkLst>
          <pc:docMk/>
          <pc:sldMk cId="4097634386" sldId="322"/>
        </pc:sldMkLst>
        <pc:spChg chg="mod">
          <ac:chgData name="Bastien Gallay" userId="S::gallay@teragone-factory.com::a1eb176e-0b74-4018-96ec-9809138c83c4" providerId="AD" clId="Web-{FD2B8E00-E8EE-51C4-DD62-D706AE58ACB5}" dt="2025-11-20T12:25:50.816" v="792"/>
          <ac:spMkLst>
            <pc:docMk/>
            <pc:sldMk cId="4097634386" sldId="322"/>
            <ac:spMk id="2" creationId="{78E0C846-D196-A7C7-98EF-1B6554A5A1A6}"/>
          </ac:spMkLst>
        </pc:spChg>
        <pc:spChg chg="mod">
          <ac:chgData name="Bastien Gallay" userId="S::gallay@teragone-factory.com::a1eb176e-0b74-4018-96ec-9809138c83c4" providerId="AD" clId="Web-{FD2B8E00-E8EE-51C4-DD62-D706AE58ACB5}" dt="2025-11-20T12:26:02.973" v="794"/>
          <ac:spMkLst>
            <pc:docMk/>
            <pc:sldMk cId="4097634386" sldId="322"/>
            <ac:spMk id="5" creationId="{B7D2489A-F3AB-01B1-93C1-CCAB54F1AC3A}"/>
          </ac:spMkLst>
        </pc:spChg>
        <pc:spChg chg="add mod">
          <ac:chgData name="Bastien Gallay" userId="S::gallay@teragone-factory.com::a1eb176e-0b74-4018-96ec-9809138c83c4" providerId="AD" clId="Web-{FD2B8E00-E8EE-51C4-DD62-D706AE58ACB5}" dt="2025-11-18T17:33:12.080" v="164"/>
          <ac:spMkLst>
            <pc:docMk/>
            <pc:sldMk cId="4097634386" sldId="322"/>
            <ac:spMk id="6" creationId="{043AF418-2E99-5569-E199-92722E74A762}"/>
          </ac:spMkLst>
        </pc:spChg>
        <pc:spChg chg="add mod">
          <ac:chgData name="Bastien Gallay" userId="S::gallay@teragone-factory.com::a1eb176e-0b74-4018-96ec-9809138c83c4" providerId="AD" clId="Web-{FD2B8E00-E8EE-51C4-DD62-D706AE58ACB5}" dt="2025-11-18T17:33:12.111" v="165"/>
          <ac:spMkLst>
            <pc:docMk/>
            <pc:sldMk cId="4097634386" sldId="322"/>
            <ac:spMk id="8" creationId="{3709BCF8-ED60-B75E-1608-D983F732AF11}"/>
          </ac:spMkLst>
        </pc:spChg>
        <pc:spChg chg="add">
          <ac:chgData name="Bastien Gallay" userId="S::gallay@teragone-factory.com::a1eb176e-0b74-4018-96ec-9809138c83c4" providerId="AD" clId="Web-{FD2B8E00-E8EE-51C4-DD62-D706AE58ACB5}" dt="2025-11-18T17:36:43.630" v="249"/>
          <ac:spMkLst>
            <pc:docMk/>
            <pc:sldMk cId="4097634386" sldId="322"/>
            <ac:spMk id="10" creationId="{3D855E08-BD43-5AF0-C3B1-290077B442F3}"/>
          </ac:spMkLst>
        </pc:spChg>
        <pc:graphicFrameChg chg="mod modGraphic">
          <ac:chgData name="Bastien Gallay" userId="S::gallay@teragone-factory.com::a1eb176e-0b74-4018-96ec-9809138c83c4" providerId="AD" clId="Web-{FD2B8E00-E8EE-51C4-DD62-D706AE58ACB5}" dt="2025-11-20T12:26:21.224" v="842"/>
          <ac:graphicFrameMkLst>
            <pc:docMk/>
            <pc:sldMk cId="4097634386" sldId="322"/>
            <ac:graphicFrameMk id="4" creationId="{7BB30EBF-2C71-C317-8E9E-3473342C15AC}"/>
          </ac:graphicFrameMkLst>
        </pc:graphicFrameChg>
        <pc:cxnChg chg="add">
          <ac:chgData name="Bastien Gallay" userId="S::gallay@teragone-factory.com::a1eb176e-0b74-4018-96ec-9809138c83c4" providerId="AD" clId="Web-{FD2B8E00-E8EE-51C4-DD62-D706AE58ACB5}" dt="2025-11-18T17:36:43.662" v="250"/>
          <ac:cxnSpMkLst>
            <pc:docMk/>
            <pc:sldMk cId="4097634386" sldId="322"/>
            <ac:cxnSpMk id="12" creationId="{C4035ED2-D046-A2D8-00E7-13808DF19057}"/>
          </ac:cxnSpMkLst>
        </pc:cxnChg>
      </pc:sldChg>
      <pc:sldChg chg="addSp modSp">
        <pc:chgData name="Bastien Gallay" userId="S::gallay@teragone-factory.com::a1eb176e-0b74-4018-96ec-9809138c83c4" providerId="AD" clId="Web-{FD2B8E00-E8EE-51C4-DD62-D706AE58ACB5}" dt="2025-11-20T12:26:56.382" v="861"/>
        <pc:sldMkLst>
          <pc:docMk/>
          <pc:sldMk cId="2449778607" sldId="323"/>
        </pc:sldMkLst>
        <pc:spChg chg="mod">
          <ac:chgData name="Bastien Gallay" userId="S::gallay@teragone-factory.com::a1eb176e-0b74-4018-96ec-9809138c83c4" providerId="AD" clId="Web-{FD2B8E00-E8EE-51C4-DD62-D706AE58ACB5}" dt="2025-11-20T12:26:49.163" v="847" actId="20577"/>
          <ac:spMkLst>
            <pc:docMk/>
            <pc:sldMk cId="2449778607" sldId="323"/>
            <ac:spMk id="2" creationId="{00000000-0000-0000-0000-000000000000}"/>
          </ac:spMkLst>
        </pc:spChg>
        <pc:spChg chg="mod">
          <ac:chgData name="Bastien Gallay" userId="S::gallay@teragone-factory.com::a1eb176e-0b74-4018-96ec-9809138c83c4" providerId="AD" clId="Web-{FD2B8E00-E8EE-51C4-DD62-D706AE58ACB5}" dt="2025-11-20T12:26:37.506" v="844"/>
          <ac:spMkLst>
            <pc:docMk/>
            <pc:sldMk cId="2449778607" sldId="323"/>
            <ac:spMk id="3" creationId="{00000000-0000-0000-0000-000000000000}"/>
          </ac:spMkLst>
        </pc:spChg>
        <pc:graphicFrameChg chg="mod modGraphic">
          <ac:chgData name="Bastien Gallay" userId="S::gallay@teragone-factory.com::a1eb176e-0b74-4018-96ec-9809138c83c4" providerId="AD" clId="Web-{FD2B8E00-E8EE-51C4-DD62-D706AE58ACB5}" dt="2025-11-20T12:26:56.382" v="861"/>
          <ac:graphicFrameMkLst>
            <pc:docMk/>
            <pc:sldMk cId="2449778607" sldId="323"/>
            <ac:graphicFrameMk id="5" creationId="{FD5B5692-6457-6CB0-2543-265007E3C342}"/>
          </ac:graphicFrameMkLst>
        </pc:graphicFrameChg>
      </pc:sldChg>
      <pc:sldChg chg="addSp modSp">
        <pc:chgData name="Bastien Gallay" userId="S::gallay@teragone-factory.com::a1eb176e-0b74-4018-96ec-9809138c83c4" providerId="AD" clId="Web-{FD2B8E00-E8EE-51C4-DD62-D706AE58ACB5}" dt="2025-11-20T12:27:22.665" v="882" actId="20577"/>
        <pc:sldMkLst>
          <pc:docMk/>
          <pc:sldMk cId="1837288970" sldId="325"/>
        </pc:sldMkLst>
        <pc:spChg chg="mod">
          <ac:chgData name="Bastien Gallay" userId="S::gallay@teragone-factory.com::a1eb176e-0b74-4018-96ec-9809138c83c4" providerId="AD" clId="Web-{FD2B8E00-E8EE-51C4-DD62-D706AE58ACB5}" dt="2025-11-20T12:27:22.665" v="882" actId="20577"/>
          <ac:spMkLst>
            <pc:docMk/>
            <pc:sldMk cId="1837288970" sldId="325"/>
            <ac:spMk id="2" creationId="{7F1C5FBF-4629-9D5D-2E3C-758C88651101}"/>
          </ac:spMkLst>
        </pc:spChg>
        <pc:spChg chg="mod">
          <ac:chgData name="Bastien Gallay" userId="S::gallay@teragone-factory.com::a1eb176e-0b74-4018-96ec-9809138c83c4" providerId="AD" clId="Web-{FD2B8E00-E8EE-51C4-DD62-D706AE58ACB5}" dt="2025-11-20T12:27:11.336" v="878"/>
          <ac:spMkLst>
            <pc:docMk/>
            <pc:sldMk cId="1837288970" sldId="325"/>
            <ac:spMk id="3" creationId="{5CAE0444-1C33-E457-AE13-C79BE6C274D4}"/>
          </ac:spMkLst>
        </pc:spChg>
        <pc:spChg chg="add mod">
          <ac:chgData name="Bastien Gallay" userId="S::gallay@teragone-factory.com::a1eb176e-0b74-4018-96ec-9809138c83c4" providerId="AD" clId="Web-{FD2B8E00-E8EE-51C4-DD62-D706AE58ACB5}" dt="2025-11-18T17:38:54.774" v="299" actId="20577"/>
          <ac:spMkLst>
            <pc:docMk/>
            <pc:sldMk cId="1837288970" sldId="325"/>
            <ac:spMk id="6" creationId="{3F7DDAE0-B634-4A7E-EABA-90216AF5C8F7}"/>
          </ac:spMkLst>
        </pc:spChg>
        <pc:spChg chg="add mod">
          <ac:chgData name="Bastien Gallay" userId="S::gallay@teragone-factory.com::a1eb176e-0b74-4018-96ec-9809138c83c4" providerId="AD" clId="Web-{FD2B8E00-E8EE-51C4-DD62-D706AE58ACB5}" dt="2025-11-18T17:38:54.805" v="300" actId="20577"/>
          <ac:spMkLst>
            <pc:docMk/>
            <pc:sldMk cId="1837288970" sldId="325"/>
            <ac:spMk id="8" creationId="{A692B615-99EE-84C7-5E7E-0D6F00376900}"/>
          </ac:spMkLst>
        </pc:spChg>
        <pc:spChg chg="add mod">
          <ac:chgData name="Bastien Gallay" userId="S::gallay@teragone-factory.com::a1eb176e-0b74-4018-96ec-9809138c83c4" providerId="AD" clId="Web-{FD2B8E00-E8EE-51C4-DD62-D706AE58ACB5}" dt="2025-11-18T17:38:54.836" v="301" actId="20577"/>
          <ac:spMkLst>
            <pc:docMk/>
            <pc:sldMk cId="1837288970" sldId="325"/>
            <ac:spMk id="10" creationId="{08D9A226-DED0-0629-4F1A-30A27A670640}"/>
          </ac:spMkLst>
        </pc:spChg>
        <pc:graphicFrameChg chg="mod modGraphic">
          <ac:chgData name="Bastien Gallay" userId="S::gallay@teragone-factory.com::a1eb176e-0b74-4018-96ec-9809138c83c4" providerId="AD" clId="Web-{FD2B8E00-E8EE-51C4-DD62-D706AE58ACB5}" dt="2025-11-20T12:27:07.867" v="876"/>
          <ac:graphicFrameMkLst>
            <pc:docMk/>
            <pc:sldMk cId="1837288970" sldId="325"/>
            <ac:graphicFrameMk id="5" creationId="{BBD9F3CB-38FF-D50C-602F-290CF796C079}"/>
          </ac:graphicFrameMkLst>
        </pc:graphicFrameChg>
        <pc:cxnChg chg="add">
          <ac:chgData name="Bastien Gallay" userId="S::gallay@teragone-factory.com::a1eb176e-0b74-4018-96ec-9809138c83c4" providerId="AD" clId="Web-{FD2B8E00-E8EE-51C4-DD62-D706AE58ACB5}" dt="2025-11-18T17:38:22.163" v="265"/>
          <ac:cxnSpMkLst>
            <pc:docMk/>
            <pc:sldMk cId="1837288970" sldId="325"/>
            <ac:cxnSpMk id="12" creationId="{F5B691C1-38EF-AFC5-FE6C-9C98A9F71DC6}"/>
          </ac:cxnSpMkLst>
        </pc:cxnChg>
      </pc:sldChg>
      <pc:sldChg chg="addSp modSp">
        <pc:chgData name="Bastien Gallay" userId="S::gallay@teragone-factory.com::a1eb176e-0b74-4018-96ec-9809138c83c4" providerId="AD" clId="Web-{FD2B8E00-E8EE-51C4-DD62-D706AE58ACB5}" dt="2025-11-20T12:28:06.776" v="941"/>
        <pc:sldMkLst>
          <pc:docMk/>
          <pc:sldMk cId="986540719" sldId="326"/>
        </pc:sldMkLst>
        <pc:spChg chg="mod">
          <ac:chgData name="Bastien Gallay" userId="S::gallay@teragone-factory.com::a1eb176e-0b74-4018-96ec-9809138c83c4" providerId="AD" clId="Web-{FD2B8E00-E8EE-51C4-DD62-D706AE58ACB5}" dt="2025-11-20T12:28:03.558" v="924" actId="20577"/>
          <ac:spMkLst>
            <pc:docMk/>
            <pc:sldMk cId="986540719" sldId="326"/>
            <ac:spMk id="2" creationId="{D30884E1-3DB9-3986-698C-28308003FF09}"/>
          </ac:spMkLst>
        </pc:spChg>
        <pc:spChg chg="mod">
          <ac:chgData name="Bastien Gallay" userId="S::gallay@teragone-factory.com::a1eb176e-0b74-4018-96ec-9809138c83c4" providerId="AD" clId="Web-{FD2B8E00-E8EE-51C4-DD62-D706AE58ACB5}" dt="2025-11-20T12:28:00.385" v="922"/>
          <ac:spMkLst>
            <pc:docMk/>
            <pc:sldMk cId="986540719" sldId="326"/>
            <ac:spMk id="3" creationId="{2F83E857-5151-B447-DAD4-DC5C24C54264}"/>
          </ac:spMkLst>
        </pc:spChg>
        <pc:spChg chg="add mod">
          <ac:chgData name="Bastien Gallay" userId="S::gallay@teragone-factory.com::a1eb176e-0b74-4018-96ec-9809138c83c4" providerId="AD" clId="Web-{FD2B8E00-E8EE-51C4-DD62-D706AE58ACB5}" dt="2025-11-18T17:33:30.377" v="174"/>
          <ac:spMkLst>
            <pc:docMk/>
            <pc:sldMk cId="986540719" sldId="326"/>
            <ac:spMk id="6" creationId="{EA33F158-F757-1A8F-89D4-80047E1EEA88}"/>
          </ac:spMkLst>
        </pc:spChg>
        <pc:spChg chg="add mod">
          <ac:chgData name="Bastien Gallay" userId="S::gallay@teragone-factory.com::a1eb176e-0b74-4018-96ec-9809138c83c4" providerId="AD" clId="Web-{FD2B8E00-E8EE-51C4-DD62-D706AE58ACB5}" dt="2025-11-18T17:33:30.393" v="175"/>
          <ac:spMkLst>
            <pc:docMk/>
            <pc:sldMk cId="986540719" sldId="326"/>
            <ac:spMk id="8" creationId="{59CF11FA-46C5-B872-5AF0-9AC43A6E66E4}"/>
          </ac:spMkLst>
        </pc:spChg>
        <pc:spChg chg="add">
          <ac:chgData name="Bastien Gallay" userId="S::gallay@teragone-factory.com::a1eb176e-0b74-4018-96ec-9809138c83c4" providerId="AD" clId="Web-{FD2B8E00-E8EE-51C4-DD62-D706AE58ACB5}" dt="2025-11-18T17:39:03.493" v="306"/>
          <ac:spMkLst>
            <pc:docMk/>
            <pc:sldMk cId="986540719" sldId="326"/>
            <ac:spMk id="10" creationId="{D84185AC-8E23-8DBD-BB91-D54F37B36AEA}"/>
          </ac:spMkLst>
        </pc:spChg>
        <pc:graphicFrameChg chg="mod modGraphic">
          <ac:chgData name="Bastien Gallay" userId="S::gallay@teragone-factory.com::a1eb176e-0b74-4018-96ec-9809138c83c4" providerId="AD" clId="Web-{FD2B8E00-E8EE-51C4-DD62-D706AE58ACB5}" dt="2025-11-20T12:28:06.776" v="941"/>
          <ac:graphicFrameMkLst>
            <pc:docMk/>
            <pc:sldMk cId="986540719" sldId="326"/>
            <ac:graphicFrameMk id="5" creationId="{4493BE40-0D46-7B72-50FB-81E4C1CF2FA4}"/>
          </ac:graphicFrameMkLst>
        </pc:graphicFrameChg>
        <pc:cxnChg chg="add">
          <ac:chgData name="Bastien Gallay" userId="S::gallay@teragone-factory.com::a1eb176e-0b74-4018-96ec-9809138c83c4" providerId="AD" clId="Web-{FD2B8E00-E8EE-51C4-DD62-D706AE58ACB5}" dt="2025-11-18T17:39:03.524" v="307"/>
          <ac:cxnSpMkLst>
            <pc:docMk/>
            <pc:sldMk cId="986540719" sldId="326"/>
            <ac:cxnSpMk id="12" creationId="{EF779DCF-4A74-A6C1-DE0F-1ECEBEDD8D81}"/>
          </ac:cxnSpMkLst>
        </pc:cxnChg>
      </pc:sldChg>
      <pc:sldChg chg="addSp modSp">
        <pc:chgData name="Bastien Gallay" userId="S::gallay@teragone-factory.com::a1eb176e-0b74-4018-96ec-9809138c83c4" providerId="AD" clId="Web-{FD2B8E00-E8EE-51C4-DD62-D706AE58ACB5}" dt="2025-11-20T12:28:44.356" v="972"/>
        <pc:sldMkLst>
          <pc:docMk/>
          <pc:sldMk cId="2347734481" sldId="327"/>
        </pc:sldMkLst>
        <pc:spChg chg="mod">
          <ac:chgData name="Bastien Gallay" userId="S::gallay@teragone-factory.com::a1eb176e-0b74-4018-96ec-9809138c83c4" providerId="AD" clId="Web-{FD2B8E00-E8EE-51C4-DD62-D706AE58ACB5}" dt="2025-11-20T12:28:14.714" v="942"/>
          <ac:spMkLst>
            <pc:docMk/>
            <pc:sldMk cId="2347734481" sldId="327"/>
            <ac:spMk id="2" creationId="{F40E791E-0003-FEA7-811B-12B513DA5B8C}"/>
          </ac:spMkLst>
        </pc:spChg>
        <pc:spChg chg="mod">
          <ac:chgData name="Bastien Gallay" userId="S::gallay@teragone-factory.com::a1eb176e-0b74-4018-96ec-9809138c83c4" providerId="AD" clId="Web-{FD2B8E00-E8EE-51C4-DD62-D706AE58ACB5}" dt="2025-11-20T12:28:14.792" v="943"/>
          <ac:spMkLst>
            <pc:docMk/>
            <pc:sldMk cId="2347734481" sldId="327"/>
            <ac:spMk id="3" creationId="{8E56CD1B-9C3E-0FCC-5ED3-82A861B9ABF4}"/>
          </ac:spMkLst>
        </pc:spChg>
        <pc:spChg chg="add mod">
          <ac:chgData name="Bastien Gallay" userId="S::gallay@teragone-factory.com::a1eb176e-0b74-4018-96ec-9809138c83c4" providerId="AD" clId="Web-{FD2B8E00-E8EE-51C4-DD62-D706AE58ACB5}" dt="2025-11-18T17:33:33.190" v="176"/>
          <ac:spMkLst>
            <pc:docMk/>
            <pc:sldMk cId="2347734481" sldId="327"/>
            <ac:spMk id="7" creationId="{31E8D441-074E-1F8A-99F2-A5B646F1D321}"/>
          </ac:spMkLst>
        </pc:spChg>
        <pc:spChg chg="add mod">
          <ac:chgData name="Bastien Gallay" userId="S::gallay@teragone-factory.com::a1eb176e-0b74-4018-96ec-9809138c83c4" providerId="AD" clId="Web-{FD2B8E00-E8EE-51C4-DD62-D706AE58ACB5}" dt="2025-11-18T17:33:33.221" v="177"/>
          <ac:spMkLst>
            <pc:docMk/>
            <pc:sldMk cId="2347734481" sldId="327"/>
            <ac:spMk id="9" creationId="{3C95D50C-7BE4-219B-00D4-114FC34E05E5}"/>
          </ac:spMkLst>
        </pc:spChg>
        <pc:spChg chg="add">
          <ac:chgData name="Bastien Gallay" userId="S::gallay@teragone-factory.com::a1eb176e-0b74-4018-96ec-9809138c83c4" providerId="AD" clId="Web-{FD2B8E00-E8EE-51C4-DD62-D706AE58ACB5}" dt="2025-11-18T17:39:06.181" v="308"/>
          <ac:spMkLst>
            <pc:docMk/>
            <pc:sldMk cId="2347734481" sldId="327"/>
            <ac:spMk id="11" creationId="{6D5ECCFC-C3B2-1ED1-901B-938781C6D628}"/>
          </ac:spMkLst>
        </pc:spChg>
        <pc:graphicFrameChg chg="mod modGraphic">
          <ac:chgData name="Bastien Gallay" userId="S::gallay@teragone-factory.com::a1eb176e-0b74-4018-96ec-9809138c83c4" providerId="AD" clId="Web-{FD2B8E00-E8EE-51C4-DD62-D706AE58ACB5}" dt="2025-11-20T12:28:23.496" v="969"/>
          <ac:graphicFrameMkLst>
            <pc:docMk/>
            <pc:sldMk cId="2347734481" sldId="327"/>
            <ac:graphicFrameMk id="5" creationId="{47F6D593-F87F-F7CA-310A-4121BEFDEF23}"/>
          </ac:graphicFrameMkLst>
        </pc:graphicFrameChg>
        <pc:graphicFrameChg chg="mod modGraphic">
          <ac:chgData name="Bastien Gallay" userId="S::gallay@teragone-factory.com::a1eb176e-0b74-4018-96ec-9809138c83c4" providerId="AD" clId="Web-{FD2B8E00-E8EE-51C4-DD62-D706AE58ACB5}" dt="2025-11-20T12:28:44.356" v="972"/>
          <ac:graphicFrameMkLst>
            <pc:docMk/>
            <pc:sldMk cId="2347734481" sldId="327"/>
            <ac:graphicFrameMk id="6" creationId="{33A79A60-8EB2-13F3-3BD6-AFECDEED0E12}"/>
          </ac:graphicFrameMkLst>
        </pc:graphicFrameChg>
        <pc:cxnChg chg="add">
          <ac:chgData name="Bastien Gallay" userId="S::gallay@teragone-factory.com::a1eb176e-0b74-4018-96ec-9809138c83c4" providerId="AD" clId="Web-{FD2B8E00-E8EE-51C4-DD62-D706AE58ACB5}" dt="2025-11-18T17:39:06.212" v="309"/>
          <ac:cxnSpMkLst>
            <pc:docMk/>
            <pc:sldMk cId="2347734481" sldId="327"/>
            <ac:cxnSpMk id="13" creationId="{61895727-3C20-9026-96ED-48BA2A848C26}"/>
          </ac:cxnSpMkLst>
        </pc:cxnChg>
      </pc:sldChg>
      <pc:sldChg chg="addSp modSp">
        <pc:chgData name="Bastien Gallay" userId="S::gallay@teragone-factory.com::a1eb176e-0b74-4018-96ec-9809138c83c4" providerId="AD" clId="Web-{FD2B8E00-E8EE-51C4-DD62-D706AE58ACB5}" dt="2025-11-20T12:17:30.284" v="434" actId="1076"/>
        <pc:sldMkLst>
          <pc:docMk/>
          <pc:sldMk cId="46821405" sldId="333"/>
        </pc:sldMkLst>
        <pc:spChg chg="mod">
          <ac:chgData name="Bastien Gallay" userId="S::gallay@teragone-factory.com::a1eb176e-0b74-4018-96ec-9809138c83c4" providerId="AD" clId="Web-{FD2B8E00-E8EE-51C4-DD62-D706AE58ACB5}" dt="2025-11-20T12:17:30.284" v="434" actId="1076"/>
          <ac:spMkLst>
            <pc:docMk/>
            <pc:sldMk cId="46821405" sldId="333"/>
            <ac:spMk id="12" creationId="{9AEDF293-2A05-B659-5CF5-B7BF64A82EAD}"/>
          </ac:spMkLst>
        </pc:spChg>
      </pc:sldChg>
      <pc:sldChg chg="addSp delSp modSp">
        <pc:chgData name="Bastien Gallay" userId="S::gallay@teragone-factory.com::a1eb176e-0b74-4018-96ec-9809138c83c4" providerId="AD" clId="Web-{FD2B8E00-E8EE-51C4-DD62-D706AE58ACB5}" dt="2025-11-20T12:18:12.113" v="450" actId="1076"/>
        <pc:sldMkLst>
          <pc:docMk/>
          <pc:sldMk cId="3270052645" sldId="334"/>
        </pc:sldMkLst>
        <pc:spChg chg="mod">
          <ac:chgData name="Bastien Gallay" userId="S::gallay@teragone-factory.com::a1eb176e-0b74-4018-96ec-9809138c83c4" providerId="AD" clId="Web-{FD2B8E00-E8EE-51C4-DD62-D706AE58ACB5}" dt="2025-11-20T12:18:11.942" v="446" actId="1076"/>
          <ac:spMkLst>
            <pc:docMk/>
            <pc:sldMk cId="3270052645" sldId="334"/>
            <ac:spMk id="4" creationId="{90B331E7-05AA-C1B5-A8F6-8A6048059539}"/>
          </ac:spMkLst>
        </pc:spChg>
        <pc:spChg chg="mod">
          <ac:chgData name="Bastien Gallay" userId="S::gallay@teragone-factory.com::a1eb176e-0b74-4018-96ec-9809138c83c4" providerId="AD" clId="Web-{FD2B8E00-E8EE-51C4-DD62-D706AE58ACB5}" dt="2025-11-20T12:18:11.988" v="447" actId="1076"/>
          <ac:spMkLst>
            <pc:docMk/>
            <pc:sldMk cId="3270052645" sldId="334"/>
            <ac:spMk id="5" creationId="{198845B2-6F5E-CB6E-9B18-31679936CDC8}"/>
          </ac:spMkLst>
        </pc:spChg>
        <pc:spChg chg="mod">
          <ac:chgData name="Bastien Gallay" userId="S::gallay@teragone-factory.com::a1eb176e-0b74-4018-96ec-9809138c83c4" providerId="AD" clId="Web-{FD2B8E00-E8EE-51C4-DD62-D706AE58ACB5}" dt="2025-11-20T12:18:12.035" v="448" actId="1076"/>
          <ac:spMkLst>
            <pc:docMk/>
            <pc:sldMk cId="3270052645" sldId="334"/>
            <ac:spMk id="8" creationId="{AAC5107E-2011-874F-7D3F-5799A0F26D22}"/>
          </ac:spMkLst>
        </pc:spChg>
        <pc:spChg chg="mod">
          <ac:chgData name="Bastien Gallay" userId="S::gallay@teragone-factory.com::a1eb176e-0b74-4018-96ec-9809138c83c4" providerId="AD" clId="Web-{FD2B8E00-E8EE-51C4-DD62-D706AE58ACB5}" dt="2025-11-20T12:18:12.066" v="449" actId="1076"/>
          <ac:spMkLst>
            <pc:docMk/>
            <pc:sldMk cId="3270052645" sldId="334"/>
            <ac:spMk id="9" creationId="{7D185243-C9EA-F39D-096C-A0B7A8A8B8F7}"/>
          </ac:spMkLst>
        </pc:spChg>
        <pc:spChg chg="mod">
          <ac:chgData name="Bastien Gallay" userId="S::gallay@teragone-factory.com::a1eb176e-0b74-4018-96ec-9809138c83c4" providerId="AD" clId="Web-{FD2B8E00-E8EE-51C4-DD62-D706AE58ACB5}" dt="2025-11-20T12:18:12.113" v="450" actId="1076"/>
          <ac:spMkLst>
            <pc:docMk/>
            <pc:sldMk cId="3270052645" sldId="334"/>
            <ac:spMk id="10" creationId="{BED26926-E7D1-F2AA-2957-741E6FFFD71B}"/>
          </ac:spMkLst>
        </pc:spChg>
      </pc:sldChg>
      <pc:sldChg chg="addSp delSp modSp">
        <pc:chgData name="Bastien Gallay" userId="S::gallay@teragone-factory.com::a1eb176e-0b74-4018-96ec-9809138c83c4" providerId="AD" clId="Web-{FD2B8E00-E8EE-51C4-DD62-D706AE58ACB5}" dt="2025-11-20T12:18:32.660" v="457" actId="14100"/>
        <pc:sldMkLst>
          <pc:docMk/>
          <pc:sldMk cId="267806649" sldId="335"/>
        </pc:sldMkLst>
        <pc:spChg chg="mod">
          <ac:chgData name="Bastien Gallay" userId="S::gallay@teragone-factory.com::a1eb176e-0b74-4018-96ec-9809138c83c4" providerId="AD" clId="Web-{FD2B8E00-E8EE-51C4-DD62-D706AE58ACB5}" dt="2025-11-20T12:18:23.566" v="451"/>
          <ac:spMkLst>
            <pc:docMk/>
            <pc:sldMk cId="267806649" sldId="335"/>
            <ac:spMk id="4" creationId="{3448AAEB-90D2-A5E1-64A4-EEE28866F7C3}"/>
          </ac:spMkLst>
        </pc:spChg>
        <pc:spChg chg="mod">
          <ac:chgData name="Bastien Gallay" userId="S::gallay@teragone-factory.com::a1eb176e-0b74-4018-96ec-9809138c83c4" providerId="AD" clId="Web-{FD2B8E00-E8EE-51C4-DD62-D706AE58ACB5}" dt="2025-11-20T12:18:23.566" v="452"/>
          <ac:spMkLst>
            <pc:docMk/>
            <pc:sldMk cId="267806649" sldId="335"/>
            <ac:spMk id="5" creationId="{37383C0D-4814-9BE4-36A1-C587E6BF9041}"/>
          </ac:spMkLst>
        </pc:spChg>
        <pc:spChg chg="mod">
          <ac:chgData name="Bastien Gallay" userId="S::gallay@teragone-factory.com::a1eb176e-0b74-4018-96ec-9809138c83c4" providerId="AD" clId="Web-{FD2B8E00-E8EE-51C4-DD62-D706AE58ACB5}" dt="2025-11-20T12:18:32.660" v="457" actId="14100"/>
          <ac:spMkLst>
            <pc:docMk/>
            <pc:sldMk cId="267806649" sldId="335"/>
            <ac:spMk id="6" creationId="{0C1F7189-E682-37AC-72BE-04F1615620F2}"/>
          </ac:spMkLst>
        </pc:spChg>
        <pc:spChg chg="mod">
          <ac:chgData name="Bastien Gallay" userId="S::gallay@teragone-factory.com::a1eb176e-0b74-4018-96ec-9809138c83c4" providerId="AD" clId="Web-{FD2B8E00-E8EE-51C4-DD62-D706AE58ACB5}" dt="2025-11-20T12:18:23.566" v="454"/>
          <ac:spMkLst>
            <pc:docMk/>
            <pc:sldMk cId="267806649" sldId="335"/>
            <ac:spMk id="7" creationId="{29EC0761-9E69-4FBA-CD62-E965F08A7B92}"/>
          </ac:spMkLst>
        </pc:spChg>
        <pc:spChg chg="mod">
          <ac:chgData name="Bastien Gallay" userId="S::gallay@teragone-factory.com::a1eb176e-0b74-4018-96ec-9809138c83c4" providerId="AD" clId="Web-{FD2B8E00-E8EE-51C4-DD62-D706AE58ACB5}" dt="2025-11-20T12:18:23.723" v="455"/>
          <ac:spMkLst>
            <pc:docMk/>
            <pc:sldMk cId="267806649" sldId="335"/>
            <ac:spMk id="8" creationId="{A2560A8C-34C6-1AC6-2195-F93F3EB48BBC}"/>
          </ac:spMkLst>
        </pc:spChg>
      </pc:sldChg>
      <pc:sldChg chg="modSp">
        <pc:chgData name="Bastien Gallay" userId="S::gallay@teragone-factory.com::a1eb176e-0b74-4018-96ec-9809138c83c4" providerId="AD" clId="Web-{FD2B8E00-E8EE-51C4-DD62-D706AE58ACB5}" dt="2025-11-18T17:27:12.209" v="67"/>
        <pc:sldMkLst>
          <pc:docMk/>
          <pc:sldMk cId="372266583" sldId="341"/>
        </pc:sldMkLst>
        <pc:graphicFrameChg chg="mod modGraphic">
          <ac:chgData name="Bastien Gallay" userId="S::gallay@teragone-factory.com::a1eb176e-0b74-4018-96ec-9809138c83c4" providerId="AD" clId="Web-{FD2B8E00-E8EE-51C4-DD62-D706AE58ACB5}" dt="2025-11-18T17:27:12.209" v="67"/>
          <ac:graphicFrameMkLst>
            <pc:docMk/>
            <pc:sldMk cId="372266583" sldId="341"/>
            <ac:graphicFrameMk id="3" creationId="{A5B73D8D-BA74-5C8F-C46C-9322290B0002}"/>
          </ac:graphicFrameMkLst>
        </pc:graphicFrameChg>
      </pc:sldChg>
      <pc:sldChg chg="addSp modSp">
        <pc:chgData name="Bastien Gallay" userId="S::gallay@teragone-factory.com::a1eb176e-0b74-4018-96ec-9809138c83c4" providerId="AD" clId="Web-{FD2B8E00-E8EE-51C4-DD62-D706AE58ACB5}" dt="2025-11-18T17:25:49.080" v="21" actId="20577"/>
        <pc:sldMkLst>
          <pc:docMk/>
          <pc:sldMk cId="67116177" sldId="342"/>
        </pc:sldMkLst>
        <pc:spChg chg="mod">
          <ac:chgData name="Bastien Gallay" userId="S::gallay@teragone-factory.com::a1eb176e-0b74-4018-96ec-9809138c83c4" providerId="AD" clId="Web-{FD2B8E00-E8EE-51C4-DD62-D706AE58ACB5}" dt="2025-11-18T17:25:49.080" v="21" actId="20577"/>
          <ac:spMkLst>
            <pc:docMk/>
            <pc:sldMk cId="67116177" sldId="342"/>
            <ac:spMk id="3" creationId="{00000000-0000-0000-0000-000000000000}"/>
          </ac:spMkLst>
        </pc:spChg>
        <pc:spChg chg="add mod">
          <ac:chgData name="Bastien Gallay" userId="S::gallay@teragone-factory.com::a1eb176e-0b74-4018-96ec-9809138c83c4" providerId="AD" clId="Web-{FD2B8E00-E8EE-51C4-DD62-D706AE58ACB5}" dt="2025-11-18T17:24:28.028" v="0"/>
          <ac:spMkLst>
            <pc:docMk/>
            <pc:sldMk cId="67116177" sldId="342"/>
            <ac:spMk id="5" creationId="{0536FF8A-3449-73D0-52C0-BA979F0D7A08}"/>
          </ac:spMkLst>
        </pc:spChg>
        <pc:spChg chg="add mod">
          <ac:chgData name="Bastien Gallay" userId="S::gallay@teragone-factory.com::a1eb176e-0b74-4018-96ec-9809138c83c4" providerId="AD" clId="Web-{FD2B8E00-E8EE-51C4-DD62-D706AE58ACB5}" dt="2025-11-18T17:24:28.044" v="1"/>
          <ac:spMkLst>
            <pc:docMk/>
            <pc:sldMk cId="67116177" sldId="342"/>
            <ac:spMk id="7" creationId="{EAD3BCEA-363C-0C43-843E-08494B28E2C9}"/>
          </ac:spMkLst>
        </pc:spChg>
      </pc:sldChg>
      <pc:sldChg chg="addSp delSp modSp">
        <pc:chgData name="Bastien Gallay" userId="S::gallay@teragone-factory.com::a1eb176e-0b74-4018-96ec-9809138c83c4" providerId="AD" clId="Web-{FD2B8E00-E8EE-51C4-DD62-D706AE58ACB5}" dt="2025-11-18T17:26:59.802" v="54"/>
        <pc:sldMkLst>
          <pc:docMk/>
          <pc:sldMk cId="1303541974" sldId="343"/>
        </pc:sldMkLst>
        <pc:spChg chg="add">
          <ac:chgData name="Bastien Gallay" userId="S::gallay@teragone-factory.com::a1eb176e-0b74-4018-96ec-9809138c83c4" providerId="AD" clId="Web-{FD2B8E00-E8EE-51C4-DD62-D706AE58ACB5}" dt="2025-11-18T17:26:46.286" v="36"/>
          <ac:spMkLst>
            <pc:docMk/>
            <pc:sldMk cId="1303541974" sldId="343"/>
            <ac:spMk id="4" creationId="{3100595E-1B6F-7EBA-D7AF-353A33F0C948}"/>
          </ac:spMkLst>
        </pc:spChg>
        <pc:graphicFrameChg chg="mod modGraphic">
          <ac:chgData name="Bastien Gallay" userId="S::gallay@teragone-factory.com::a1eb176e-0b74-4018-96ec-9809138c83c4" providerId="AD" clId="Web-{FD2B8E00-E8EE-51C4-DD62-D706AE58ACB5}" dt="2025-11-18T17:26:59.802" v="54"/>
          <ac:graphicFrameMkLst>
            <pc:docMk/>
            <pc:sldMk cId="1303541974" sldId="343"/>
            <ac:graphicFrameMk id="3" creationId="{761376F3-58FB-5917-922B-F83962C3562E}"/>
          </ac:graphicFrameMkLst>
        </pc:graphicFrameChg>
        <pc:cxnChg chg="add">
          <ac:chgData name="Bastien Gallay" userId="S::gallay@teragone-factory.com::a1eb176e-0b74-4018-96ec-9809138c83c4" providerId="AD" clId="Web-{FD2B8E00-E8EE-51C4-DD62-D706AE58ACB5}" dt="2025-11-18T17:26:46.317" v="37"/>
          <ac:cxnSpMkLst>
            <pc:docMk/>
            <pc:sldMk cId="1303541974" sldId="343"/>
            <ac:cxnSpMk id="9" creationId="{1DFA96CF-BCDA-7911-05FC-DBACE19CD313}"/>
          </ac:cxnSpMkLst>
        </pc:cxnChg>
      </pc:sldChg>
      <pc:sldChg chg="modSp">
        <pc:chgData name="Bastien Gallay" userId="S::gallay@teragone-factory.com::a1eb176e-0b74-4018-96ec-9809138c83c4" providerId="AD" clId="Web-{FD2B8E00-E8EE-51C4-DD62-D706AE58ACB5}" dt="2025-11-18T17:46:16.691" v="397" actId="1076"/>
        <pc:sldMkLst>
          <pc:docMk/>
          <pc:sldMk cId="794861287" sldId="351"/>
        </pc:sldMkLst>
        <pc:spChg chg="mod">
          <ac:chgData name="Bastien Gallay" userId="S::gallay@teragone-factory.com::a1eb176e-0b74-4018-96ec-9809138c83c4" providerId="AD" clId="Web-{FD2B8E00-E8EE-51C4-DD62-D706AE58ACB5}" dt="2025-11-18T17:46:16.691" v="397" actId="1076"/>
          <ac:spMkLst>
            <pc:docMk/>
            <pc:sldMk cId="794861287" sldId="351"/>
            <ac:spMk id="2" creationId="{9E751F11-65EF-CB92-9D77-ABB01B98B2D4}"/>
          </ac:spMkLst>
        </pc:spChg>
      </pc:sldChg>
      <pc:sldChg chg="modSp">
        <pc:chgData name="Bastien Gallay" userId="S::gallay@teragone-factory.com::a1eb176e-0b74-4018-96ec-9809138c83c4" providerId="AD" clId="Web-{FD2B8E00-E8EE-51C4-DD62-D706AE58ACB5}" dt="2025-11-18T17:46:41.348" v="404" actId="20577"/>
        <pc:sldMkLst>
          <pc:docMk/>
          <pc:sldMk cId="1951514563" sldId="353"/>
        </pc:sldMkLst>
        <pc:spChg chg="mod">
          <ac:chgData name="Bastien Gallay" userId="S::gallay@teragone-factory.com::a1eb176e-0b74-4018-96ec-9809138c83c4" providerId="AD" clId="Web-{FD2B8E00-E8EE-51C4-DD62-D706AE58ACB5}" dt="2025-11-18T17:46:41.348" v="404" actId="20577"/>
          <ac:spMkLst>
            <pc:docMk/>
            <pc:sldMk cId="1951514563" sldId="353"/>
            <ac:spMk id="2" creationId="{CD89105F-8591-163E-14BA-82EF480CCD5A}"/>
          </ac:spMkLst>
        </pc:spChg>
      </pc:sldChg>
      <pc:sldChg chg="modSp">
        <pc:chgData name="Bastien Gallay" userId="S::gallay@teragone-factory.com::a1eb176e-0b74-4018-96ec-9809138c83c4" providerId="AD" clId="Web-{FD2B8E00-E8EE-51C4-DD62-D706AE58ACB5}" dt="2025-11-18T17:46:36.769" v="402" actId="20577"/>
        <pc:sldMkLst>
          <pc:docMk/>
          <pc:sldMk cId="449835873" sldId="354"/>
        </pc:sldMkLst>
        <pc:spChg chg="mod">
          <ac:chgData name="Bastien Gallay" userId="S::gallay@teragone-factory.com::a1eb176e-0b74-4018-96ec-9809138c83c4" providerId="AD" clId="Web-{FD2B8E00-E8EE-51C4-DD62-D706AE58ACB5}" dt="2025-11-18T17:46:36.769" v="402" actId="20577"/>
          <ac:spMkLst>
            <pc:docMk/>
            <pc:sldMk cId="449835873" sldId="354"/>
            <ac:spMk id="2" creationId="{39CA4E7A-66FE-EDB4-05A2-1A3775A2756D}"/>
          </ac:spMkLst>
        </pc:spChg>
      </pc:sldChg>
    </pc:docChg>
  </pc:docChgLst>
  <pc:docChgLst>
    <pc:chgData name="Bastien Gallay" userId="a1eb176e-0b74-4018-96ec-9809138c83c4" providerId="ADAL" clId="{C93D7830-09FB-5B16-BEAA-59083EEB6EF6}"/>
    <pc:docChg chg="undo custSel addSld delSld modSld modMainMaster">
      <pc:chgData name="Bastien Gallay" userId="a1eb176e-0b74-4018-96ec-9809138c83c4" providerId="ADAL" clId="{C93D7830-09FB-5B16-BEAA-59083EEB6EF6}" dt="2025-11-21T15:52:45.689" v="749"/>
      <pc:docMkLst>
        <pc:docMk/>
      </pc:docMkLst>
      <pc:sldChg chg="modSp mod">
        <pc:chgData name="Bastien Gallay" userId="a1eb176e-0b74-4018-96ec-9809138c83c4" providerId="ADAL" clId="{C93D7830-09FB-5B16-BEAA-59083EEB6EF6}" dt="2025-11-21T10:30:31.845" v="472" actId="14100"/>
        <pc:sldMkLst>
          <pc:docMk/>
          <pc:sldMk cId="0" sldId="258"/>
        </pc:sldMkLst>
        <pc:cxnChg chg="mod">
          <ac:chgData name="Bastien Gallay" userId="a1eb176e-0b74-4018-96ec-9809138c83c4" providerId="ADAL" clId="{C93D7830-09FB-5B16-BEAA-59083EEB6EF6}" dt="2025-11-21T10:30:31.845" v="472" actId="14100"/>
          <ac:cxnSpMkLst>
            <pc:docMk/>
            <pc:sldMk cId="0" sldId="258"/>
            <ac:cxnSpMk id="17" creationId="{7D3CF790-DDF4-C72E-018D-DE55CE90702B}"/>
          </ac:cxnSpMkLst>
        </pc:cxnChg>
      </pc:sldChg>
      <pc:sldChg chg="del">
        <pc:chgData name="Bastien Gallay" userId="a1eb176e-0b74-4018-96ec-9809138c83c4" providerId="ADAL" clId="{C93D7830-09FB-5B16-BEAA-59083EEB6EF6}" dt="2025-11-21T10:47:35.625" v="578" actId="2696"/>
        <pc:sldMkLst>
          <pc:docMk/>
          <pc:sldMk cId="0" sldId="259"/>
        </pc:sldMkLst>
      </pc:sldChg>
      <pc:sldChg chg="modSp mod">
        <pc:chgData name="Bastien Gallay" userId="a1eb176e-0b74-4018-96ec-9809138c83c4" providerId="ADAL" clId="{C93D7830-09FB-5B16-BEAA-59083EEB6EF6}" dt="2025-11-21T10:52:15.506" v="610" actId="404"/>
        <pc:sldMkLst>
          <pc:docMk/>
          <pc:sldMk cId="725667910" sldId="264"/>
        </pc:sldMkLst>
        <pc:spChg chg="mod">
          <ac:chgData name="Bastien Gallay" userId="a1eb176e-0b74-4018-96ec-9809138c83c4" providerId="ADAL" clId="{C93D7830-09FB-5B16-BEAA-59083EEB6EF6}" dt="2025-11-21T10:52:15.506" v="610" actId="404"/>
          <ac:spMkLst>
            <pc:docMk/>
            <pc:sldMk cId="725667910" sldId="264"/>
            <ac:spMk id="2" creationId="{371ECC9E-0395-43E2-80F6-39B8C268A0BB}"/>
          </ac:spMkLst>
        </pc:spChg>
        <pc:cxnChg chg="mod">
          <ac:chgData name="Bastien Gallay" userId="a1eb176e-0b74-4018-96ec-9809138c83c4" providerId="ADAL" clId="{C93D7830-09FB-5B16-BEAA-59083EEB6EF6}" dt="2025-11-21T10:34:13.087" v="532" actId="14100"/>
          <ac:cxnSpMkLst>
            <pc:docMk/>
            <pc:sldMk cId="725667910" sldId="264"/>
            <ac:cxnSpMk id="12" creationId="{6F5E0D34-5388-DD81-2FFC-87BEF8E6113E}"/>
          </ac:cxnSpMkLst>
        </pc:cxnChg>
      </pc:sldChg>
      <pc:sldChg chg="modSp mod">
        <pc:chgData name="Bastien Gallay" userId="a1eb176e-0b74-4018-96ec-9809138c83c4" providerId="ADAL" clId="{C93D7830-09FB-5B16-BEAA-59083EEB6EF6}" dt="2025-11-21T10:52:19.723" v="611" actId="404"/>
        <pc:sldMkLst>
          <pc:docMk/>
          <pc:sldMk cId="1252069444" sldId="265"/>
        </pc:sldMkLst>
        <pc:spChg chg="mod">
          <ac:chgData name="Bastien Gallay" userId="a1eb176e-0b74-4018-96ec-9809138c83c4" providerId="ADAL" clId="{C93D7830-09FB-5B16-BEAA-59083EEB6EF6}" dt="2025-11-21T10:52:19.723" v="611" actId="404"/>
          <ac:spMkLst>
            <pc:docMk/>
            <pc:sldMk cId="1252069444" sldId="265"/>
            <ac:spMk id="2" creationId="{7755C08F-23E2-96E5-DBEA-06A54FDD061E}"/>
          </ac:spMkLst>
        </pc:spChg>
        <pc:spChg chg="mod">
          <ac:chgData name="Bastien Gallay" userId="a1eb176e-0b74-4018-96ec-9809138c83c4" providerId="ADAL" clId="{C93D7830-09FB-5B16-BEAA-59083EEB6EF6}" dt="2025-11-21T10:36:18.436" v="561" actId="242"/>
          <ac:spMkLst>
            <pc:docMk/>
            <pc:sldMk cId="1252069444" sldId="265"/>
            <ac:spMk id="6" creationId="{7920F241-2E9E-A07B-1B6B-279B5231B8EA}"/>
          </ac:spMkLst>
        </pc:spChg>
        <pc:cxnChg chg="mod">
          <ac:chgData name="Bastien Gallay" userId="a1eb176e-0b74-4018-96ec-9809138c83c4" providerId="ADAL" clId="{C93D7830-09FB-5B16-BEAA-59083EEB6EF6}" dt="2025-11-21T10:34:18.706" v="534" actId="14100"/>
          <ac:cxnSpMkLst>
            <pc:docMk/>
            <pc:sldMk cId="1252069444" sldId="265"/>
            <ac:cxnSpMk id="12" creationId="{F975B1AA-0F7B-78AC-185D-79326529122E}"/>
          </ac:cxnSpMkLst>
        </pc:cxnChg>
      </pc:sldChg>
      <pc:sldChg chg="modSp mod">
        <pc:chgData name="Bastien Gallay" userId="a1eb176e-0b74-4018-96ec-9809138c83c4" providerId="ADAL" clId="{C93D7830-09FB-5B16-BEAA-59083EEB6EF6}" dt="2025-11-21T09:52:31.393" v="219" actId="1076"/>
        <pc:sldMkLst>
          <pc:docMk/>
          <pc:sldMk cId="2954723124" sldId="291"/>
        </pc:sldMkLst>
        <pc:spChg chg="mod">
          <ac:chgData name="Bastien Gallay" userId="a1eb176e-0b74-4018-96ec-9809138c83c4" providerId="ADAL" clId="{C93D7830-09FB-5B16-BEAA-59083EEB6EF6}" dt="2025-11-21T09:52:31.393" v="219" actId="1076"/>
          <ac:spMkLst>
            <pc:docMk/>
            <pc:sldMk cId="2954723124" sldId="291"/>
            <ac:spMk id="12" creationId="{A91761D5-78F5-2B3C-A2E5-DB69755104EA}"/>
          </ac:spMkLst>
        </pc:spChg>
      </pc:sldChg>
      <pc:sldChg chg="modSp mod">
        <pc:chgData name="Bastien Gallay" userId="a1eb176e-0b74-4018-96ec-9809138c83c4" providerId="ADAL" clId="{C93D7830-09FB-5B16-BEAA-59083EEB6EF6}" dt="2025-11-21T15:39:27.866" v="696" actId="20577"/>
        <pc:sldMkLst>
          <pc:docMk/>
          <pc:sldMk cId="1356049860" sldId="292"/>
        </pc:sldMkLst>
        <pc:spChg chg="mod">
          <ac:chgData name="Bastien Gallay" userId="a1eb176e-0b74-4018-96ec-9809138c83c4" providerId="ADAL" clId="{C93D7830-09FB-5B16-BEAA-59083EEB6EF6}" dt="2025-11-21T15:39:27.866" v="696" actId="20577"/>
          <ac:spMkLst>
            <pc:docMk/>
            <pc:sldMk cId="1356049860" sldId="292"/>
            <ac:spMk id="4" creationId="{00000000-0000-0000-0000-000000000000}"/>
          </ac:spMkLst>
        </pc:spChg>
      </pc:sldChg>
      <pc:sldChg chg="addSp delSp modSp mod">
        <pc:chgData name="Bastien Gallay" userId="a1eb176e-0b74-4018-96ec-9809138c83c4" providerId="ADAL" clId="{C93D7830-09FB-5B16-BEAA-59083EEB6EF6}" dt="2025-11-21T11:02:47.949" v="622" actId="14734"/>
        <pc:sldMkLst>
          <pc:docMk/>
          <pc:sldMk cId="2361916836" sldId="293"/>
        </pc:sldMkLst>
        <pc:spChg chg="add mod">
          <ac:chgData name="Bastien Gallay" userId="a1eb176e-0b74-4018-96ec-9809138c83c4" providerId="ADAL" clId="{C93D7830-09FB-5B16-BEAA-59083EEB6EF6}" dt="2025-11-21T10:50:06.374" v="585"/>
          <ac:spMkLst>
            <pc:docMk/>
            <pc:sldMk cId="2361916836" sldId="293"/>
            <ac:spMk id="2" creationId="{1D04B1E1-CCDD-A7D3-43E0-23AEA8B431BB}"/>
          </ac:spMkLst>
        </pc:spChg>
        <pc:spChg chg="add mod">
          <ac:chgData name="Bastien Gallay" userId="a1eb176e-0b74-4018-96ec-9809138c83c4" providerId="ADAL" clId="{C93D7830-09FB-5B16-BEAA-59083EEB6EF6}" dt="2025-11-21T10:50:06.374" v="585"/>
          <ac:spMkLst>
            <pc:docMk/>
            <pc:sldMk cId="2361916836" sldId="293"/>
            <ac:spMk id="3" creationId="{B784EB06-6D5C-BEF0-1F00-21830991A031}"/>
          </ac:spMkLst>
        </pc:spChg>
        <pc:spChg chg="add mod">
          <ac:chgData name="Bastien Gallay" userId="a1eb176e-0b74-4018-96ec-9809138c83c4" providerId="ADAL" clId="{C93D7830-09FB-5B16-BEAA-59083EEB6EF6}" dt="2025-11-21T10:50:11.516" v="587"/>
          <ac:spMkLst>
            <pc:docMk/>
            <pc:sldMk cId="2361916836" sldId="293"/>
            <ac:spMk id="4" creationId="{6DA3D5CD-EDF5-2279-F604-495019A0D5A0}"/>
          </ac:spMkLst>
        </pc:spChg>
        <pc:spChg chg="add del mod">
          <ac:chgData name="Bastien Gallay" userId="a1eb176e-0b74-4018-96ec-9809138c83c4" providerId="ADAL" clId="{C93D7830-09FB-5B16-BEAA-59083EEB6EF6}" dt="2025-11-21T10:50:21.891" v="590" actId="242"/>
          <ac:spMkLst>
            <pc:docMk/>
            <pc:sldMk cId="2361916836" sldId="293"/>
            <ac:spMk id="6" creationId="{A04B7DD8-6DE5-7195-A20D-17E33CD04D92}"/>
          </ac:spMkLst>
        </pc:spChg>
        <pc:spChg chg="add mod">
          <ac:chgData name="Bastien Gallay" userId="a1eb176e-0b74-4018-96ec-9809138c83c4" providerId="ADAL" clId="{C93D7830-09FB-5B16-BEAA-59083EEB6EF6}" dt="2025-11-21T10:50:11.516" v="587"/>
          <ac:spMkLst>
            <pc:docMk/>
            <pc:sldMk cId="2361916836" sldId="293"/>
            <ac:spMk id="7" creationId="{425068F9-C246-4A25-C88C-652FB310C124}"/>
          </ac:spMkLst>
        </pc:spChg>
        <pc:spChg chg="add del">
          <ac:chgData name="Bastien Gallay" userId="a1eb176e-0b74-4018-96ec-9809138c83c4" providerId="ADAL" clId="{C93D7830-09FB-5B16-BEAA-59083EEB6EF6}" dt="2025-11-21T10:50:11.834" v="588" actId="478"/>
          <ac:spMkLst>
            <pc:docMk/>
            <pc:sldMk cId="2361916836" sldId="293"/>
            <ac:spMk id="8" creationId="{5FD95F23-F832-23D3-3A83-86F225933696}"/>
          </ac:spMkLst>
        </pc:spChg>
        <pc:graphicFrameChg chg="modGraphic">
          <ac:chgData name="Bastien Gallay" userId="a1eb176e-0b74-4018-96ec-9809138c83c4" providerId="ADAL" clId="{C93D7830-09FB-5B16-BEAA-59083EEB6EF6}" dt="2025-11-21T11:01:01.549" v="619" actId="14734"/>
          <ac:graphicFrameMkLst>
            <pc:docMk/>
            <pc:sldMk cId="2361916836" sldId="293"/>
            <ac:graphicFrameMk id="5" creationId="{6A7D6915-127B-5A2C-C7D4-373A922BEAAA}"/>
          </ac:graphicFrameMkLst>
        </pc:graphicFrameChg>
        <pc:graphicFrameChg chg="modGraphic">
          <ac:chgData name="Bastien Gallay" userId="a1eb176e-0b74-4018-96ec-9809138c83c4" providerId="ADAL" clId="{C93D7830-09FB-5B16-BEAA-59083EEB6EF6}" dt="2025-11-21T11:02:47.949" v="622" actId="14734"/>
          <ac:graphicFrameMkLst>
            <pc:docMk/>
            <pc:sldMk cId="2361916836" sldId="293"/>
            <ac:graphicFrameMk id="13" creationId="{A2BD33D0-E2A0-72A2-A6B0-82F516FCA9EA}"/>
          </ac:graphicFrameMkLst>
        </pc:graphicFrameChg>
        <pc:cxnChg chg="mod">
          <ac:chgData name="Bastien Gallay" userId="a1eb176e-0b74-4018-96ec-9809138c83c4" providerId="ADAL" clId="{C93D7830-09FB-5B16-BEAA-59083EEB6EF6}" dt="2025-11-21T10:30:44.054" v="474" actId="14100"/>
          <ac:cxnSpMkLst>
            <pc:docMk/>
            <pc:sldMk cId="2361916836" sldId="293"/>
            <ac:cxnSpMk id="15" creationId="{474A2634-38D1-AE45-2D81-6E523ADE5E4B}"/>
          </ac:cxnSpMkLst>
        </pc:cxnChg>
      </pc:sldChg>
      <pc:sldChg chg="modSp mod">
        <pc:chgData name="Bastien Gallay" userId="a1eb176e-0b74-4018-96ec-9809138c83c4" providerId="ADAL" clId="{C93D7830-09FB-5B16-BEAA-59083EEB6EF6}" dt="2025-11-21T10:33:50.871" v="524" actId="14100"/>
        <pc:sldMkLst>
          <pc:docMk/>
          <pc:sldMk cId="3316631279" sldId="319"/>
        </pc:sldMkLst>
        <pc:spChg chg="mod">
          <ac:chgData name="Bastien Gallay" userId="a1eb176e-0b74-4018-96ec-9809138c83c4" providerId="ADAL" clId="{C93D7830-09FB-5B16-BEAA-59083EEB6EF6}" dt="2025-11-21T09:03:33.902" v="54" actId="790"/>
          <ac:spMkLst>
            <pc:docMk/>
            <pc:sldMk cId="3316631279" sldId="319"/>
            <ac:spMk id="2" creationId="{D2760DCE-B53C-7FFE-4826-45FCA70EF7AA}"/>
          </ac:spMkLst>
        </pc:spChg>
        <pc:spChg chg="mod">
          <ac:chgData name="Bastien Gallay" userId="a1eb176e-0b74-4018-96ec-9809138c83c4" providerId="ADAL" clId="{C93D7830-09FB-5B16-BEAA-59083EEB6EF6}" dt="2025-11-21T09:03:33.902" v="54" actId="790"/>
          <ac:spMkLst>
            <pc:docMk/>
            <pc:sldMk cId="3316631279" sldId="319"/>
            <ac:spMk id="3" creationId="{7DC95187-65D1-8A04-62D8-B66E8A491EF3}"/>
          </ac:spMkLst>
        </pc:spChg>
        <pc:spChg chg="mod">
          <ac:chgData name="Bastien Gallay" userId="a1eb176e-0b74-4018-96ec-9809138c83c4" providerId="ADAL" clId="{C93D7830-09FB-5B16-BEAA-59083EEB6EF6}" dt="2025-11-21T09:03:33.902" v="54" actId="790"/>
          <ac:spMkLst>
            <pc:docMk/>
            <pc:sldMk cId="3316631279" sldId="319"/>
            <ac:spMk id="5" creationId="{847CF741-D1B5-D22D-1F58-052A97333682}"/>
          </ac:spMkLst>
        </pc:spChg>
        <pc:spChg chg="mod">
          <ac:chgData name="Bastien Gallay" userId="a1eb176e-0b74-4018-96ec-9809138c83c4" providerId="ADAL" clId="{C93D7830-09FB-5B16-BEAA-59083EEB6EF6}" dt="2025-11-21T09:03:33.902" v="54" actId="790"/>
          <ac:spMkLst>
            <pc:docMk/>
            <pc:sldMk cId="3316631279" sldId="319"/>
            <ac:spMk id="7" creationId="{BB55BC6F-0FCA-20C2-28AC-4385AE99640B}"/>
          </ac:spMkLst>
        </pc:spChg>
        <pc:spChg chg="mod">
          <ac:chgData name="Bastien Gallay" userId="a1eb176e-0b74-4018-96ec-9809138c83c4" providerId="ADAL" clId="{C93D7830-09FB-5B16-BEAA-59083EEB6EF6}" dt="2025-11-21T09:03:33.902" v="54" actId="790"/>
          <ac:spMkLst>
            <pc:docMk/>
            <pc:sldMk cId="3316631279" sldId="319"/>
            <ac:spMk id="9" creationId="{897942D3-A5CA-92E7-8F75-10BC90DEE753}"/>
          </ac:spMkLst>
        </pc:spChg>
        <pc:spChg chg="mod">
          <ac:chgData name="Bastien Gallay" userId="a1eb176e-0b74-4018-96ec-9809138c83c4" providerId="ADAL" clId="{C93D7830-09FB-5B16-BEAA-59083EEB6EF6}" dt="2025-11-21T09:03:33.902" v="54" actId="790"/>
          <ac:spMkLst>
            <pc:docMk/>
            <pc:sldMk cId="3316631279" sldId="319"/>
            <ac:spMk id="10" creationId="{2770C18D-10EE-23B6-B83B-0A72D3D1AA6D}"/>
          </ac:spMkLst>
        </pc:spChg>
        <pc:spChg chg="mod">
          <ac:chgData name="Bastien Gallay" userId="a1eb176e-0b74-4018-96ec-9809138c83c4" providerId="ADAL" clId="{C93D7830-09FB-5B16-BEAA-59083EEB6EF6}" dt="2025-11-21T09:03:33.902" v="54" actId="790"/>
          <ac:spMkLst>
            <pc:docMk/>
            <pc:sldMk cId="3316631279" sldId="319"/>
            <ac:spMk id="12" creationId="{A3ACC21E-89BE-1AEA-493E-7D76B432C938}"/>
          </ac:spMkLst>
        </pc:spChg>
        <pc:cxnChg chg="mod">
          <ac:chgData name="Bastien Gallay" userId="a1eb176e-0b74-4018-96ec-9809138c83c4" providerId="ADAL" clId="{C93D7830-09FB-5B16-BEAA-59083EEB6EF6}" dt="2025-11-21T10:33:50.871" v="524" actId="14100"/>
          <ac:cxnSpMkLst>
            <pc:docMk/>
            <pc:sldMk cId="3316631279" sldId="319"/>
            <ac:cxnSpMk id="15" creationId="{63D7A5F8-57D3-9B88-2CCC-754E46C2400D}"/>
          </ac:cxnSpMkLst>
        </pc:cxnChg>
      </pc:sldChg>
      <pc:sldChg chg="modSp mod">
        <pc:chgData name="Bastien Gallay" userId="a1eb176e-0b74-4018-96ec-9809138c83c4" providerId="ADAL" clId="{C93D7830-09FB-5B16-BEAA-59083EEB6EF6}" dt="2025-11-21T10:33:55.848" v="526" actId="14100"/>
        <pc:sldMkLst>
          <pc:docMk/>
          <pc:sldMk cId="1439854718" sldId="320"/>
        </pc:sldMkLst>
        <pc:cxnChg chg="mod">
          <ac:chgData name="Bastien Gallay" userId="a1eb176e-0b74-4018-96ec-9809138c83c4" providerId="ADAL" clId="{C93D7830-09FB-5B16-BEAA-59083EEB6EF6}" dt="2025-11-21T10:33:55.848" v="526" actId="14100"/>
          <ac:cxnSpMkLst>
            <pc:docMk/>
            <pc:sldMk cId="1439854718" sldId="320"/>
            <ac:cxnSpMk id="13" creationId="{41ACA5F4-6A39-749E-5DED-A2F18EC46452}"/>
          </ac:cxnSpMkLst>
        </pc:cxnChg>
      </pc:sldChg>
      <pc:sldChg chg="modSp del mod">
        <pc:chgData name="Bastien Gallay" userId="a1eb176e-0b74-4018-96ec-9809138c83c4" providerId="ADAL" clId="{C93D7830-09FB-5B16-BEAA-59083EEB6EF6}" dt="2025-11-21T09:08:47.641" v="104" actId="2696"/>
        <pc:sldMkLst>
          <pc:docMk/>
          <pc:sldMk cId="3387683884" sldId="321"/>
        </pc:sldMkLst>
        <pc:graphicFrameChg chg="mod modGraphic">
          <ac:chgData name="Bastien Gallay" userId="a1eb176e-0b74-4018-96ec-9809138c83c4" providerId="ADAL" clId="{C93D7830-09FB-5B16-BEAA-59083EEB6EF6}" dt="2025-11-21T09:04:24.939" v="61" actId="1076"/>
          <ac:graphicFrameMkLst>
            <pc:docMk/>
            <pc:sldMk cId="3387683884" sldId="321"/>
            <ac:graphicFrameMk id="4" creationId="{B6E5D324-0733-EB45-2B2E-0FD3B8695593}"/>
          </ac:graphicFrameMkLst>
        </pc:graphicFrameChg>
      </pc:sldChg>
      <pc:sldChg chg="modSp del mod">
        <pc:chgData name="Bastien Gallay" userId="a1eb176e-0b74-4018-96ec-9809138c83c4" providerId="ADAL" clId="{C93D7830-09FB-5B16-BEAA-59083EEB6EF6}" dt="2025-11-21T09:08:47.648" v="105" actId="2696"/>
        <pc:sldMkLst>
          <pc:docMk/>
          <pc:sldMk cId="4097634386" sldId="322"/>
        </pc:sldMkLst>
        <pc:graphicFrameChg chg="mod modGraphic">
          <ac:chgData name="Bastien Gallay" userId="a1eb176e-0b74-4018-96ec-9809138c83c4" providerId="ADAL" clId="{C93D7830-09FB-5B16-BEAA-59083EEB6EF6}" dt="2025-11-21T09:08:16.958" v="100" actId="14100"/>
          <ac:graphicFrameMkLst>
            <pc:docMk/>
            <pc:sldMk cId="4097634386" sldId="322"/>
            <ac:graphicFrameMk id="4" creationId="{7BB30EBF-2C71-C317-8E9E-3473342C15AC}"/>
          </ac:graphicFrameMkLst>
        </pc:graphicFrameChg>
      </pc:sldChg>
      <pc:sldChg chg="modSp mod">
        <pc:chgData name="Bastien Gallay" userId="a1eb176e-0b74-4018-96ec-9809138c83c4" providerId="ADAL" clId="{C93D7830-09FB-5B16-BEAA-59083EEB6EF6}" dt="2025-11-21T10:36:53.317" v="564" actId="242"/>
        <pc:sldMkLst>
          <pc:docMk/>
          <pc:sldMk cId="2449778607" sldId="323"/>
        </pc:sldMkLst>
        <pc:spChg chg="mod">
          <ac:chgData name="Bastien Gallay" userId="a1eb176e-0b74-4018-96ec-9809138c83c4" providerId="ADAL" clId="{C93D7830-09FB-5B16-BEAA-59083EEB6EF6}" dt="2025-11-21T10:36:53.317" v="564" actId="242"/>
          <ac:spMkLst>
            <pc:docMk/>
            <pc:sldMk cId="2449778607" sldId="323"/>
            <ac:spMk id="6" creationId="{E247EA61-0899-99CD-A119-263A2E4EB346}"/>
          </ac:spMkLst>
        </pc:spChg>
        <pc:spChg chg="mod">
          <ac:chgData name="Bastien Gallay" userId="a1eb176e-0b74-4018-96ec-9809138c83c4" providerId="ADAL" clId="{C93D7830-09FB-5B16-BEAA-59083EEB6EF6}" dt="2025-11-21T10:12:10.669" v="465" actId="20577"/>
          <ac:spMkLst>
            <pc:docMk/>
            <pc:sldMk cId="2449778607" sldId="323"/>
            <ac:spMk id="10" creationId="{34BE7682-C58D-64B2-B82D-B13BC95A8C64}"/>
          </ac:spMkLst>
        </pc:spChg>
        <pc:cxnChg chg="mod">
          <ac:chgData name="Bastien Gallay" userId="a1eb176e-0b74-4018-96ec-9809138c83c4" providerId="ADAL" clId="{C93D7830-09FB-5B16-BEAA-59083EEB6EF6}" dt="2025-11-21T10:34:43.752" v="542" actId="14100"/>
          <ac:cxnSpMkLst>
            <pc:docMk/>
            <pc:sldMk cId="2449778607" sldId="323"/>
            <ac:cxnSpMk id="15" creationId="{7CD2C442-C6C1-573E-C03A-3D946C677B46}"/>
          </ac:cxnSpMkLst>
        </pc:cxnChg>
      </pc:sldChg>
      <pc:sldChg chg="modSp mod">
        <pc:chgData name="Bastien Gallay" userId="a1eb176e-0b74-4018-96ec-9809138c83c4" providerId="ADAL" clId="{C93D7830-09FB-5B16-BEAA-59083EEB6EF6}" dt="2025-11-21T10:52:10.638" v="609" actId="404"/>
        <pc:sldMkLst>
          <pc:docMk/>
          <pc:sldMk cId="1837288970" sldId="325"/>
        </pc:sldMkLst>
        <pc:spChg chg="mod">
          <ac:chgData name="Bastien Gallay" userId="a1eb176e-0b74-4018-96ec-9809138c83c4" providerId="ADAL" clId="{C93D7830-09FB-5B16-BEAA-59083EEB6EF6}" dt="2025-11-21T10:52:10.638" v="609" actId="404"/>
          <ac:spMkLst>
            <pc:docMk/>
            <pc:sldMk cId="1837288970" sldId="325"/>
            <ac:spMk id="2" creationId="{7F1C5FBF-4629-9D5D-2E3C-758C88651101}"/>
          </ac:spMkLst>
        </pc:spChg>
        <pc:cxnChg chg="mod">
          <ac:chgData name="Bastien Gallay" userId="a1eb176e-0b74-4018-96ec-9809138c83c4" providerId="ADAL" clId="{C93D7830-09FB-5B16-BEAA-59083EEB6EF6}" dt="2025-11-21T10:34:07.737" v="530" actId="14100"/>
          <ac:cxnSpMkLst>
            <pc:docMk/>
            <pc:sldMk cId="1837288970" sldId="325"/>
            <ac:cxnSpMk id="12" creationId="{F5B691C1-38EF-AFC5-FE6C-9C98A9F71DC6}"/>
          </ac:cxnSpMkLst>
        </pc:cxnChg>
      </pc:sldChg>
      <pc:sldChg chg="modSp mod">
        <pc:chgData name="Bastien Gallay" userId="a1eb176e-0b74-4018-96ec-9809138c83c4" providerId="ADAL" clId="{C93D7830-09FB-5B16-BEAA-59083EEB6EF6}" dt="2025-11-21T10:52:24.607" v="612" actId="404"/>
        <pc:sldMkLst>
          <pc:docMk/>
          <pc:sldMk cId="986540719" sldId="326"/>
        </pc:sldMkLst>
        <pc:spChg chg="mod">
          <ac:chgData name="Bastien Gallay" userId="a1eb176e-0b74-4018-96ec-9809138c83c4" providerId="ADAL" clId="{C93D7830-09FB-5B16-BEAA-59083EEB6EF6}" dt="2025-11-21T10:52:24.607" v="612" actId="404"/>
          <ac:spMkLst>
            <pc:docMk/>
            <pc:sldMk cId="986540719" sldId="326"/>
            <ac:spMk id="2" creationId="{D30884E1-3DB9-3986-698C-28308003FF09}"/>
          </ac:spMkLst>
        </pc:spChg>
        <pc:spChg chg="mod">
          <ac:chgData name="Bastien Gallay" userId="a1eb176e-0b74-4018-96ec-9809138c83c4" providerId="ADAL" clId="{C93D7830-09FB-5B16-BEAA-59083EEB6EF6}" dt="2025-11-21T10:36:34.351" v="562" actId="242"/>
          <ac:spMkLst>
            <pc:docMk/>
            <pc:sldMk cId="986540719" sldId="326"/>
            <ac:spMk id="6" creationId="{EA33F158-F757-1A8F-89D4-80047E1EEA88}"/>
          </ac:spMkLst>
        </pc:spChg>
        <pc:cxnChg chg="mod">
          <ac:chgData name="Bastien Gallay" userId="a1eb176e-0b74-4018-96ec-9809138c83c4" providerId="ADAL" clId="{C93D7830-09FB-5B16-BEAA-59083EEB6EF6}" dt="2025-11-21T10:34:23.719" v="536" actId="14100"/>
          <ac:cxnSpMkLst>
            <pc:docMk/>
            <pc:sldMk cId="986540719" sldId="326"/>
            <ac:cxnSpMk id="12" creationId="{EF779DCF-4A74-A6C1-DE0F-1ECEBEDD8D81}"/>
          </ac:cxnSpMkLst>
        </pc:cxnChg>
      </pc:sldChg>
      <pc:sldChg chg="modSp mod">
        <pc:chgData name="Bastien Gallay" userId="a1eb176e-0b74-4018-96ec-9809138c83c4" providerId="ADAL" clId="{C93D7830-09FB-5B16-BEAA-59083EEB6EF6}" dt="2025-11-21T10:52:29.157" v="613" actId="404"/>
        <pc:sldMkLst>
          <pc:docMk/>
          <pc:sldMk cId="2347734481" sldId="327"/>
        </pc:sldMkLst>
        <pc:spChg chg="mod">
          <ac:chgData name="Bastien Gallay" userId="a1eb176e-0b74-4018-96ec-9809138c83c4" providerId="ADAL" clId="{C93D7830-09FB-5B16-BEAA-59083EEB6EF6}" dt="2025-11-21T10:52:29.157" v="613" actId="404"/>
          <ac:spMkLst>
            <pc:docMk/>
            <pc:sldMk cId="2347734481" sldId="327"/>
            <ac:spMk id="2" creationId="{F40E791E-0003-FEA7-811B-12B513DA5B8C}"/>
          </ac:spMkLst>
        </pc:spChg>
        <pc:spChg chg="mod">
          <ac:chgData name="Bastien Gallay" userId="a1eb176e-0b74-4018-96ec-9809138c83c4" providerId="ADAL" clId="{C93D7830-09FB-5B16-BEAA-59083EEB6EF6}" dt="2025-11-21T10:36:41.252" v="563" actId="242"/>
          <ac:spMkLst>
            <pc:docMk/>
            <pc:sldMk cId="2347734481" sldId="327"/>
            <ac:spMk id="7" creationId="{31E8D441-074E-1F8A-99F2-A5B646F1D321}"/>
          </ac:spMkLst>
        </pc:spChg>
        <pc:cxnChg chg="mod">
          <ac:chgData name="Bastien Gallay" userId="a1eb176e-0b74-4018-96ec-9809138c83c4" providerId="ADAL" clId="{C93D7830-09FB-5B16-BEAA-59083EEB6EF6}" dt="2025-11-21T10:34:31.217" v="538" actId="14100"/>
          <ac:cxnSpMkLst>
            <pc:docMk/>
            <pc:sldMk cId="2347734481" sldId="327"/>
            <ac:cxnSpMk id="13" creationId="{61895727-3C20-9026-96ED-48BA2A848C26}"/>
          </ac:cxnSpMkLst>
        </pc:cxnChg>
      </pc:sldChg>
      <pc:sldChg chg="modSp mod">
        <pc:chgData name="Bastien Gallay" userId="a1eb176e-0b74-4018-96ec-9809138c83c4" providerId="ADAL" clId="{C93D7830-09FB-5B16-BEAA-59083EEB6EF6}" dt="2025-11-21T10:30:53.804" v="476" actId="14100"/>
        <pc:sldMkLst>
          <pc:docMk/>
          <pc:sldMk cId="1853088663" sldId="340"/>
        </pc:sldMkLst>
        <pc:cxnChg chg="mod">
          <ac:chgData name="Bastien Gallay" userId="a1eb176e-0b74-4018-96ec-9809138c83c4" providerId="ADAL" clId="{C93D7830-09FB-5B16-BEAA-59083EEB6EF6}" dt="2025-11-21T10:30:53.804" v="476" actId="14100"/>
          <ac:cxnSpMkLst>
            <pc:docMk/>
            <pc:sldMk cId="1853088663" sldId="340"/>
            <ac:cxnSpMk id="18" creationId="{DE8B28B9-5FFE-192D-8A7D-8EBFDB9D65A9}"/>
          </ac:cxnSpMkLst>
        </pc:cxnChg>
      </pc:sldChg>
      <pc:sldChg chg="modSp mod">
        <pc:chgData name="Bastien Gallay" userId="a1eb176e-0b74-4018-96ec-9809138c83c4" providerId="ADAL" clId="{C93D7830-09FB-5B16-BEAA-59083EEB6EF6}" dt="2025-11-21T10:31:00.089" v="478" actId="14100"/>
        <pc:sldMkLst>
          <pc:docMk/>
          <pc:sldMk cId="372266583" sldId="341"/>
        </pc:sldMkLst>
        <pc:graphicFrameChg chg="modGraphic">
          <ac:chgData name="Bastien Gallay" userId="a1eb176e-0b74-4018-96ec-9809138c83c4" providerId="ADAL" clId="{C93D7830-09FB-5B16-BEAA-59083EEB6EF6}" dt="2025-11-21T08:52:13.420" v="0" actId="790"/>
          <ac:graphicFrameMkLst>
            <pc:docMk/>
            <pc:sldMk cId="372266583" sldId="341"/>
            <ac:graphicFrameMk id="3" creationId="{A5B73D8D-BA74-5C8F-C46C-9322290B0002}"/>
          </ac:graphicFrameMkLst>
        </pc:graphicFrameChg>
        <pc:cxnChg chg="mod">
          <ac:chgData name="Bastien Gallay" userId="a1eb176e-0b74-4018-96ec-9809138c83c4" providerId="ADAL" clId="{C93D7830-09FB-5B16-BEAA-59083EEB6EF6}" dt="2025-11-21T10:31:00.089" v="478" actId="14100"/>
          <ac:cxnSpMkLst>
            <pc:docMk/>
            <pc:sldMk cId="372266583" sldId="341"/>
            <ac:cxnSpMk id="14" creationId="{C02A8BA1-6A86-C221-118A-F4AC0BB3F0BF}"/>
          </ac:cxnSpMkLst>
        </pc:cxnChg>
      </pc:sldChg>
      <pc:sldChg chg="modSp mod">
        <pc:chgData name="Bastien Gallay" userId="a1eb176e-0b74-4018-96ec-9809138c83c4" providerId="ADAL" clId="{C93D7830-09FB-5B16-BEAA-59083EEB6EF6}" dt="2025-11-21T10:31:05.269" v="480" actId="14100"/>
        <pc:sldMkLst>
          <pc:docMk/>
          <pc:sldMk cId="67116177" sldId="342"/>
        </pc:sldMkLst>
        <pc:cxnChg chg="mod">
          <ac:chgData name="Bastien Gallay" userId="a1eb176e-0b74-4018-96ec-9809138c83c4" providerId="ADAL" clId="{C93D7830-09FB-5B16-BEAA-59083EEB6EF6}" dt="2025-11-21T10:31:05.269" v="480" actId="14100"/>
          <ac:cxnSpMkLst>
            <pc:docMk/>
            <pc:sldMk cId="67116177" sldId="342"/>
            <ac:cxnSpMk id="11" creationId="{4C85B60B-C5F8-615B-19F5-3875B30573D2}"/>
          </ac:cxnSpMkLst>
        </pc:cxnChg>
      </pc:sldChg>
      <pc:sldChg chg="addSp delSp modSp mod">
        <pc:chgData name="Bastien Gallay" userId="a1eb176e-0b74-4018-96ec-9809138c83c4" providerId="ADAL" clId="{C93D7830-09FB-5B16-BEAA-59083EEB6EF6}" dt="2025-11-21T10:48:58.629" v="582"/>
        <pc:sldMkLst>
          <pc:docMk/>
          <pc:sldMk cId="1303541974" sldId="343"/>
        </pc:sldMkLst>
        <pc:spChg chg="add mod">
          <ac:chgData name="Bastien Gallay" userId="a1eb176e-0b74-4018-96ec-9809138c83c4" providerId="ADAL" clId="{C93D7830-09FB-5B16-BEAA-59083EEB6EF6}" dt="2025-11-21T10:48:46.130" v="580"/>
          <ac:spMkLst>
            <pc:docMk/>
            <pc:sldMk cId="1303541974" sldId="343"/>
            <ac:spMk id="2" creationId="{839A3E58-771E-2473-5452-87F71F791C7E}"/>
          </ac:spMkLst>
        </pc:spChg>
        <pc:spChg chg="add mod">
          <ac:chgData name="Bastien Gallay" userId="a1eb176e-0b74-4018-96ec-9809138c83c4" providerId="ADAL" clId="{C93D7830-09FB-5B16-BEAA-59083EEB6EF6}" dt="2025-11-21T10:48:58.629" v="582"/>
          <ac:spMkLst>
            <pc:docMk/>
            <pc:sldMk cId="1303541974" sldId="343"/>
            <ac:spMk id="6" creationId="{C15DD8E6-11DA-EBA2-BBDD-F26B134A93E0}"/>
          </ac:spMkLst>
        </pc:spChg>
        <pc:spChg chg="add mod">
          <ac:chgData name="Bastien Gallay" userId="a1eb176e-0b74-4018-96ec-9809138c83c4" providerId="ADAL" clId="{C93D7830-09FB-5B16-BEAA-59083EEB6EF6}" dt="2025-11-21T10:48:58.629" v="582"/>
          <ac:spMkLst>
            <pc:docMk/>
            <pc:sldMk cId="1303541974" sldId="343"/>
            <ac:spMk id="7" creationId="{5602506D-F0D9-5827-5A25-D38826742DE9}"/>
          </ac:spMkLst>
        </pc:spChg>
        <pc:spChg chg="del">
          <ac:chgData name="Bastien Gallay" userId="a1eb176e-0b74-4018-96ec-9809138c83c4" providerId="ADAL" clId="{C93D7830-09FB-5B16-BEAA-59083EEB6EF6}" dt="2025-11-21T10:48:37.901" v="579" actId="478"/>
          <ac:spMkLst>
            <pc:docMk/>
            <pc:sldMk cId="1303541974" sldId="343"/>
            <ac:spMk id="8" creationId="{1A31C848-3692-27DC-ED93-BFDC8BE4A6F8}"/>
          </ac:spMkLst>
        </pc:spChg>
        <pc:spChg chg="del">
          <ac:chgData name="Bastien Gallay" userId="a1eb176e-0b74-4018-96ec-9809138c83c4" providerId="ADAL" clId="{C93D7830-09FB-5B16-BEAA-59083EEB6EF6}" dt="2025-11-21T10:48:51.483" v="581" actId="478"/>
          <ac:spMkLst>
            <pc:docMk/>
            <pc:sldMk cId="1303541974" sldId="343"/>
            <ac:spMk id="10" creationId="{A4DFF055-56C5-191C-EAE9-F6061DF6CBF4}"/>
          </ac:spMkLst>
        </pc:spChg>
        <pc:cxnChg chg="mod">
          <ac:chgData name="Bastien Gallay" userId="a1eb176e-0b74-4018-96ec-9809138c83c4" providerId="ADAL" clId="{C93D7830-09FB-5B16-BEAA-59083EEB6EF6}" dt="2025-11-21T10:31:15.658" v="482" actId="14100"/>
          <ac:cxnSpMkLst>
            <pc:docMk/>
            <pc:sldMk cId="1303541974" sldId="343"/>
            <ac:cxnSpMk id="9" creationId="{1DFA96CF-BCDA-7911-05FC-DBACE19CD313}"/>
          </ac:cxnSpMkLst>
        </pc:cxnChg>
      </pc:sldChg>
      <pc:sldChg chg="del">
        <pc:chgData name="Bastien Gallay" userId="a1eb176e-0b74-4018-96ec-9809138c83c4" providerId="ADAL" clId="{C93D7830-09FB-5B16-BEAA-59083EEB6EF6}" dt="2025-11-21T09:00:21.019" v="35" actId="2696"/>
        <pc:sldMkLst>
          <pc:docMk/>
          <pc:sldMk cId="118491205" sldId="357"/>
        </pc:sldMkLst>
      </pc:sldChg>
      <pc:sldChg chg="modSp mod">
        <pc:chgData name="Bastien Gallay" userId="a1eb176e-0b74-4018-96ec-9809138c83c4" providerId="ADAL" clId="{C93D7830-09FB-5B16-BEAA-59083EEB6EF6}" dt="2025-11-21T10:31:33.904" v="486" actId="14100"/>
        <pc:sldMkLst>
          <pc:docMk/>
          <pc:sldMk cId="2496619346" sldId="358"/>
        </pc:sldMkLst>
        <pc:cxnChg chg="mod">
          <ac:chgData name="Bastien Gallay" userId="a1eb176e-0b74-4018-96ec-9809138c83c4" providerId="ADAL" clId="{C93D7830-09FB-5B16-BEAA-59083EEB6EF6}" dt="2025-11-21T10:31:33.904" v="486" actId="14100"/>
          <ac:cxnSpMkLst>
            <pc:docMk/>
            <pc:sldMk cId="2496619346" sldId="358"/>
            <ac:cxnSpMk id="9" creationId="{E4353D48-451F-EC2A-20A2-585A8ECCB682}"/>
          </ac:cxnSpMkLst>
        </pc:cxnChg>
      </pc:sldChg>
      <pc:sldChg chg="modSp mod">
        <pc:chgData name="Bastien Gallay" userId="a1eb176e-0b74-4018-96ec-9809138c83c4" providerId="ADAL" clId="{C93D7830-09FB-5B16-BEAA-59083EEB6EF6}" dt="2025-11-21T10:31:43.321" v="488" actId="14100"/>
        <pc:sldMkLst>
          <pc:docMk/>
          <pc:sldMk cId="1164452898" sldId="359"/>
        </pc:sldMkLst>
        <pc:cxnChg chg="mod">
          <ac:chgData name="Bastien Gallay" userId="a1eb176e-0b74-4018-96ec-9809138c83c4" providerId="ADAL" clId="{C93D7830-09FB-5B16-BEAA-59083EEB6EF6}" dt="2025-11-21T10:31:43.321" v="488" actId="14100"/>
          <ac:cxnSpMkLst>
            <pc:docMk/>
            <pc:sldMk cId="1164452898" sldId="359"/>
            <ac:cxnSpMk id="9" creationId="{4F57E362-A650-902B-DEAA-FD894E7118C3}"/>
          </ac:cxnSpMkLst>
        </pc:cxnChg>
      </pc:sldChg>
      <pc:sldChg chg="modSp mod">
        <pc:chgData name="Bastien Gallay" userId="a1eb176e-0b74-4018-96ec-9809138c83c4" providerId="ADAL" clId="{C93D7830-09FB-5B16-BEAA-59083EEB6EF6}" dt="2025-11-21T14:34:55.423" v="670" actId="1076"/>
        <pc:sldMkLst>
          <pc:docMk/>
          <pc:sldMk cId="650176614" sldId="360"/>
        </pc:sldMkLst>
        <pc:spChg chg="mod">
          <ac:chgData name="Bastien Gallay" userId="a1eb176e-0b74-4018-96ec-9809138c83c4" providerId="ADAL" clId="{C93D7830-09FB-5B16-BEAA-59083EEB6EF6}" dt="2025-11-21T14:34:47.505" v="669" actId="1076"/>
          <ac:spMkLst>
            <pc:docMk/>
            <pc:sldMk cId="650176614" sldId="360"/>
            <ac:spMk id="14" creationId="{34A2E0DC-392C-13C7-0A20-C170681D119E}"/>
          </ac:spMkLst>
        </pc:spChg>
        <pc:picChg chg="mod">
          <ac:chgData name="Bastien Gallay" userId="a1eb176e-0b74-4018-96ec-9809138c83c4" providerId="ADAL" clId="{C93D7830-09FB-5B16-BEAA-59083EEB6EF6}" dt="2025-11-21T14:34:36.655" v="668" actId="1076"/>
          <ac:picMkLst>
            <pc:docMk/>
            <pc:sldMk cId="650176614" sldId="360"/>
            <ac:picMk id="3" creationId="{D4A65FF9-3DB9-0E86-1372-B234A0CC6EC8}"/>
          </ac:picMkLst>
        </pc:picChg>
        <pc:picChg chg="mod">
          <ac:chgData name="Bastien Gallay" userId="a1eb176e-0b74-4018-96ec-9809138c83c4" providerId="ADAL" clId="{C93D7830-09FB-5B16-BEAA-59083EEB6EF6}" dt="2025-11-21T14:34:55.423" v="670" actId="1076"/>
          <ac:picMkLst>
            <pc:docMk/>
            <pc:sldMk cId="650176614" sldId="360"/>
            <ac:picMk id="7" creationId="{C687D24B-97F0-D7F3-4049-5AB59B0C89C6}"/>
          </ac:picMkLst>
        </pc:picChg>
        <pc:cxnChg chg="mod">
          <ac:chgData name="Bastien Gallay" userId="a1eb176e-0b74-4018-96ec-9809138c83c4" providerId="ADAL" clId="{C93D7830-09FB-5B16-BEAA-59083EEB6EF6}" dt="2025-11-21T10:31:50.994" v="490" actId="14100"/>
          <ac:cxnSpMkLst>
            <pc:docMk/>
            <pc:sldMk cId="650176614" sldId="360"/>
            <ac:cxnSpMk id="9" creationId="{4E29D4CE-FF25-272F-C806-8A53E1F5A897}"/>
          </ac:cxnSpMkLst>
        </pc:cxnChg>
      </pc:sldChg>
      <pc:sldChg chg="modSp mod">
        <pc:chgData name="Bastien Gallay" userId="a1eb176e-0b74-4018-96ec-9809138c83c4" providerId="ADAL" clId="{C93D7830-09FB-5B16-BEAA-59083EEB6EF6}" dt="2025-11-21T10:32:03.905" v="494" actId="14100"/>
        <pc:sldMkLst>
          <pc:docMk/>
          <pc:sldMk cId="3121130863" sldId="361"/>
        </pc:sldMkLst>
        <pc:spChg chg="mod">
          <ac:chgData name="Bastien Gallay" userId="a1eb176e-0b74-4018-96ec-9809138c83c4" providerId="ADAL" clId="{C93D7830-09FB-5B16-BEAA-59083EEB6EF6}" dt="2025-11-21T08:53:35.949" v="6" actId="14100"/>
          <ac:spMkLst>
            <pc:docMk/>
            <pc:sldMk cId="3121130863" sldId="361"/>
            <ac:spMk id="13" creationId="{166C8963-30F0-16D5-F0C9-B5BFF00B09D3}"/>
          </ac:spMkLst>
        </pc:spChg>
        <pc:spChg chg="mod">
          <ac:chgData name="Bastien Gallay" userId="a1eb176e-0b74-4018-96ec-9809138c83c4" providerId="ADAL" clId="{C93D7830-09FB-5B16-BEAA-59083EEB6EF6}" dt="2025-11-21T08:55:43.345" v="18" actId="1076"/>
          <ac:spMkLst>
            <pc:docMk/>
            <pc:sldMk cId="3121130863" sldId="361"/>
            <ac:spMk id="16" creationId="{9166FD6F-370A-54FB-44D4-C96AC10028C7}"/>
          </ac:spMkLst>
        </pc:spChg>
        <pc:graphicFrameChg chg="mod modGraphic">
          <ac:chgData name="Bastien Gallay" userId="a1eb176e-0b74-4018-96ec-9809138c83c4" providerId="ADAL" clId="{C93D7830-09FB-5B16-BEAA-59083EEB6EF6}" dt="2025-11-21T08:53:51.613" v="10" actId="1035"/>
          <ac:graphicFrameMkLst>
            <pc:docMk/>
            <pc:sldMk cId="3121130863" sldId="361"/>
            <ac:graphicFrameMk id="18" creationId="{C2B90A4D-A77B-B100-2681-ABF65B9DA5CC}"/>
          </ac:graphicFrameMkLst>
        </pc:graphicFrameChg>
        <pc:cxnChg chg="mod">
          <ac:chgData name="Bastien Gallay" userId="a1eb176e-0b74-4018-96ec-9809138c83c4" providerId="ADAL" clId="{C93D7830-09FB-5B16-BEAA-59083EEB6EF6}" dt="2025-11-21T10:32:03.905" v="494" actId="14100"/>
          <ac:cxnSpMkLst>
            <pc:docMk/>
            <pc:sldMk cId="3121130863" sldId="361"/>
            <ac:cxnSpMk id="9" creationId="{E1F25CA4-8645-03C5-A4E4-894F5ADB18DD}"/>
          </ac:cxnSpMkLst>
        </pc:cxnChg>
      </pc:sldChg>
      <pc:sldChg chg="modSp mod">
        <pc:chgData name="Bastien Gallay" userId="a1eb176e-0b74-4018-96ec-9809138c83c4" providerId="ADAL" clId="{C93D7830-09FB-5B16-BEAA-59083EEB6EF6}" dt="2025-11-21T10:32:11.388" v="496" actId="14100"/>
        <pc:sldMkLst>
          <pc:docMk/>
          <pc:sldMk cId="1594284667" sldId="362"/>
        </pc:sldMkLst>
        <pc:cxnChg chg="mod">
          <ac:chgData name="Bastien Gallay" userId="a1eb176e-0b74-4018-96ec-9809138c83c4" providerId="ADAL" clId="{C93D7830-09FB-5B16-BEAA-59083EEB6EF6}" dt="2025-11-21T10:32:11.388" v="496" actId="14100"/>
          <ac:cxnSpMkLst>
            <pc:docMk/>
            <pc:sldMk cId="1594284667" sldId="362"/>
            <ac:cxnSpMk id="9" creationId="{5E0ABDF9-BD88-C1A0-0DF6-60F2621343DB}"/>
          </ac:cxnSpMkLst>
        </pc:cxnChg>
      </pc:sldChg>
      <pc:sldChg chg="modSp mod">
        <pc:chgData name="Bastien Gallay" userId="a1eb176e-0b74-4018-96ec-9809138c83c4" providerId="ADAL" clId="{C93D7830-09FB-5B16-BEAA-59083EEB6EF6}" dt="2025-11-21T10:32:18.452" v="498" actId="14100"/>
        <pc:sldMkLst>
          <pc:docMk/>
          <pc:sldMk cId="1541132457" sldId="363"/>
        </pc:sldMkLst>
        <pc:spChg chg="mod">
          <ac:chgData name="Bastien Gallay" userId="a1eb176e-0b74-4018-96ec-9809138c83c4" providerId="ADAL" clId="{C93D7830-09FB-5B16-BEAA-59083EEB6EF6}" dt="2025-11-21T08:56:10.638" v="19" actId="948"/>
          <ac:spMkLst>
            <pc:docMk/>
            <pc:sldMk cId="1541132457" sldId="363"/>
            <ac:spMk id="3" creationId="{9777B448-0F13-C331-5DE4-DF041A6AEB44}"/>
          </ac:spMkLst>
        </pc:spChg>
        <pc:cxnChg chg="mod">
          <ac:chgData name="Bastien Gallay" userId="a1eb176e-0b74-4018-96ec-9809138c83c4" providerId="ADAL" clId="{C93D7830-09FB-5B16-BEAA-59083EEB6EF6}" dt="2025-11-21T10:32:18.452" v="498" actId="14100"/>
          <ac:cxnSpMkLst>
            <pc:docMk/>
            <pc:sldMk cId="1541132457" sldId="363"/>
            <ac:cxnSpMk id="9" creationId="{CCB186E3-0B81-0EF0-F574-FEACAFB9EC11}"/>
          </ac:cxnSpMkLst>
        </pc:cxnChg>
      </pc:sldChg>
      <pc:sldChg chg="modSp mod">
        <pc:chgData name="Bastien Gallay" userId="a1eb176e-0b74-4018-96ec-9809138c83c4" providerId="ADAL" clId="{C93D7830-09FB-5B16-BEAA-59083EEB6EF6}" dt="2025-11-21T14:36:37.953" v="692" actId="1035"/>
        <pc:sldMkLst>
          <pc:docMk/>
          <pc:sldMk cId="3499325285" sldId="365"/>
        </pc:sldMkLst>
        <pc:spChg chg="mod">
          <ac:chgData name="Bastien Gallay" userId="a1eb176e-0b74-4018-96ec-9809138c83c4" providerId="ADAL" clId="{C93D7830-09FB-5B16-BEAA-59083EEB6EF6}" dt="2025-11-21T14:36:37.953" v="692" actId="1035"/>
          <ac:spMkLst>
            <pc:docMk/>
            <pc:sldMk cId="3499325285" sldId="365"/>
            <ac:spMk id="3" creationId="{91138D0E-72C8-3D2B-BF0B-25D063F83390}"/>
          </ac:spMkLst>
        </pc:spChg>
        <pc:cxnChg chg="mod">
          <ac:chgData name="Bastien Gallay" userId="a1eb176e-0b74-4018-96ec-9809138c83c4" providerId="ADAL" clId="{C93D7830-09FB-5B16-BEAA-59083EEB6EF6}" dt="2025-11-21T10:32:31.987" v="502" actId="14100"/>
          <ac:cxnSpMkLst>
            <pc:docMk/>
            <pc:sldMk cId="3499325285" sldId="365"/>
            <ac:cxnSpMk id="9" creationId="{592B9B21-F93A-0F92-8F7C-EBF8B965D9DF}"/>
          </ac:cxnSpMkLst>
        </pc:cxnChg>
      </pc:sldChg>
      <pc:sldChg chg="modSp mod">
        <pc:chgData name="Bastien Gallay" userId="a1eb176e-0b74-4018-96ec-9809138c83c4" providerId="ADAL" clId="{C93D7830-09FB-5B16-BEAA-59083EEB6EF6}" dt="2025-11-21T10:54:04.587" v="617" actId="14861"/>
        <pc:sldMkLst>
          <pc:docMk/>
          <pc:sldMk cId="782776623" sldId="366"/>
        </pc:sldMkLst>
        <pc:spChg chg="mod">
          <ac:chgData name="Bastien Gallay" userId="a1eb176e-0b74-4018-96ec-9809138c83c4" providerId="ADAL" clId="{C93D7830-09FB-5B16-BEAA-59083EEB6EF6}" dt="2025-11-21T10:54:04.587" v="617" actId="14861"/>
          <ac:spMkLst>
            <pc:docMk/>
            <pc:sldMk cId="782776623" sldId="366"/>
            <ac:spMk id="12" creationId="{94A6BBC3-F0CD-F136-6110-A007747F34A1}"/>
          </ac:spMkLst>
        </pc:spChg>
        <pc:spChg chg="mod">
          <ac:chgData name="Bastien Gallay" userId="a1eb176e-0b74-4018-96ec-9809138c83c4" providerId="ADAL" clId="{C93D7830-09FB-5B16-BEAA-59083EEB6EF6}" dt="2025-11-21T10:54:04.587" v="617" actId="14861"/>
          <ac:spMkLst>
            <pc:docMk/>
            <pc:sldMk cId="782776623" sldId="366"/>
            <ac:spMk id="14" creationId="{9FDCE5DB-304C-09FD-9589-E55CBE69ECEB}"/>
          </ac:spMkLst>
        </pc:spChg>
        <pc:cxnChg chg="mod">
          <ac:chgData name="Bastien Gallay" userId="a1eb176e-0b74-4018-96ec-9809138c83c4" providerId="ADAL" clId="{C93D7830-09FB-5B16-BEAA-59083EEB6EF6}" dt="2025-11-21T10:32:37.589" v="504" actId="14100"/>
          <ac:cxnSpMkLst>
            <pc:docMk/>
            <pc:sldMk cId="782776623" sldId="366"/>
            <ac:cxnSpMk id="9" creationId="{03D15811-23BE-FC76-E8A1-56137053B7B9}"/>
          </ac:cxnSpMkLst>
        </pc:cxnChg>
      </pc:sldChg>
      <pc:sldChg chg="modSp mod">
        <pc:chgData name="Bastien Gallay" userId="a1eb176e-0b74-4018-96ec-9809138c83c4" providerId="ADAL" clId="{C93D7830-09FB-5B16-BEAA-59083EEB6EF6}" dt="2025-11-21T10:32:42.436" v="506" actId="14100"/>
        <pc:sldMkLst>
          <pc:docMk/>
          <pc:sldMk cId="3559074042" sldId="367"/>
        </pc:sldMkLst>
        <pc:spChg chg="mod">
          <ac:chgData name="Bastien Gallay" userId="a1eb176e-0b74-4018-96ec-9809138c83c4" providerId="ADAL" clId="{C93D7830-09FB-5B16-BEAA-59083EEB6EF6}" dt="2025-11-21T08:57:51.611" v="20" actId="14100"/>
          <ac:spMkLst>
            <pc:docMk/>
            <pc:sldMk cId="3559074042" sldId="367"/>
            <ac:spMk id="7" creationId="{C8AB754F-E2FB-0C44-4788-4FAB9F6D6A14}"/>
          </ac:spMkLst>
        </pc:spChg>
        <pc:spChg chg="mod">
          <ac:chgData name="Bastien Gallay" userId="a1eb176e-0b74-4018-96ec-9809138c83c4" providerId="ADAL" clId="{C93D7830-09FB-5B16-BEAA-59083EEB6EF6}" dt="2025-11-21T08:57:58.177" v="22" actId="14100"/>
          <ac:spMkLst>
            <pc:docMk/>
            <pc:sldMk cId="3559074042" sldId="367"/>
            <ac:spMk id="12" creationId="{36000AB6-93B6-513D-DB8A-C9B7E4860050}"/>
          </ac:spMkLst>
        </pc:spChg>
        <pc:spChg chg="mod">
          <ac:chgData name="Bastien Gallay" userId="a1eb176e-0b74-4018-96ec-9809138c83c4" providerId="ADAL" clId="{C93D7830-09FB-5B16-BEAA-59083EEB6EF6}" dt="2025-11-21T08:57:54.663" v="21" actId="14100"/>
          <ac:spMkLst>
            <pc:docMk/>
            <pc:sldMk cId="3559074042" sldId="367"/>
            <ac:spMk id="14" creationId="{3FD181EE-CC05-DE53-B0CC-CD94E2F6D5CD}"/>
          </ac:spMkLst>
        </pc:spChg>
        <pc:spChg chg="mod">
          <ac:chgData name="Bastien Gallay" userId="a1eb176e-0b74-4018-96ec-9809138c83c4" providerId="ADAL" clId="{C93D7830-09FB-5B16-BEAA-59083EEB6EF6}" dt="2025-11-21T08:58:01.476" v="23" actId="14100"/>
          <ac:spMkLst>
            <pc:docMk/>
            <pc:sldMk cId="3559074042" sldId="367"/>
            <ac:spMk id="16" creationId="{F57669DE-8F91-5A7B-9664-F0C47FBBE996}"/>
          </ac:spMkLst>
        </pc:spChg>
        <pc:cxnChg chg="mod">
          <ac:chgData name="Bastien Gallay" userId="a1eb176e-0b74-4018-96ec-9809138c83c4" providerId="ADAL" clId="{C93D7830-09FB-5B16-BEAA-59083EEB6EF6}" dt="2025-11-21T10:32:42.436" v="506" actId="14100"/>
          <ac:cxnSpMkLst>
            <pc:docMk/>
            <pc:sldMk cId="3559074042" sldId="367"/>
            <ac:cxnSpMk id="9" creationId="{A9CFA6E6-7C4B-B4DD-791E-CF69122F6A9A}"/>
          </ac:cxnSpMkLst>
        </pc:cxnChg>
      </pc:sldChg>
      <pc:sldChg chg="modSp mod">
        <pc:chgData name="Bastien Gallay" userId="a1eb176e-0b74-4018-96ec-9809138c83c4" providerId="ADAL" clId="{C93D7830-09FB-5B16-BEAA-59083EEB6EF6}" dt="2025-11-21T10:32:25.754" v="500" actId="14100"/>
        <pc:sldMkLst>
          <pc:docMk/>
          <pc:sldMk cId="1445075284" sldId="368"/>
        </pc:sldMkLst>
        <pc:spChg chg="mod">
          <ac:chgData name="Bastien Gallay" userId="a1eb176e-0b74-4018-96ec-9809138c83c4" providerId="ADAL" clId="{C93D7830-09FB-5B16-BEAA-59083EEB6EF6}" dt="2025-11-21T09:00:39.727" v="36"/>
          <ac:spMkLst>
            <pc:docMk/>
            <pc:sldMk cId="1445075284" sldId="368"/>
            <ac:spMk id="9" creationId="{998994B1-CAC7-13F0-1473-E8DE4AA9910D}"/>
          </ac:spMkLst>
        </pc:spChg>
        <pc:cxnChg chg="mod">
          <ac:chgData name="Bastien Gallay" userId="a1eb176e-0b74-4018-96ec-9809138c83c4" providerId="ADAL" clId="{C93D7830-09FB-5B16-BEAA-59083EEB6EF6}" dt="2025-11-21T10:32:25.754" v="500" actId="14100"/>
          <ac:cxnSpMkLst>
            <pc:docMk/>
            <pc:sldMk cId="1445075284" sldId="368"/>
            <ac:cxnSpMk id="11" creationId="{D53BC0AD-A955-5B16-A839-00D147B0621B}"/>
          </ac:cxnSpMkLst>
        </pc:cxnChg>
      </pc:sldChg>
      <pc:sldChg chg="modSp mod">
        <pc:chgData name="Bastien Gallay" userId="a1eb176e-0b74-4018-96ec-9809138c83c4" providerId="ADAL" clId="{C93D7830-09FB-5B16-BEAA-59083EEB6EF6}" dt="2025-11-21T10:32:48.586" v="508" actId="14100"/>
        <pc:sldMkLst>
          <pc:docMk/>
          <pc:sldMk cId="2845249996" sldId="369"/>
        </pc:sldMkLst>
        <pc:cxnChg chg="mod">
          <ac:chgData name="Bastien Gallay" userId="a1eb176e-0b74-4018-96ec-9809138c83c4" providerId="ADAL" clId="{C93D7830-09FB-5B16-BEAA-59083EEB6EF6}" dt="2025-11-21T10:32:48.586" v="508" actId="14100"/>
          <ac:cxnSpMkLst>
            <pc:docMk/>
            <pc:sldMk cId="2845249996" sldId="369"/>
            <ac:cxnSpMk id="10" creationId="{9CBEF480-AC3B-A5A7-C3EF-66C7834ED5AD}"/>
          </ac:cxnSpMkLst>
        </pc:cxnChg>
      </pc:sldChg>
      <pc:sldChg chg="modSp mod">
        <pc:chgData name="Bastien Gallay" userId="a1eb176e-0b74-4018-96ec-9809138c83c4" providerId="ADAL" clId="{C93D7830-09FB-5B16-BEAA-59083EEB6EF6}" dt="2025-11-21T10:34:37.720" v="540" actId="14100"/>
        <pc:sldMkLst>
          <pc:docMk/>
          <pc:sldMk cId="1467158838" sldId="370"/>
        </pc:sldMkLst>
        <pc:spChg chg="mod">
          <ac:chgData name="Bastien Gallay" userId="a1eb176e-0b74-4018-96ec-9809138c83c4" providerId="ADAL" clId="{C93D7830-09FB-5B16-BEAA-59083EEB6EF6}" dt="2025-11-21T10:11:47.028" v="447" actId="20577"/>
          <ac:spMkLst>
            <pc:docMk/>
            <pc:sldMk cId="1467158838" sldId="370"/>
            <ac:spMk id="10" creationId="{B520D163-7A2F-14DF-ECBD-E41D57EE6A34}"/>
          </ac:spMkLst>
        </pc:spChg>
        <pc:cxnChg chg="mod">
          <ac:chgData name="Bastien Gallay" userId="a1eb176e-0b74-4018-96ec-9809138c83c4" providerId="ADAL" clId="{C93D7830-09FB-5B16-BEAA-59083EEB6EF6}" dt="2025-11-21T10:34:37.720" v="540" actId="14100"/>
          <ac:cxnSpMkLst>
            <pc:docMk/>
            <pc:sldMk cId="1467158838" sldId="370"/>
            <ac:cxnSpMk id="14" creationId="{B9833B02-6546-828E-263B-D82D7E1A9125}"/>
          </ac:cxnSpMkLst>
        </pc:cxnChg>
      </pc:sldChg>
      <pc:sldChg chg="modSp mod">
        <pc:chgData name="Bastien Gallay" userId="a1eb176e-0b74-4018-96ec-9809138c83c4" providerId="ADAL" clId="{C93D7830-09FB-5B16-BEAA-59083EEB6EF6}" dt="2025-11-21T10:32:53.985" v="510" actId="14100"/>
        <pc:sldMkLst>
          <pc:docMk/>
          <pc:sldMk cId="1126331551" sldId="371"/>
        </pc:sldMkLst>
        <pc:cxnChg chg="mod">
          <ac:chgData name="Bastien Gallay" userId="a1eb176e-0b74-4018-96ec-9809138c83c4" providerId="ADAL" clId="{C93D7830-09FB-5B16-BEAA-59083EEB6EF6}" dt="2025-11-21T10:32:53.985" v="510" actId="14100"/>
          <ac:cxnSpMkLst>
            <pc:docMk/>
            <pc:sldMk cId="1126331551" sldId="371"/>
            <ac:cxnSpMk id="9" creationId="{10296B66-88C1-4A03-C429-CEDE378EB660}"/>
          </ac:cxnSpMkLst>
        </pc:cxnChg>
      </pc:sldChg>
      <pc:sldChg chg="modSp mod">
        <pc:chgData name="Bastien Gallay" userId="a1eb176e-0b74-4018-96ec-9809138c83c4" providerId="ADAL" clId="{C93D7830-09FB-5B16-BEAA-59083EEB6EF6}" dt="2025-11-21T10:32:58.323" v="512" actId="14100"/>
        <pc:sldMkLst>
          <pc:docMk/>
          <pc:sldMk cId="3992470609" sldId="372"/>
        </pc:sldMkLst>
        <pc:cxnChg chg="mod">
          <ac:chgData name="Bastien Gallay" userId="a1eb176e-0b74-4018-96ec-9809138c83c4" providerId="ADAL" clId="{C93D7830-09FB-5B16-BEAA-59083EEB6EF6}" dt="2025-11-21T10:32:58.323" v="512" actId="14100"/>
          <ac:cxnSpMkLst>
            <pc:docMk/>
            <pc:sldMk cId="3992470609" sldId="372"/>
            <ac:cxnSpMk id="9" creationId="{9B234063-1F49-C9DF-5CAE-50B8D8C73CDD}"/>
          </ac:cxnSpMkLst>
        </pc:cxnChg>
      </pc:sldChg>
      <pc:sldChg chg="modSp mod">
        <pc:chgData name="Bastien Gallay" userId="a1eb176e-0b74-4018-96ec-9809138c83c4" providerId="ADAL" clId="{C93D7830-09FB-5B16-BEAA-59083EEB6EF6}" dt="2025-11-21T10:33:04.720" v="514" actId="14100"/>
        <pc:sldMkLst>
          <pc:docMk/>
          <pc:sldMk cId="2074845695" sldId="373"/>
        </pc:sldMkLst>
        <pc:cxnChg chg="mod">
          <ac:chgData name="Bastien Gallay" userId="a1eb176e-0b74-4018-96ec-9809138c83c4" providerId="ADAL" clId="{C93D7830-09FB-5B16-BEAA-59083EEB6EF6}" dt="2025-11-21T10:33:04.720" v="514" actId="14100"/>
          <ac:cxnSpMkLst>
            <pc:docMk/>
            <pc:sldMk cId="2074845695" sldId="373"/>
            <ac:cxnSpMk id="9" creationId="{012E4D41-887D-B672-46C1-787ED4EAC5CE}"/>
          </ac:cxnSpMkLst>
        </pc:cxnChg>
      </pc:sldChg>
      <pc:sldChg chg="modSp mod">
        <pc:chgData name="Bastien Gallay" userId="a1eb176e-0b74-4018-96ec-9809138c83c4" providerId="ADAL" clId="{C93D7830-09FB-5B16-BEAA-59083EEB6EF6}" dt="2025-11-21T10:33:10.956" v="516" actId="14100"/>
        <pc:sldMkLst>
          <pc:docMk/>
          <pc:sldMk cId="1391627163" sldId="374"/>
        </pc:sldMkLst>
        <pc:cxnChg chg="mod">
          <ac:chgData name="Bastien Gallay" userId="a1eb176e-0b74-4018-96ec-9809138c83c4" providerId="ADAL" clId="{C93D7830-09FB-5B16-BEAA-59083EEB6EF6}" dt="2025-11-21T10:33:10.956" v="516" actId="14100"/>
          <ac:cxnSpMkLst>
            <pc:docMk/>
            <pc:sldMk cId="1391627163" sldId="374"/>
            <ac:cxnSpMk id="9" creationId="{4ABB38BB-4288-13F7-B2DB-E5CBFF3FA7E5}"/>
          </ac:cxnSpMkLst>
        </pc:cxnChg>
      </pc:sldChg>
      <pc:sldChg chg="modSp mod">
        <pc:chgData name="Bastien Gallay" userId="a1eb176e-0b74-4018-96ec-9809138c83c4" providerId="ADAL" clId="{C93D7830-09FB-5B16-BEAA-59083EEB6EF6}" dt="2025-11-21T10:33:34.972" v="518" actId="14100"/>
        <pc:sldMkLst>
          <pc:docMk/>
          <pc:sldMk cId="2460957484" sldId="375"/>
        </pc:sldMkLst>
        <pc:spChg chg="mod">
          <ac:chgData name="Bastien Gallay" userId="a1eb176e-0b74-4018-96ec-9809138c83c4" providerId="ADAL" clId="{C93D7830-09FB-5B16-BEAA-59083EEB6EF6}" dt="2025-11-21T09:01:05.191" v="37"/>
          <ac:spMkLst>
            <pc:docMk/>
            <pc:sldMk cId="2460957484" sldId="375"/>
            <ac:spMk id="6" creationId="{66B81B55-0F31-B725-1660-C80F4701BEBA}"/>
          </ac:spMkLst>
        </pc:spChg>
        <pc:spChg chg="mod">
          <ac:chgData name="Bastien Gallay" userId="a1eb176e-0b74-4018-96ec-9809138c83c4" providerId="ADAL" clId="{C93D7830-09FB-5B16-BEAA-59083EEB6EF6}" dt="2025-11-21T09:01:07.588" v="38" actId="1076"/>
          <ac:spMkLst>
            <pc:docMk/>
            <pc:sldMk cId="2460957484" sldId="375"/>
            <ac:spMk id="8" creationId="{9D637DF2-023A-074F-A723-359F6A7D3803}"/>
          </ac:spMkLst>
        </pc:spChg>
        <pc:cxnChg chg="mod">
          <ac:chgData name="Bastien Gallay" userId="a1eb176e-0b74-4018-96ec-9809138c83c4" providerId="ADAL" clId="{C93D7830-09FB-5B16-BEAA-59083EEB6EF6}" dt="2025-11-21T10:33:34.972" v="518" actId="14100"/>
          <ac:cxnSpMkLst>
            <pc:docMk/>
            <pc:sldMk cId="2460957484" sldId="375"/>
            <ac:cxnSpMk id="10" creationId="{558C6804-BCA9-5D21-B51D-2EFF51CE14F4}"/>
          </ac:cxnSpMkLst>
        </pc:cxnChg>
      </pc:sldChg>
      <pc:sldChg chg="addSp modSp mod">
        <pc:chgData name="Bastien Gallay" userId="a1eb176e-0b74-4018-96ec-9809138c83c4" providerId="ADAL" clId="{C93D7830-09FB-5B16-BEAA-59083EEB6EF6}" dt="2025-11-21T10:33:40.838" v="520" actId="14100"/>
        <pc:sldMkLst>
          <pc:docMk/>
          <pc:sldMk cId="3586926297" sldId="376"/>
        </pc:sldMkLst>
        <pc:spChg chg="mod">
          <ac:chgData name="Bastien Gallay" userId="a1eb176e-0b74-4018-96ec-9809138c83c4" providerId="ADAL" clId="{C93D7830-09FB-5B16-BEAA-59083EEB6EF6}" dt="2025-11-21T09:02:18.177" v="51" actId="14100"/>
          <ac:spMkLst>
            <pc:docMk/>
            <pc:sldMk cId="3586926297" sldId="376"/>
            <ac:spMk id="11" creationId="{9277A578-F1F3-AD3F-AD03-05B62232B068}"/>
          </ac:spMkLst>
        </pc:spChg>
        <pc:grpChg chg="add mod">
          <ac:chgData name="Bastien Gallay" userId="a1eb176e-0b74-4018-96ec-9809138c83c4" providerId="ADAL" clId="{C93D7830-09FB-5B16-BEAA-59083EEB6EF6}" dt="2025-11-21T09:02:34.125" v="53" actId="1076"/>
          <ac:grpSpMkLst>
            <pc:docMk/>
            <pc:sldMk cId="3586926297" sldId="376"/>
            <ac:grpSpMk id="3" creationId="{47237031-ACAD-6D3B-C630-A2F7B80F5EF0}"/>
          </ac:grpSpMkLst>
        </pc:grpChg>
        <pc:graphicFrameChg chg="mod modGraphic">
          <ac:chgData name="Bastien Gallay" userId="a1eb176e-0b74-4018-96ec-9809138c83c4" providerId="ADAL" clId="{C93D7830-09FB-5B16-BEAA-59083EEB6EF6}" dt="2025-11-21T09:02:12.243" v="50" actId="1076"/>
          <ac:graphicFrameMkLst>
            <pc:docMk/>
            <pc:sldMk cId="3586926297" sldId="376"/>
            <ac:graphicFrameMk id="6" creationId="{726503BB-4590-2294-A7CD-C26E59AD3147}"/>
          </ac:graphicFrameMkLst>
        </pc:graphicFrameChg>
        <pc:cxnChg chg="mod">
          <ac:chgData name="Bastien Gallay" userId="a1eb176e-0b74-4018-96ec-9809138c83c4" providerId="ADAL" clId="{C93D7830-09FB-5B16-BEAA-59083EEB6EF6}" dt="2025-11-21T10:33:40.838" v="520" actId="14100"/>
          <ac:cxnSpMkLst>
            <pc:docMk/>
            <pc:sldMk cId="3586926297" sldId="376"/>
            <ac:cxnSpMk id="15" creationId="{5A39BE57-DE6E-531A-C89B-0DD9232B775D}"/>
          </ac:cxnSpMkLst>
        </pc:cxnChg>
      </pc:sldChg>
      <pc:sldChg chg="modSp mod">
        <pc:chgData name="Bastien Gallay" userId="a1eb176e-0b74-4018-96ec-9809138c83c4" providerId="ADAL" clId="{C93D7830-09FB-5B16-BEAA-59083EEB6EF6}" dt="2025-11-21T10:33:45.636" v="522" actId="14100"/>
        <pc:sldMkLst>
          <pc:docMk/>
          <pc:sldMk cId="1490050358" sldId="377"/>
        </pc:sldMkLst>
        <pc:cxnChg chg="mod">
          <ac:chgData name="Bastien Gallay" userId="a1eb176e-0b74-4018-96ec-9809138c83c4" providerId="ADAL" clId="{C93D7830-09FB-5B16-BEAA-59083EEB6EF6}" dt="2025-11-21T10:33:45.636" v="522" actId="14100"/>
          <ac:cxnSpMkLst>
            <pc:docMk/>
            <pc:sldMk cId="1490050358" sldId="377"/>
            <ac:cxnSpMk id="15" creationId="{CB05FCB6-2FB5-0207-6155-C93E31BACAB9}"/>
          </ac:cxnSpMkLst>
        </pc:cxnChg>
      </pc:sldChg>
      <pc:sldChg chg="modSp mod">
        <pc:chgData name="Bastien Gallay" userId="a1eb176e-0b74-4018-96ec-9809138c83c4" providerId="ADAL" clId="{C93D7830-09FB-5B16-BEAA-59083EEB6EF6}" dt="2025-11-21T10:37:00.451" v="565" actId="242"/>
        <pc:sldMkLst>
          <pc:docMk/>
          <pc:sldMk cId="2345977140" sldId="378"/>
        </pc:sldMkLst>
        <pc:spChg chg="mod">
          <ac:chgData name="Bastien Gallay" userId="a1eb176e-0b74-4018-96ec-9809138c83c4" providerId="ADAL" clId="{C93D7830-09FB-5B16-BEAA-59083EEB6EF6}" dt="2025-11-21T10:37:00.451" v="565" actId="242"/>
          <ac:spMkLst>
            <pc:docMk/>
            <pc:sldMk cId="2345977140" sldId="378"/>
            <ac:spMk id="5" creationId="{9DDE6DD4-0E6F-FF4A-CF32-DBBA2EF4D82A}"/>
          </ac:spMkLst>
        </pc:spChg>
        <pc:spChg chg="mod">
          <ac:chgData name="Bastien Gallay" userId="a1eb176e-0b74-4018-96ec-9809138c83c4" providerId="ADAL" clId="{C93D7830-09FB-5B16-BEAA-59083EEB6EF6}" dt="2025-11-21T10:12:16.774" v="466"/>
          <ac:spMkLst>
            <pc:docMk/>
            <pc:sldMk cId="2345977140" sldId="378"/>
            <ac:spMk id="10" creationId="{25E7CC83-326E-8A9F-F661-150C11EC5CEA}"/>
          </ac:spMkLst>
        </pc:spChg>
        <pc:cxnChg chg="mod">
          <ac:chgData name="Bastien Gallay" userId="a1eb176e-0b74-4018-96ec-9809138c83c4" providerId="ADAL" clId="{C93D7830-09FB-5B16-BEAA-59083EEB6EF6}" dt="2025-11-21T10:34:50.240" v="544" actId="14100"/>
          <ac:cxnSpMkLst>
            <pc:docMk/>
            <pc:sldMk cId="2345977140" sldId="378"/>
            <ac:cxnSpMk id="14" creationId="{1DFEE66C-0D1F-4E1C-29B7-C00E78A3C3CA}"/>
          </ac:cxnSpMkLst>
        </pc:cxnChg>
      </pc:sldChg>
      <pc:sldChg chg="modSp mod">
        <pc:chgData name="Bastien Gallay" userId="a1eb176e-0b74-4018-96ec-9809138c83c4" providerId="ADAL" clId="{C93D7830-09FB-5B16-BEAA-59083EEB6EF6}" dt="2025-11-21T10:31:57.471" v="492" actId="14100"/>
        <pc:sldMkLst>
          <pc:docMk/>
          <pc:sldMk cId="3772697396" sldId="379"/>
        </pc:sldMkLst>
        <pc:cxnChg chg="mod">
          <ac:chgData name="Bastien Gallay" userId="a1eb176e-0b74-4018-96ec-9809138c83c4" providerId="ADAL" clId="{C93D7830-09FB-5B16-BEAA-59083EEB6EF6}" dt="2025-11-21T10:31:57.471" v="492" actId="14100"/>
          <ac:cxnSpMkLst>
            <pc:docMk/>
            <pc:sldMk cId="3772697396" sldId="379"/>
            <ac:cxnSpMk id="9" creationId="{C71676A4-6DC8-03C5-193D-DB97EA538116}"/>
          </ac:cxnSpMkLst>
        </pc:cxnChg>
      </pc:sldChg>
      <pc:sldChg chg="modSp mod">
        <pc:chgData name="Bastien Gallay" userId="a1eb176e-0b74-4018-96ec-9809138c83c4" providerId="ADAL" clId="{C93D7830-09FB-5B16-BEAA-59083EEB6EF6}" dt="2025-11-21T10:37:07.836" v="566" actId="242"/>
        <pc:sldMkLst>
          <pc:docMk/>
          <pc:sldMk cId="370924112" sldId="380"/>
        </pc:sldMkLst>
        <pc:spChg chg="mod">
          <ac:chgData name="Bastien Gallay" userId="a1eb176e-0b74-4018-96ec-9809138c83c4" providerId="ADAL" clId="{C93D7830-09FB-5B16-BEAA-59083EEB6EF6}" dt="2025-11-21T10:37:07.836" v="566" actId="242"/>
          <ac:spMkLst>
            <pc:docMk/>
            <pc:sldMk cId="370924112" sldId="380"/>
            <ac:spMk id="5" creationId="{9BF70B45-AC59-55AF-9435-BC607B4F171B}"/>
          </ac:spMkLst>
        </pc:spChg>
        <pc:spChg chg="mod">
          <ac:chgData name="Bastien Gallay" userId="a1eb176e-0b74-4018-96ec-9809138c83c4" providerId="ADAL" clId="{C93D7830-09FB-5B16-BEAA-59083EEB6EF6}" dt="2025-11-21T10:12:20.583" v="467"/>
          <ac:spMkLst>
            <pc:docMk/>
            <pc:sldMk cId="370924112" sldId="380"/>
            <ac:spMk id="10" creationId="{9DFE0D8F-404E-B5FD-4A5B-0921D862F4F9}"/>
          </ac:spMkLst>
        </pc:spChg>
        <pc:cxnChg chg="mod">
          <ac:chgData name="Bastien Gallay" userId="a1eb176e-0b74-4018-96ec-9809138c83c4" providerId="ADAL" clId="{C93D7830-09FB-5B16-BEAA-59083EEB6EF6}" dt="2025-11-21T10:34:57.687" v="546" actId="14100"/>
          <ac:cxnSpMkLst>
            <pc:docMk/>
            <pc:sldMk cId="370924112" sldId="380"/>
            <ac:cxnSpMk id="14" creationId="{7516792A-1978-6CA2-CB62-EC0A22FAB083}"/>
          </ac:cxnSpMkLst>
        </pc:cxnChg>
      </pc:sldChg>
      <pc:sldChg chg="addSp delSp add del setBg delDesignElem">
        <pc:chgData name="Bastien Gallay" userId="a1eb176e-0b74-4018-96ec-9809138c83c4" providerId="ADAL" clId="{C93D7830-09FB-5B16-BEAA-59083EEB6EF6}" dt="2025-11-21T08:59:50.654" v="29"/>
        <pc:sldMkLst>
          <pc:docMk/>
          <pc:sldMk cId="1192085850" sldId="381"/>
        </pc:sldMkLst>
        <pc:spChg chg="add del">
          <ac:chgData name="Bastien Gallay" userId="a1eb176e-0b74-4018-96ec-9809138c83c4" providerId="ADAL" clId="{C93D7830-09FB-5B16-BEAA-59083EEB6EF6}" dt="2025-11-21T08:59:50.654" v="29"/>
          <ac:spMkLst>
            <pc:docMk/>
            <pc:sldMk cId="1192085850" sldId="381"/>
            <ac:spMk id="14" creationId="{AE928440-3CA5-B8F7-2D3E-C29E059F90DB}"/>
          </ac:spMkLst>
        </pc:spChg>
        <pc:spChg chg="add del">
          <ac:chgData name="Bastien Gallay" userId="a1eb176e-0b74-4018-96ec-9809138c83c4" providerId="ADAL" clId="{C93D7830-09FB-5B16-BEAA-59083EEB6EF6}" dt="2025-11-21T08:59:50.654" v="29"/>
          <ac:spMkLst>
            <pc:docMk/>
            <pc:sldMk cId="1192085850" sldId="381"/>
            <ac:spMk id="15" creationId="{218EA9E3-192D-F040-13E8-542EE7363E16}"/>
          </ac:spMkLst>
        </pc:spChg>
      </pc:sldChg>
      <pc:sldChg chg="addSp delSp modSp add mod">
        <pc:chgData name="Bastien Gallay" userId="a1eb176e-0b74-4018-96ec-9809138c83c4" providerId="ADAL" clId="{C93D7830-09FB-5B16-BEAA-59083EEB6EF6}" dt="2025-11-21T10:31:26.473" v="484" actId="14100"/>
        <pc:sldMkLst>
          <pc:docMk/>
          <pc:sldMk cId="2609027590" sldId="381"/>
        </pc:sldMkLst>
        <pc:spChg chg="mod">
          <ac:chgData name="Bastien Gallay" userId="a1eb176e-0b74-4018-96ec-9809138c83c4" providerId="ADAL" clId="{C93D7830-09FB-5B16-BEAA-59083EEB6EF6}" dt="2025-11-21T09:00:05.868" v="32"/>
          <ac:spMkLst>
            <pc:docMk/>
            <pc:sldMk cId="2609027590" sldId="381"/>
            <ac:spMk id="9" creationId="{B4C14D58-79F9-41FC-907C-17524F057FEB}"/>
          </ac:spMkLst>
        </pc:spChg>
        <pc:spChg chg="del">
          <ac:chgData name="Bastien Gallay" userId="a1eb176e-0b74-4018-96ec-9809138c83c4" providerId="ADAL" clId="{C93D7830-09FB-5B16-BEAA-59083EEB6EF6}" dt="2025-11-21T08:59:54.836" v="31" actId="478"/>
          <ac:spMkLst>
            <pc:docMk/>
            <pc:sldMk cId="2609027590" sldId="381"/>
            <ac:spMk id="21" creationId="{37763322-A762-0618-793F-EEE36BEDC9EC}"/>
          </ac:spMkLst>
        </pc:spChg>
        <pc:spChg chg="del">
          <ac:chgData name="Bastien Gallay" userId="a1eb176e-0b74-4018-96ec-9809138c83c4" providerId="ADAL" clId="{C93D7830-09FB-5B16-BEAA-59083EEB6EF6}" dt="2025-11-21T08:59:54.836" v="31" actId="478"/>
          <ac:spMkLst>
            <pc:docMk/>
            <pc:sldMk cId="2609027590" sldId="381"/>
            <ac:spMk id="23" creationId="{63729049-8AFC-D227-3ADE-83F97E280C83}"/>
          </ac:spMkLst>
        </pc:spChg>
        <pc:graphicFrameChg chg="add mod">
          <ac:chgData name="Bastien Gallay" userId="a1eb176e-0b74-4018-96ec-9809138c83c4" providerId="ADAL" clId="{C93D7830-09FB-5B16-BEAA-59083EEB6EF6}" dt="2025-11-21T09:00:17.591" v="34" actId="1076"/>
          <ac:graphicFrameMkLst>
            <pc:docMk/>
            <pc:sldMk cId="2609027590" sldId="381"/>
            <ac:graphicFrameMk id="3" creationId="{26B98467-FD99-F4B5-0E24-2A4DE074AC6C}"/>
          </ac:graphicFrameMkLst>
        </pc:graphicFrameChg>
        <pc:graphicFrameChg chg="add mod">
          <ac:chgData name="Bastien Gallay" userId="a1eb176e-0b74-4018-96ec-9809138c83c4" providerId="ADAL" clId="{C93D7830-09FB-5B16-BEAA-59083EEB6EF6}" dt="2025-11-21T09:00:17.591" v="34" actId="1076"/>
          <ac:graphicFrameMkLst>
            <pc:docMk/>
            <pc:sldMk cId="2609027590" sldId="381"/>
            <ac:graphicFrameMk id="4" creationId="{ADAF6EA3-83EF-FC76-8A41-F86BE76C642C}"/>
          </ac:graphicFrameMkLst>
        </pc:graphicFrameChg>
        <pc:graphicFrameChg chg="add mod">
          <ac:chgData name="Bastien Gallay" userId="a1eb176e-0b74-4018-96ec-9809138c83c4" providerId="ADAL" clId="{C93D7830-09FB-5B16-BEAA-59083EEB6EF6}" dt="2025-11-21T09:00:17.591" v="34" actId="1076"/>
          <ac:graphicFrameMkLst>
            <pc:docMk/>
            <pc:sldMk cId="2609027590" sldId="381"/>
            <ac:graphicFrameMk id="6" creationId="{38AF5972-7DF9-9040-32A7-C41DCCDDEF41}"/>
          </ac:graphicFrameMkLst>
        </pc:graphicFrameChg>
        <pc:cxnChg chg="mod">
          <ac:chgData name="Bastien Gallay" userId="a1eb176e-0b74-4018-96ec-9809138c83c4" providerId="ADAL" clId="{C93D7830-09FB-5B16-BEAA-59083EEB6EF6}" dt="2025-11-21T10:31:26.473" v="484" actId="14100"/>
          <ac:cxnSpMkLst>
            <pc:docMk/>
            <pc:sldMk cId="2609027590" sldId="381"/>
            <ac:cxnSpMk id="11" creationId="{30CDCB89-2023-E2F9-A5E2-E9D171E6DB43}"/>
          </ac:cxnSpMkLst>
        </pc:cxnChg>
      </pc:sldChg>
      <pc:sldChg chg="addSp delSp add del setBg delDesignElem">
        <pc:chgData name="Bastien Gallay" userId="a1eb176e-0b74-4018-96ec-9809138c83c4" providerId="ADAL" clId="{C93D7830-09FB-5B16-BEAA-59083EEB6EF6}" dt="2025-11-21T08:59:30.165" v="26"/>
        <pc:sldMkLst>
          <pc:docMk/>
          <pc:sldMk cId="2958235451" sldId="381"/>
        </pc:sldMkLst>
        <pc:spChg chg="add del">
          <ac:chgData name="Bastien Gallay" userId="a1eb176e-0b74-4018-96ec-9809138c83c4" providerId="ADAL" clId="{C93D7830-09FB-5B16-BEAA-59083EEB6EF6}" dt="2025-11-21T08:59:30.165" v="26"/>
          <ac:spMkLst>
            <pc:docMk/>
            <pc:sldMk cId="2958235451" sldId="381"/>
            <ac:spMk id="14" creationId="{DC05202E-F217-A4D3-CE38-E4AB498621D2}"/>
          </ac:spMkLst>
        </pc:spChg>
        <pc:spChg chg="add del">
          <ac:chgData name="Bastien Gallay" userId="a1eb176e-0b74-4018-96ec-9809138c83c4" providerId="ADAL" clId="{C93D7830-09FB-5B16-BEAA-59083EEB6EF6}" dt="2025-11-21T08:59:30.165" v="26"/>
          <ac:spMkLst>
            <pc:docMk/>
            <pc:sldMk cId="2958235451" sldId="381"/>
            <ac:spMk id="15" creationId="{F4242F0F-2D6B-0DF8-29F7-DB6CFA9FAAA8}"/>
          </ac:spMkLst>
        </pc:spChg>
      </pc:sldChg>
      <pc:sldChg chg="addSp delSp modSp add mod">
        <pc:chgData name="Bastien Gallay" userId="a1eb176e-0b74-4018-96ec-9809138c83c4" providerId="ADAL" clId="{C93D7830-09FB-5B16-BEAA-59083EEB6EF6}" dt="2025-11-21T10:34:01.771" v="528" actId="14100"/>
        <pc:sldMkLst>
          <pc:docMk/>
          <pc:sldMk cId="3803827447" sldId="382"/>
        </pc:sldMkLst>
        <pc:spChg chg="mod">
          <ac:chgData name="Bastien Gallay" userId="a1eb176e-0b74-4018-96ec-9809138c83c4" providerId="ADAL" clId="{C93D7830-09FB-5B16-BEAA-59083EEB6EF6}" dt="2025-11-21T09:04:58.259" v="66" actId="21"/>
          <ac:spMkLst>
            <pc:docMk/>
            <pc:sldMk cId="3803827447" sldId="382"/>
            <ac:spMk id="2" creationId="{48F90F93-E46F-B7E5-D630-A71675DB3CAE}"/>
          </ac:spMkLst>
        </pc:spChg>
        <pc:spChg chg="add mod">
          <ac:chgData name="Bastien Gallay" userId="a1eb176e-0b74-4018-96ec-9809138c83c4" providerId="ADAL" clId="{C93D7830-09FB-5B16-BEAA-59083EEB6EF6}" dt="2025-11-21T09:07:54.538" v="96" actId="403"/>
          <ac:spMkLst>
            <pc:docMk/>
            <pc:sldMk cId="3803827447" sldId="382"/>
            <ac:spMk id="4" creationId="{BCD040D4-08B2-28ED-D01B-215C7FD5001A}"/>
          </ac:spMkLst>
        </pc:spChg>
        <pc:spChg chg="mod">
          <ac:chgData name="Bastien Gallay" userId="a1eb176e-0b74-4018-96ec-9809138c83c4" providerId="ADAL" clId="{C93D7830-09FB-5B16-BEAA-59083EEB6EF6}" dt="2025-11-21T09:05:01.551" v="67"/>
          <ac:spMkLst>
            <pc:docMk/>
            <pc:sldMk cId="3803827447" sldId="382"/>
            <ac:spMk id="5" creationId="{9B5220F6-994B-DAB6-A41A-2A22F1B04673}"/>
          </ac:spMkLst>
        </pc:spChg>
        <pc:spChg chg="add mod">
          <ac:chgData name="Bastien Gallay" userId="a1eb176e-0b74-4018-96ec-9809138c83c4" providerId="ADAL" clId="{C93D7830-09FB-5B16-BEAA-59083EEB6EF6}" dt="2025-11-21T09:07:30.222" v="93" actId="404"/>
          <ac:spMkLst>
            <pc:docMk/>
            <pc:sldMk cId="3803827447" sldId="382"/>
            <ac:spMk id="8" creationId="{5B7AC75A-404A-4CBD-66CD-160EDFAB69C8}"/>
          </ac:spMkLst>
        </pc:spChg>
        <pc:graphicFrameChg chg="add mod modGraphic">
          <ac:chgData name="Bastien Gallay" userId="a1eb176e-0b74-4018-96ec-9809138c83c4" providerId="ADAL" clId="{C93D7830-09FB-5B16-BEAA-59083EEB6EF6}" dt="2025-11-21T09:08:01.586" v="98" actId="1076"/>
          <ac:graphicFrameMkLst>
            <pc:docMk/>
            <pc:sldMk cId="3803827447" sldId="382"/>
            <ac:graphicFrameMk id="3" creationId="{DEE6E1B9-0520-76A4-3603-86246B7A6B3B}"/>
          </ac:graphicFrameMkLst>
        </pc:graphicFrameChg>
        <pc:graphicFrameChg chg="del">
          <ac:chgData name="Bastien Gallay" userId="a1eb176e-0b74-4018-96ec-9809138c83c4" providerId="ADAL" clId="{C93D7830-09FB-5B16-BEAA-59083EEB6EF6}" dt="2025-11-21T09:04:33.977" v="63" actId="478"/>
          <ac:graphicFrameMkLst>
            <pc:docMk/>
            <pc:sldMk cId="3803827447" sldId="382"/>
            <ac:graphicFrameMk id="6" creationId="{7267F836-5298-AA1A-6B52-4C007849A3DD}"/>
          </ac:graphicFrameMkLst>
        </pc:graphicFrameChg>
        <pc:graphicFrameChg chg="add mod modGraphic">
          <ac:chgData name="Bastien Gallay" userId="a1eb176e-0b74-4018-96ec-9809138c83c4" providerId="ADAL" clId="{C93D7830-09FB-5B16-BEAA-59083EEB6EF6}" dt="2025-11-21T09:08:31.969" v="103" actId="14100"/>
          <ac:graphicFrameMkLst>
            <pc:docMk/>
            <pc:sldMk cId="3803827447" sldId="382"/>
            <ac:graphicFrameMk id="10" creationId="{BADAF86B-1D8B-6033-3A81-968A84D5ED7E}"/>
          </ac:graphicFrameMkLst>
        </pc:graphicFrameChg>
        <pc:cxnChg chg="mod">
          <ac:chgData name="Bastien Gallay" userId="a1eb176e-0b74-4018-96ec-9809138c83c4" providerId="ADAL" clId="{C93D7830-09FB-5B16-BEAA-59083EEB6EF6}" dt="2025-11-21T10:34:01.771" v="528" actId="14100"/>
          <ac:cxnSpMkLst>
            <pc:docMk/>
            <pc:sldMk cId="3803827447" sldId="382"/>
            <ac:cxnSpMk id="13" creationId="{60758026-7542-89C7-7DBD-1F6E61C4643E}"/>
          </ac:cxnSpMkLst>
        </pc:cxnChg>
      </pc:sldChg>
      <pc:sldChg chg="addSp delSp modSp add mod">
        <pc:chgData name="Bastien Gallay" userId="a1eb176e-0b74-4018-96ec-9809138c83c4" providerId="ADAL" clId="{C93D7830-09FB-5B16-BEAA-59083EEB6EF6}" dt="2025-11-21T10:35:38.321" v="560" actId="14100"/>
        <pc:sldMkLst>
          <pc:docMk/>
          <pc:sldMk cId="1749339746" sldId="383"/>
        </pc:sldMkLst>
        <pc:spChg chg="mod">
          <ac:chgData name="Bastien Gallay" userId="a1eb176e-0b74-4018-96ec-9809138c83c4" providerId="ADAL" clId="{C93D7830-09FB-5B16-BEAA-59083EEB6EF6}" dt="2025-11-21T09:54:27.514" v="223" actId="1076"/>
          <ac:spMkLst>
            <pc:docMk/>
            <pc:sldMk cId="1749339746" sldId="383"/>
            <ac:spMk id="2" creationId="{F0E5C207-FD06-C535-B827-C045B4C7B087}"/>
          </ac:spMkLst>
        </pc:spChg>
        <pc:spChg chg="add mod">
          <ac:chgData name="Bastien Gallay" userId="a1eb176e-0b74-4018-96ec-9809138c83c4" providerId="ADAL" clId="{C93D7830-09FB-5B16-BEAA-59083EEB6EF6}" dt="2025-11-21T09:21:04.356" v="145" actId="790"/>
          <ac:spMkLst>
            <pc:docMk/>
            <pc:sldMk cId="1749339746" sldId="383"/>
            <ac:spMk id="4" creationId="{D683B6B7-5D49-EFC1-989F-51400716124F}"/>
          </ac:spMkLst>
        </pc:spChg>
        <pc:spChg chg="mod">
          <ac:chgData name="Bastien Gallay" userId="a1eb176e-0b74-4018-96ec-9809138c83c4" providerId="ADAL" clId="{C93D7830-09FB-5B16-BEAA-59083EEB6EF6}" dt="2025-11-21T09:21:04.356" v="145" actId="790"/>
          <ac:spMkLst>
            <pc:docMk/>
            <pc:sldMk cId="1749339746" sldId="383"/>
            <ac:spMk id="7" creationId="{347628B7-7906-D1F2-DE1B-65960B5598FB}"/>
          </ac:spMkLst>
        </pc:spChg>
        <pc:spChg chg="mod">
          <ac:chgData name="Bastien Gallay" userId="a1eb176e-0b74-4018-96ec-9809138c83c4" providerId="ADAL" clId="{C93D7830-09FB-5B16-BEAA-59083EEB6EF6}" dt="2025-11-21T09:21:04.356" v="145" actId="790"/>
          <ac:spMkLst>
            <pc:docMk/>
            <pc:sldMk cId="1749339746" sldId="383"/>
            <ac:spMk id="9" creationId="{2109D449-AD3B-9C53-E566-619EC20952AF}"/>
          </ac:spMkLst>
        </pc:spChg>
        <pc:spChg chg="del">
          <ac:chgData name="Bastien Gallay" userId="a1eb176e-0b74-4018-96ec-9809138c83c4" providerId="ADAL" clId="{C93D7830-09FB-5B16-BEAA-59083EEB6EF6}" dt="2025-11-21T09:18:25.033" v="111" actId="478"/>
          <ac:spMkLst>
            <pc:docMk/>
            <pc:sldMk cId="1749339746" sldId="383"/>
            <ac:spMk id="10" creationId="{08B33455-21D3-831C-FA2C-514F3A4A20C3}"/>
          </ac:spMkLst>
        </pc:spChg>
        <pc:spChg chg="add mod">
          <ac:chgData name="Bastien Gallay" userId="a1eb176e-0b74-4018-96ec-9809138c83c4" providerId="ADAL" clId="{C93D7830-09FB-5B16-BEAA-59083EEB6EF6}" dt="2025-11-21T09:21:04.356" v="145" actId="790"/>
          <ac:spMkLst>
            <pc:docMk/>
            <pc:sldMk cId="1749339746" sldId="383"/>
            <ac:spMk id="11" creationId="{7F0EEDC5-C988-9B15-8ACE-FB83236CEFE1}"/>
          </ac:spMkLst>
        </pc:spChg>
        <pc:spChg chg="mod">
          <ac:chgData name="Bastien Gallay" userId="a1eb176e-0b74-4018-96ec-9809138c83c4" providerId="ADAL" clId="{C93D7830-09FB-5B16-BEAA-59083EEB6EF6}" dt="2025-11-21T10:11:14.511" v="426" actId="20577"/>
          <ac:spMkLst>
            <pc:docMk/>
            <pc:sldMk cId="1749339746" sldId="383"/>
            <ac:spMk id="12" creationId="{91992380-C51D-1D43-C95B-73E5FFD04025}"/>
          </ac:spMkLst>
        </pc:spChg>
        <pc:graphicFrameChg chg="del">
          <ac:chgData name="Bastien Gallay" userId="a1eb176e-0b74-4018-96ec-9809138c83c4" providerId="ADAL" clId="{C93D7830-09FB-5B16-BEAA-59083EEB6EF6}" dt="2025-11-21T09:18:25.033" v="111" actId="478"/>
          <ac:graphicFrameMkLst>
            <pc:docMk/>
            <pc:sldMk cId="1749339746" sldId="383"/>
            <ac:graphicFrameMk id="5" creationId="{6769B31A-52D9-8359-7A6B-228B8BF3A110}"/>
          </ac:graphicFrameMkLst>
        </pc:graphicFrameChg>
        <pc:graphicFrameChg chg="add mod modGraphic">
          <ac:chgData name="Bastien Gallay" userId="a1eb176e-0b74-4018-96ec-9809138c83c4" providerId="ADAL" clId="{C93D7830-09FB-5B16-BEAA-59083EEB6EF6}" dt="2025-11-21T09:21:17.791" v="146" actId="790"/>
          <ac:graphicFrameMkLst>
            <pc:docMk/>
            <pc:sldMk cId="1749339746" sldId="383"/>
            <ac:graphicFrameMk id="6" creationId="{8791B18B-310F-0549-85C9-E043C24C496C}"/>
          </ac:graphicFrameMkLst>
        </pc:graphicFrameChg>
        <pc:picChg chg="del">
          <ac:chgData name="Bastien Gallay" userId="a1eb176e-0b74-4018-96ec-9809138c83c4" providerId="ADAL" clId="{C93D7830-09FB-5B16-BEAA-59083EEB6EF6}" dt="2025-11-21T09:18:27.708" v="112" actId="478"/>
          <ac:picMkLst>
            <pc:docMk/>
            <pc:sldMk cId="1749339746" sldId="383"/>
            <ac:picMk id="14" creationId="{B9B106FA-7398-B3A9-0FEA-14E1600FC7A9}"/>
          </ac:picMkLst>
        </pc:picChg>
        <pc:cxnChg chg="mod">
          <ac:chgData name="Bastien Gallay" userId="a1eb176e-0b74-4018-96ec-9809138c83c4" providerId="ADAL" clId="{C93D7830-09FB-5B16-BEAA-59083EEB6EF6}" dt="2025-11-21T10:35:38.321" v="560" actId="14100"/>
          <ac:cxnSpMkLst>
            <pc:docMk/>
            <pc:sldMk cId="1749339746" sldId="383"/>
            <ac:cxnSpMk id="15" creationId="{13461B3A-DAD1-B135-805E-5607606ACD0F}"/>
          </ac:cxnSpMkLst>
        </pc:cxnChg>
      </pc:sldChg>
      <pc:sldChg chg="delSp modSp add del mod">
        <pc:chgData name="Bastien Gallay" userId="a1eb176e-0b74-4018-96ec-9809138c83c4" providerId="ADAL" clId="{C93D7830-09FB-5B16-BEAA-59083EEB6EF6}" dt="2025-11-21T09:18:06.495" v="109" actId="2696"/>
        <pc:sldMkLst>
          <pc:docMk/>
          <pc:sldMk cId="2202306240" sldId="383"/>
        </pc:sldMkLst>
        <pc:spChg chg="mod">
          <ac:chgData name="Bastien Gallay" userId="a1eb176e-0b74-4018-96ec-9809138c83c4" providerId="ADAL" clId="{C93D7830-09FB-5B16-BEAA-59083EEB6EF6}" dt="2025-11-21T09:17:41.205" v="108"/>
          <ac:spMkLst>
            <pc:docMk/>
            <pc:sldMk cId="2202306240" sldId="383"/>
            <ac:spMk id="2" creationId="{46D47394-7D46-EF69-FC6A-33E5C7858462}"/>
          </ac:spMkLst>
        </pc:spChg>
        <pc:graphicFrameChg chg="del">
          <ac:chgData name="Bastien Gallay" userId="a1eb176e-0b74-4018-96ec-9809138c83c4" providerId="ADAL" clId="{C93D7830-09FB-5B16-BEAA-59083EEB6EF6}" dt="2025-11-21T09:17:18.160" v="107" actId="478"/>
          <ac:graphicFrameMkLst>
            <pc:docMk/>
            <pc:sldMk cId="2202306240" sldId="383"/>
            <ac:graphicFrameMk id="6" creationId="{4F9FFA0B-2D8E-6898-0EDD-C479D49AC1ED}"/>
          </ac:graphicFrameMkLst>
        </pc:graphicFrameChg>
      </pc:sldChg>
      <pc:sldChg chg="addSp delSp modSp add mod">
        <pc:chgData name="Bastien Gallay" userId="a1eb176e-0b74-4018-96ec-9809138c83c4" providerId="ADAL" clId="{C93D7830-09FB-5B16-BEAA-59083EEB6EF6}" dt="2025-11-21T14:33:24.126" v="666" actId="1076"/>
        <pc:sldMkLst>
          <pc:docMk/>
          <pc:sldMk cId="3738293948" sldId="384"/>
        </pc:sldMkLst>
        <pc:spChg chg="mod">
          <ac:chgData name="Bastien Gallay" userId="a1eb176e-0b74-4018-96ec-9809138c83c4" providerId="ADAL" clId="{C93D7830-09FB-5B16-BEAA-59083EEB6EF6}" dt="2025-11-21T09:25:22.508" v="180"/>
          <ac:spMkLst>
            <pc:docMk/>
            <pc:sldMk cId="3738293948" sldId="384"/>
            <ac:spMk id="2" creationId="{8A188557-230B-7EE1-BA5F-395D1B8FCF5C}"/>
          </ac:spMkLst>
        </pc:spChg>
        <pc:spChg chg="del">
          <ac:chgData name="Bastien Gallay" userId="a1eb176e-0b74-4018-96ec-9809138c83c4" providerId="ADAL" clId="{C93D7830-09FB-5B16-BEAA-59083EEB6EF6}" dt="2025-11-21T09:22:00.540" v="148" actId="478"/>
          <ac:spMkLst>
            <pc:docMk/>
            <pc:sldMk cId="3738293948" sldId="384"/>
            <ac:spMk id="4" creationId="{704834B0-BD79-5351-BB6F-63EF12198C89}"/>
          </ac:spMkLst>
        </pc:spChg>
        <pc:spChg chg="add mod">
          <ac:chgData name="Bastien Gallay" userId="a1eb176e-0b74-4018-96ec-9809138c83c4" providerId="ADAL" clId="{C93D7830-09FB-5B16-BEAA-59083EEB6EF6}" dt="2025-11-21T14:33:24.126" v="666" actId="1076"/>
          <ac:spMkLst>
            <pc:docMk/>
            <pc:sldMk cId="3738293948" sldId="384"/>
            <ac:spMk id="4" creationId="{AD9CA0D6-0B4B-5FB4-CBDC-FE827EFA74AD}"/>
          </ac:spMkLst>
        </pc:spChg>
        <pc:spChg chg="add mod">
          <ac:chgData name="Bastien Gallay" userId="a1eb176e-0b74-4018-96ec-9809138c83c4" providerId="ADAL" clId="{C93D7830-09FB-5B16-BEAA-59083EEB6EF6}" dt="2025-11-21T09:23:55.826" v="164" actId="2711"/>
          <ac:spMkLst>
            <pc:docMk/>
            <pc:sldMk cId="3738293948" sldId="384"/>
            <ac:spMk id="10" creationId="{B8F2EC0C-D39F-69DE-1963-7F17E09B76A3}"/>
          </ac:spMkLst>
        </pc:spChg>
        <pc:spChg chg="del">
          <ac:chgData name="Bastien Gallay" userId="a1eb176e-0b74-4018-96ec-9809138c83c4" providerId="ADAL" clId="{C93D7830-09FB-5B16-BEAA-59083EEB6EF6}" dt="2025-11-21T09:22:00.540" v="148" actId="478"/>
          <ac:spMkLst>
            <pc:docMk/>
            <pc:sldMk cId="3738293948" sldId="384"/>
            <ac:spMk id="11" creationId="{BBF943AC-0147-BB69-A8F8-74CDB641D8E6}"/>
          </ac:spMkLst>
        </pc:spChg>
        <pc:spChg chg="mod">
          <ac:chgData name="Bastien Gallay" userId="a1eb176e-0b74-4018-96ec-9809138c83c4" providerId="ADAL" clId="{C93D7830-09FB-5B16-BEAA-59083EEB6EF6}" dt="2025-11-21T10:11:21.752" v="427"/>
          <ac:spMkLst>
            <pc:docMk/>
            <pc:sldMk cId="3738293948" sldId="384"/>
            <ac:spMk id="12" creationId="{C98B1B3C-028A-1DAA-256E-7D9BA2F776C0}"/>
          </ac:spMkLst>
        </pc:spChg>
        <pc:spChg chg="add mod">
          <ac:chgData name="Bastien Gallay" userId="a1eb176e-0b74-4018-96ec-9809138c83c4" providerId="ADAL" clId="{C93D7830-09FB-5B16-BEAA-59083EEB6EF6}" dt="2025-11-21T09:23:28.737" v="163"/>
          <ac:spMkLst>
            <pc:docMk/>
            <pc:sldMk cId="3738293948" sldId="384"/>
            <ac:spMk id="13" creationId="{D03686CC-51D0-B8D3-570C-E5BDB23EA174}"/>
          </ac:spMkLst>
        </pc:spChg>
        <pc:spChg chg="add mod">
          <ac:chgData name="Bastien Gallay" userId="a1eb176e-0b74-4018-96ec-9809138c83c4" providerId="ADAL" clId="{C93D7830-09FB-5B16-BEAA-59083EEB6EF6}" dt="2025-11-21T09:24:24.375" v="171"/>
          <ac:spMkLst>
            <pc:docMk/>
            <pc:sldMk cId="3738293948" sldId="384"/>
            <ac:spMk id="14" creationId="{FA02BC46-D988-3FD2-C5FA-B2A2CF838A5A}"/>
          </ac:spMkLst>
        </pc:spChg>
        <pc:graphicFrameChg chg="del">
          <ac:chgData name="Bastien Gallay" userId="a1eb176e-0b74-4018-96ec-9809138c83c4" providerId="ADAL" clId="{C93D7830-09FB-5B16-BEAA-59083EEB6EF6}" dt="2025-11-21T09:22:00.540" v="148" actId="478"/>
          <ac:graphicFrameMkLst>
            <pc:docMk/>
            <pc:sldMk cId="3738293948" sldId="384"/>
            <ac:graphicFrameMk id="6" creationId="{CD9E64C4-59E6-C073-71FB-3F978DD3556D}"/>
          </ac:graphicFrameMkLst>
        </pc:graphicFrameChg>
        <pc:picChg chg="add mod">
          <ac:chgData name="Bastien Gallay" userId="a1eb176e-0b74-4018-96ec-9809138c83c4" providerId="ADAL" clId="{C93D7830-09FB-5B16-BEAA-59083EEB6EF6}" dt="2025-11-21T09:25:06.743" v="178" actId="1076"/>
          <ac:picMkLst>
            <pc:docMk/>
            <pc:sldMk cId="3738293948" sldId="384"/>
            <ac:picMk id="3" creationId="{C989989A-558C-D451-21E8-1A73E92CEE29}"/>
          </ac:picMkLst>
        </pc:picChg>
        <pc:picChg chg="add mod">
          <ac:chgData name="Bastien Gallay" userId="a1eb176e-0b74-4018-96ec-9809138c83c4" providerId="ADAL" clId="{C93D7830-09FB-5B16-BEAA-59083EEB6EF6}" dt="2025-11-21T09:24:48.276" v="175" actId="1076"/>
          <ac:picMkLst>
            <pc:docMk/>
            <pc:sldMk cId="3738293948" sldId="384"/>
            <ac:picMk id="5" creationId="{56E917E0-6856-6D46-444D-669EA3993F41}"/>
          </ac:picMkLst>
        </pc:picChg>
        <pc:picChg chg="add del mod">
          <ac:chgData name="Bastien Gallay" userId="a1eb176e-0b74-4018-96ec-9809138c83c4" providerId="ADAL" clId="{C93D7830-09FB-5B16-BEAA-59083EEB6EF6}" dt="2025-11-21T14:33:07.724" v="665" actId="478"/>
          <ac:picMkLst>
            <pc:docMk/>
            <pc:sldMk cId="3738293948" sldId="384"/>
            <ac:picMk id="8" creationId="{43FC8493-40EB-90AE-ACB8-DB5071F05563}"/>
          </ac:picMkLst>
        </pc:picChg>
        <pc:picChg chg="add del mod">
          <ac:chgData name="Bastien Gallay" userId="a1eb176e-0b74-4018-96ec-9809138c83c4" providerId="ADAL" clId="{C93D7830-09FB-5B16-BEAA-59083EEB6EF6}" dt="2025-11-21T14:18:09.467" v="624" actId="478"/>
          <ac:picMkLst>
            <pc:docMk/>
            <pc:sldMk cId="3738293948" sldId="384"/>
            <ac:picMk id="18" creationId="{E768BE08-7B39-3065-42CE-536C4F77B8E0}"/>
          </ac:picMkLst>
        </pc:picChg>
      </pc:sldChg>
      <pc:sldChg chg="modSp mod">
        <pc:chgData name="Bastien Gallay" userId="a1eb176e-0b74-4018-96ec-9809138c83c4" providerId="ADAL" clId="{C93D7830-09FB-5B16-BEAA-59083EEB6EF6}" dt="2025-11-21T10:37:14.700" v="567" actId="242"/>
        <pc:sldMkLst>
          <pc:docMk/>
          <pc:sldMk cId="1345033992" sldId="385"/>
        </pc:sldMkLst>
        <pc:spChg chg="mod">
          <ac:chgData name="Bastien Gallay" userId="a1eb176e-0b74-4018-96ec-9809138c83c4" providerId="ADAL" clId="{C93D7830-09FB-5B16-BEAA-59083EEB6EF6}" dt="2025-11-21T10:37:14.700" v="567" actId="242"/>
          <ac:spMkLst>
            <pc:docMk/>
            <pc:sldMk cId="1345033992" sldId="385"/>
            <ac:spMk id="5" creationId="{197674D2-228A-E0DA-6600-E023BE9D2233}"/>
          </ac:spMkLst>
        </pc:spChg>
        <pc:spChg chg="mod">
          <ac:chgData name="Bastien Gallay" userId="a1eb176e-0b74-4018-96ec-9809138c83c4" providerId="ADAL" clId="{C93D7830-09FB-5B16-BEAA-59083EEB6EF6}" dt="2025-11-21T10:12:24.593" v="468"/>
          <ac:spMkLst>
            <pc:docMk/>
            <pc:sldMk cId="1345033992" sldId="385"/>
            <ac:spMk id="10" creationId="{0CC4FEE2-3791-88F8-2B60-5B36DEEA1E39}"/>
          </ac:spMkLst>
        </pc:spChg>
        <pc:cxnChg chg="mod">
          <ac:chgData name="Bastien Gallay" userId="a1eb176e-0b74-4018-96ec-9809138c83c4" providerId="ADAL" clId="{C93D7830-09FB-5B16-BEAA-59083EEB6EF6}" dt="2025-11-21T10:35:03.751" v="548" actId="14100"/>
          <ac:cxnSpMkLst>
            <pc:docMk/>
            <pc:sldMk cId="1345033992" sldId="385"/>
            <ac:cxnSpMk id="14" creationId="{7CBA3CEB-4D79-82A9-8F64-F9916E9AFD68}"/>
          </ac:cxnSpMkLst>
        </pc:cxnChg>
      </pc:sldChg>
      <pc:sldChg chg="modSp mod">
        <pc:chgData name="Bastien Gallay" userId="a1eb176e-0b74-4018-96ec-9809138c83c4" providerId="ADAL" clId="{C93D7830-09FB-5B16-BEAA-59083EEB6EF6}" dt="2025-11-21T15:52:45.689" v="749"/>
        <pc:sldMkLst>
          <pc:docMk/>
          <pc:sldMk cId="2337863056" sldId="386"/>
        </pc:sldMkLst>
        <pc:spChg chg="mod">
          <ac:chgData name="Bastien Gallay" userId="a1eb176e-0b74-4018-96ec-9809138c83c4" providerId="ADAL" clId="{C93D7830-09FB-5B16-BEAA-59083EEB6EF6}" dt="2025-11-21T10:37:21.768" v="568" actId="242"/>
          <ac:spMkLst>
            <pc:docMk/>
            <pc:sldMk cId="2337863056" sldId="386"/>
            <ac:spMk id="5" creationId="{6C4C7E80-D793-F596-C347-077A40018FE2}"/>
          </ac:spMkLst>
        </pc:spChg>
        <pc:spChg chg="mod">
          <ac:chgData name="Bastien Gallay" userId="a1eb176e-0b74-4018-96ec-9809138c83c4" providerId="ADAL" clId="{C93D7830-09FB-5B16-BEAA-59083EEB6EF6}" dt="2025-11-21T10:12:27.711" v="469"/>
          <ac:spMkLst>
            <pc:docMk/>
            <pc:sldMk cId="2337863056" sldId="386"/>
            <ac:spMk id="10" creationId="{BA3FC080-D9C6-4DE1-74A1-3E0AF5A5139F}"/>
          </ac:spMkLst>
        </pc:spChg>
        <pc:graphicFrameChg chg="mod">
          <ac:chgData name="Bastien Gallay" userId="a1eb176e-0b74-4018-96ec-9809138c83c4" providerId="ADAL" clId="{C93D7830-09FB-5B16-BEAA-59083EEB6EF6}" dt="2025-11-21T15:52:45.689" v="749"/>
          <ac:graphicFrameMkLst>
            <pc:docMk/>
            <pc:sldMk cId="2337863056" sldId="386"/>
            <ac:graphicFrameMk id="12" creationId="{2AC676B0-5819-7A9A-21A8-9CC4231A1CE7}"/>
          </ac:graphicFrameMkLst>
        </pc:graphicFrameChg>
        <pc:cxnChg chg="mod">
          <ac:chgData name="Bastien Gallay" userId="a1eb176e-0b74-4018-96ec-9809138c83c4" providerId="ADAL" clId="{C93D7830-09FB-5B16-BEAA-59083EEB6EF6}" dt="2025-11-21T10:35:10.101" v="550" actId="14100"/>
          <ac:cxnSpMkLst>
            <pc:docMk/>
            <pc:sldMk cId="2337863056" sldId="386"/>
            <ac:cxnSpMk id="14" creationId="{8A550ADE-D9FC-F011-2DD4-D475F3AA2DDC}"/>
          </ac:cxnSpMkLst>
        </pc:cxnChg>
      </pc:sldChg>
      <pc:sldChg chg="addSp delSp modSp new mod">
        <pc:chgData name="Bastien Gallay" userId="a1eb176e-0b74-4018-96ec-9809138c83c4" providerId="ADAL" clId="{C93D7830-09FB-5B16-BEAA-59083EEB6EF6}" dt="2025-11-21T15:40:10.690" v="748" actId="20577"/>
        <pc:sldMkLst>
          <pc:docMk/>
          <pc:sldMk cId="1938478546" sldId="387"/>
        </pc:sldMkLst>
        <pc:spChg chg="mod">
          <ac:chgData name="Bastien Gallay" userId="a1eb176e-0b74-4018-96ec-9809138c83c4" providerId="ADAL" clId="{C93D7830-09FB-5B16-BEAA-59083EEB6EF6}" dt="2025-11-21T09:56:32.693" v="275" actId="20577"/>
          <ac:spMkLst>
            <pc:docMk/>
            <pc:sldMk cId="1938478546" sldId="387"/>
            <ac:spMk id="2" creationId="{F5E46DC6-63C8-A767-A578-70E9F861975D}"/>
          </ac:spMkLst>
        </pc:spChg>
        <pc:spChg chg="del">
          <ac:chgData name="Bastien Gallay" userId="a1eb176e-0b74-4018-96ec-9809138c83c4" providerId="ADAL" clId="{C93D7830-09FB-5B16-BEAA-59083EEB6EF6}" dt="2025-11-21T09:56:45.407" v="276"/>
          <ac:spMkLst>
            <pc:docMk/>
            <pc:sldMk cId="1938478546" sldId="387"/>
            <ac:spMk id="3" creationId="{9FFAA82E-2CDC-5AC4-2518-3DA9F21A8A21}"/>
          </ac:spMkLst>
        </pc:spChg>
        <pc:spChg chg="add mod">
          <ac:chgData name="Bastien Gallay" userId="a1eb176e-0b74-4018-96ec-9809138c83c4" providerId="ADAL" clId="{C93D7830-09FB-5B16-BEAA-59083EEB6EF6}" dt="2025-11-21T09:55:34.963" v="265" actId="20577"/>
          <ac:spMkLst>
            <pc:docMk/>
            <pc:sldMk cId="1938478546" sldId="387"/>
            <ac:spMk id="4" creationId="{634360DD-B473-9CE8-C14B-07E1FBE526BF}"/>
          </ac:spMkLst>
        </pc:spChg>
        <pc:spChg chg="add mod">
          <ac:chgData name="Bastien Gallay" userId="a1eb176e-0b74-4018-96ec-9809138c83c4" providerId="ADAL" clId="{C93D7830-09FB-5B16-BEAA-59083EEB6EF6}" dt="2025-11-21T10:38:02.666" v="573" actId="242"/>
          <ac:spMkLst>
            <pc:docMk/>
            <pc:sldMk cId="1938478546" sldId="387"/>
            <ac:spMk id="6" creationId="{3F54D923-BB2E-AF70-4F0B-55E0C1559F38}"/>
          </ac:spMkLst>
        </pc:spChg>
        <pc:spChg chg="add mod">
          <ac:chgData name="Bastien Gallay" userId="a1eb176e-0b74-4018-96ec-9809138c83c4" providerId="ADAL" clId="{C93D7830-09FB-5B16-BEAA-59083EEB6EF6}" dt="2025-11-21T09:56:10.325" v="271" actId="404"/>
          <ac:spMkLst>
            <pc:docMk/>
            <pc:sldMk cId="1938478546" sldId="387"/>
            <ac:spMk id="7" creationId="{6F26C530-F3B1-2803-BBEC-9CF117DB7C3A}"/>
          </ac:spMkLst>
        </pc:spChg>
        <pc:graphicFrameChg chg="add mod modGraphic">
          <ac:chgData name="Bastien Gallay" userId="a1eb176e-0b74-4018-96ec-9809138c83c4" providerId="ADAL" clId="{C93D7830-09FB-5B16-BEAA-59083EEB6EF6}" dt="2025-11-21T15:40:10.690" v="748" actId="20577"/>
          <ac:graphicFrameMkLst>
            <pc:docMk/>
            <pc:sldMk cId="1938478546" sldId="387"/>
            <ac:graphicFrameMk id="8" creationId="{6F32A561-DA6A-BDAD-A71C-93F4E2944072}"/>
          </ac:graphicFrameMkLst>
        </pc:graphicFrameChg>
        <pc:cxnChg chg="add mod">
          <ac:chgData name="Bastien Gallay" userId="a1eb176e-0b74-4018-96ec-9809138c83c4" providerId="ADAL" clId="{C93D7830-09FB-5B16-BEAA-59083EEB6EF6}" dt="2025-11-21T09:55:45.497" v="267" actId="14100"/>
          <ac:cxnSpMkLst>
            <pc:docMk/>
            <pc:sldMk cId="1938478546" sldId="387"/>
            <ac:cxnSpMk id="5" creationId="{A90DCE61-57AE-BA0C-13C6-0C8BC9A9A56D}"/>
          </ac:cxnSpMkLst>
        </pc:cxnChg>
      </pc:sldChg>
      <pc:sldChg chg="new del">
        <pc:chgData name="Bastien Gallay" userId="a1eb176e-0b74-4018-96ec-9809138c83c4" providerId="ADAL" clId="{C93D7830-09FB-5B16-BEAA-59083EEB6EF6}" dt="2025-11-21T09:52:58.714" v="221" actId="680"/>
        <pc:sldMkLst>
          <pc:docMk/>
          <pc:sldMk cId="2392681319" sldId="387"/>
        </pc:sldMkLst>
      </pc:sldChg>
      <pc:sldChg chg="addSp delSp modSp add mod">
        <pc:chgData name="Bastien Gallay" userId="a1eb176e-0b74-4018-96ec-9809138c83c4" providerId="ADAL" clId="{C93D7830-09FB-5B16-BEAA-59083EEB6EF6}" dt="2025-11-21T10:38:07.968" v="574" actId="242"/>
        <pc:sldMkLst>
          <pc:docMk/>
          <pc:sldMk cId="3996179894" sldId="388"/>
        </pc:sldMkLst>
        <pc:spChg chg="mod">
          <ac:chgData name="Bastien Gallay" userId="a1eb176e-0b74-4018-96ec-9809138c83c4" providerId="ADAL" clId="{C93D7830-09FB-5B16-BEAA-59083EEB6EF6}" dt="2025-11-21T09:59:00.475" v="329" actId="20577"/>
          <ac:spMkLst>
            <pc:docMk/>
            <pc:sldMk cId="3996179894" sldId="388"/>
            <ac:spMk id="2" creationId="{76EDDCED-1B80-AB94-CA5C-BF1E58A2D421}"/>
          </ac:spMkLst>
        </pc:spChg>
        <pc:spChg chg="mod">
          <ac:chgData name="Bastien Gallay" userId="a1eb176e-0b74-4018-96ec-9809138c83c4" providerId="ADAL" clId="{C93D7830-09FB-5B16-BEAA-59083EEB6EF6}" dt="2025-11-21T10:38:07.968" v="574" actId="242"/>
          <ac:spMkLst>
            <pc:docMk/>
            <pc:sldMk cId="3996179894" sldId="388"/>
            <ac:spMk id="6" creationId="{3AEF7952-EEF4-224E-B43E-7ACA05911551}"/>
          </ac:spMkLst>
        </pc:spChg>
        <pc:spChg chg="add del mod">
          <ac:chgData name="Bastien Gallay" userId="a1eb176e-0b74-4018-96ec-9809138c83c4" providerId="ADAL" clId="{C93D7830-09FB-5B16-BEAA-59083EEB6EF6}" dt="2025-11-21T09:59:28.332" v="332"/>
          <ac:spMkLst>
            <pc:docMk/>
            <pc:sldMk cId="3996179894" sldId="388"/>
            <ac:spMk id="9" creationId="{05AAA459-71E6-C064-D8B3-1EBC9811CC88}"/>
          </ac:spMkLst>
        </pc:spChg>
        <pc:graphicFrameChg chg="del modGraphic">
          <ac:chgData name="Bastien Gallay" userId="a1eb176e-0b74-4018-96ec-9809138c83c4" providerId="ADAL" clId="{C93D7830-09FB-5B16-BEAA-59083EEB6EF6}" dt="2025-11-21T09:59:19.439" v="331" actId="478"/>
          <ac:graphicFrameMkLst>
            <pc:docMk/>
            <pc:sldMk cId="3996179894" sldId="388"/>
            <ac:graphicFrameMk id="8" creationId="{DBA45765-897B-D043-A266-CAB2760622A7}"/>
          </ac:graphicFrameMkLst>
        </pc:graphicFrameChg>
        <pc:graphicFrameChg chg="add mod modGraphic">
          <ac:chgData name="Bastien Gallay" userId="a1eb176e-0b74-4018-96ec-9809138c83c4" providerId="ADAL" clId="{C93D7830-09FB-5B16-BEAA-59083EEB6EF6}" dt="2025-11-21T10:07:33.588" v="394" actId="14734"/>
          <ac:graphicFrameMkLst>
            <pc:docMk/>
            <pc:sldMk cId="3996179894" sldId="388"/>
            <ac:graphicFrameMk id="10" creationId="{DB63D2D1-7915-49CC-5258-968A8AC04882}"/>
          </ac:graphicFrameMkLst>
        </pc:graphicFrameChg>
      </pc:sldChg>
      <pc:sldChg chg="modSp mod">
        <pc:chgData name="Bastien Gallay" userId="a1eb176e-0b74-4018-96ec-9809138c83c4" providerId="ADAL" clId="{C93D7830-09FB-5B16-BEAA-59083EEB6EF6}" dt="2025-11-21T10:37:43.401" v="571" actId="242"/>
        <pc:sldMkLst>
          <pc:docMk/>
          <pc:sldMk cId="3876620935" sldId="389"/>
        </pc:sldMkLst>
        <pc:spChg chg="mod">
          <ac:chgData name="Bastien Gallay" userId="a1eb176e-0b74-4018-96ec-9809138c83c4" providerId="ADAL" clId="{C93D7830-09FB-5B16-BEAA-59083EEB6EF6}" dt="2025-11-21T10:37:43.401" v="571" actId="242"/>
          <ac:spMkLst>
            <pc:docMk/>
            <pc:sldMk cId="3876620935" sldId="389"/>
            <ac:spMk id="5" creationId="{20BB41F7-1E9A-9481-828E-C45299A22455}"/>
          </ac:spMkLst>
        </pc:spChg>
        <pc:spChg chg="mod">
          <ac:chgData name="Bastien Gallay" userId="a1eb176e-0b74-4018-96ec-9809138c83c4" providerId="ADAL" clId="{C93D7830-09FB-5B16-BEAA-59083EEB6EF6}" dt="2025-11-21T10:12:31.481" v="470"/>
          <ac:spMkLst>
            <pc:docMk/>
            <pc:sldMk cId="3876620935" sldId="389"/>
            <ac:spMk id="10" creationId="{5F13F4EE-C72E-8986-55C2-780383CA2EAA}"/>
          </ac:spMkLst>
        </pc:spChg>
        <pc:cxnChg chg="mod">
          <ac:chgData name="Bastien Gallay" userId="a1eb176e-0b74-4018-96ec-9809138c83c4" providerId="ADAL" clId="{C93D7830-09FB-5B16-BEAA-59083EEB6EF6}" dt="2025-11-21T10:35:25.004" v="556" actId="14100"/>
          <ac:cxnSpMkLst>
            <pc:docMk/>
            <pc:sldMk cId="3876620935" sldId="389"/>
            <ac:cxnSpMk id="14" creationId="{8748AB8E-B3CD-27EA-C1B1-F9C503003615}"/>
          </ac:cxnSpMkLst>
        </pc:cxnChg>
      </pc:sldChg>
      <pc:sldChg chg="modSp mod">
        <pc:chgData name="Bastien Gallay" userId="a1eb176e-0b74-4018-96ec-9809138c83c4" providerId="ADAL" clId="{C93D7830-09FB-5B16-BEAA-59083EEB6EF6}" dt="2025-11-21T10:37:51.784" v="572" actId="242"/>
        <pc:sldMkLst>
          <pc:docMk/>
          <pc:sldMk cId="1742535516" sldId="390"/>
        </pc:sldMkLst>
        <pc:spChg chg="mod">
          <ac:chgData name="Bastien Gallay" userId="a1eb176e-0b74-4018-96ec-9809138c83c4" providerId="ADAL" clId="{C93D7830-09FB-5B16-BEAA-59083EEB6EF6}" dt="2025-11-21T10:37:51.784" v="572" actId="242"/>
          <ac:spMkLst>
            <pc:docMk/>
            <pc:sldMk cId="1742535516" sldId="390"/>
            <ac:spMk id="5" creationId="{1FBD30CE-C4C7-DBAD-5CF4-0439F88EBC82}"/>
          </ac:spMkLst>
        </pc:spChg>
        <pc:cxnChg chg="mod">
          <ac:chgData name="Bastien Gallay" userId="a1eb176e-0b74-4018-96ec-9809138c83c4" providerId="ADAL" clId="{C93D7830-09FB-5B16-BEAA-59083EEB6EF6}" dt="2025-11-21T10:35:31.236" v="558" actId="14100"/>
          <ac:cxnSpMkLst>
            <pc:docMk/>
            <pc:sldMk cId="1742535516" sldId="390"/>
            <ac:cxnSpMk id="14" creationId="{1C2BCF4D-048C-D76F-D75E-BAC5518A89E4}"/>
          </ac:cxnSpMkLst>
        </pc:cxnChg>
      </pc:sldChg>
      <pc:sldChg chg="modSp mod">
        <pc:chgData name="Bastien Gallay" userId="a1eb176e-0b74-4018-96ec-9809138c83c4" providerId="ADAL" clId="{C93D7830-09FB-5B16-BEAA-59083EEB6EF6}" dt="2025-11-21T10:37:27.467" v="569" actId="242"/>
        <pc:sldMkLst>
          <pc:docMk/>
          <pc:sldMk cId="3950837525" sldId="391"/>
        </pc:sldMkLst>
        <pc:spChg chg="mod">
          <ac:chgData name="Bastien Gallay" userId="a1eb176e-0b74-4018-96ec-9809138c83c4" providerId="ADAL" clId="{C93D7830-09FB-5B16-BEAA-59083EEB6EF6}" dt="2025-11-21T10:37:27.467" v="569" actId="242"/>
          <ac:spMkLst>
            <pc:docMk/>
            <pc:sldMk cId="3950837525" sldId="391"/>
            <ac:spMk id="5" creationId="{69E4EE79-5FF8-5237-702E-888A8336F924}"/>
          </ac:spMkLst>
        </pc:spChg>
        <pc:cxnChg chg="mod">
          <ac:chgData name="Bastien Gallay" userId="a1eb176e-0b74-4018-96ec-9809138c83c4" providerId="ADAL" clId="{C93D7830-09FB-5B16-BEAA-59083EEB6EF6}" dt="2025-11-21T10:35:15.336" v="552" actId="14100"/>
          <ac:cxnSpMkLst>
            <pc:docMk/>
            <pc:sldMk cId="3950837525" sldId="391"/>
            <ac:cxnSpMk id="14" creationId="{7ED29259-790E-CDD5-994E-130E77B46627}"/>
          </ac:cxnSpMkLst>
        </pc:cxnChg>
      </pc:sldChg>
      <pc:sldChg chg="modSp mod">
        <pc:chgData name="Bastien Gallay" userId="a1eb176e-0b74-4018-96ec-9809138c83c4" providerId="ADAL" clId="{C93D7830-09FB-5B16-BEAA-59083EEB6EF6}" dt="2025-11-21T10:37:33.734" v="570" actId="242"/>
        <pc:sldMkLst>
          <pc:docMk/>
          <pc:sldMk cId="2252569770" sldId="392"/>
        </pc:sldMkLst>
        <pc:spChg chg="mod">
          <ac:chgData name="Bastien Gallay" userId="a1eb176e-0b74-4018-96ec-9809138c83c4" providerId="ADAL" clId="{C93D7830-09FB-5B16-BEAA-59083EEB6EF6}" dt="2025-11-21T10:37:33.734" v="570" actId="242"/>
          <ac:spMkLst>
            <pc:docMk/>
            <pc:sldMk cId="2252569770" sldId="392"/>
            <ac:spMk id="5" creationId="{5F887B76-CC19-6577-24AD-5D7B49077463}"/>
          </ac:spMkLst>
        </pc:spChg>
        <pc:cxnChg chg="mod">
          <ac:chgData name="Bastien Gallay" userId="a1eb176e-0b74-4018-96ec-9809138c83c4" providerId="ADAL" clId="{C93D7830-09FB-5B16-BEAA-59083EEB6EF6}" dt="2025-11-21T10:35:20.354" v="554" actId="14100"/>
          <ac:cxnSpMkLst>
            <pc:docMk/>
            <pc:sldMk cId="2252569770" sldId="392"/>
            <ac:cxnSpMk id="14" creationId="{09B8903F-C449-0218-CCCD-61ECF0693CC5}"/>
          </ac:cxnSpMkLst>
        </pc:cxnChg>
      </pc:sldChg>
      <pc:sldChg chg="modSp mod">
        <pc:chgData name="Bastien Gallay" userId="a1eb176e-0b74-4018-96ec-9809138c83c4" providerId="ADAL" clId="{C93D7830-09FB-5B16-BEAA-59083EEB6EF6}" dt="2025-11-21T10:38:12.034" v="575" actId="242"/>
        <pc:sldMkLst>
          <pc:docMk/>
          <pc:sldMk cId="3198886704" sldId="393"/>
        </pc:sldMkLst>
        <pc:spChg chg="mod">
          <ac:chgData name="Bastien Gallay" userId="a1eb176e-0b74-4018-96ec-9809138c83c4" providerId="ADAL" clId="{C93D7830-09FB-5B16-BEAA-59083EEB6EF6}" dt="2025-11-21T10:38:12.034" v="575" actId="242"/>
          <ac:spMkLst>
            <pc:docMk/>
            <pc:sldMk cId="3198886704" sldId="393"/>
            <ac:spMk id="6" creationId="{0396D000-07FA-DA39-15E8-CC5C937A4AE1}"/>
          </ac:spMkLst>
        </pc:spChg>
      </pc:sldChg>
      <pc:sldChg chg="addSp delSp modSp new del mod">
        <pc:chgData name="Bastien Gallay" userId="a1eb176e-0b74-4018-96ec-9809138c83c4" providerId="ADAL" clId="{C93D7830-09FB-5B16-BEAA-59083EEB6EF6}" dt="2025-11-21T14:20:39.363" v="628" actId="2696"/>
        <pc:sldMkLst>
          <pc:docMk/>
          <pc:sldMk cId="2075016061" sldId="394"/>
        </pc:sldMkLst>
        <pc:picChg chg="add del mod">
          <ac:chgData name="Bastien Gallay" userId="a1eb176e-0b74-4018-96ec-9809138c83c4" providerId="ADAL" clId="{C93D7830-09FB-5B16-BEAA-59083EEB6EF6}" dt="2025-11-21T14:20:36.719" v="627" actId="478"/>
          <ac:picMkLst>
            <pc:docMk/>
            <pc:sldMk cId="2075016061" sldId="394"/>
            <ac:picMk id="3" creationId="{B8BC688D-CB96-006B-64A1-0944A13C1F2E}"/>
          </ac:picMkLst>
        </pc:picChg>
      </pc:sldChg>
      <pc:sldMasterChg chg="addSp delSp modSp mod modSldLayout">
        <pc:chgData name="Bastien Gallay" userId="a1eb176e-0b74-4018-96ec-9809138c83c4" providerId="ADAL" clId="{C93D7830-09FB-5B16-BEAA-59083EEB6EF6}" dt="2025-11-21T10:47:07.438" v="576" actId="242"/>
        <pc:sldMasterMkLst>
          <pc:docMk/>
          <pc:sldMasterMk cId="2209977519" sldId="2147483648"/>
        </pc:sldMasterMkLst>
        <pc:spChg chg="mod">
          <ac:chgData name="Bastien Gallay" userId="a1eb176e-0b74-4018-96ec-9809138c83c4" providerId="ADAL" clId="{C93D7830-09FB-5B16-BEAA-59083EEB6EF6}" dt="2025-11-21T09:46:45.233" v="185" actId="1076"/>
          <ac:spMkLst>
            <pc:docMk/>
            <pc:sldMasterMk cId="2209977519" sldId="2147483648"/>
            <ac:spMk id="2" creationId="{00000000-0000-0000-0000-000000000000}"/>
          </ac:spMkLst>
        </pc:spChg>
        <pc:spChg chg="mod">
          <ac:chgData name="Bastien Gallay" userId="a1eb176e-0b74-4018-96ec-9809138c83c4" providerId="ADAL" clId="{C93D7830-09FB-5B16-BEAA-59083EEB6EF6}" dt="2025-11-21T09:47:17.577" v="187" actId="2711"/>
          <ac:spMkLst>
            <pc:docMk/>
            <pc:sldMasterMk cId="2209977519" sldId="2147483648"/>
            <ac:spMk id="3" creationId="{00000000-0000-0000-0000-000000000000}"/>
          </ac:spMkLst>
        </pc:spChg>
        <pc:spChg chg="del">
          <ac:chgData name="Bastien Gallay" userId="a1eb176e-0b74-4018-96ec-9809138c83c4" providerId="ADAL" clId="{C93D7830-09FB-5B16-BEAA-59083EEB6EF6}" dt="2025-11-21T09:47:31.919" v="188" actId="478"/>
          <ac:spMkLst>
            <pc:docMk/>
            <pc:sldMasterMk cId="2209977519" sldId="2147483648"/>
            <ac:spMk id="4" creationId="{00000000-0000-0000-0000-000000000000}"/>
          </ac:spMkLst>
        </pc:spChg>
        <pc:spChg chg="del">
          <ac:chgData name="Bastien Gallay" userId="a1eb176e-0b74-4018-96ec-9809138c83c4" providerId="ADAL" clId="{C93D7830-09FB-5B16-BEAA-59083EEB6EF6}" dt="2025-11-21T09:47:31.919" v="188" actId="478"/>
          <ac:spMkLst>
            <pc:docMk/>
            <pc:sldMasterMk cId="2209977519" sldId="2147483648"/>
            <ac:spMk id="5" creationId="{00000000-0000-0000-0000-000000000000}"/>
          </ac:spMkLst>
        </pc:spChg>
        <pc:spChg chg="del">
          <ac:chgData name="Bastien Gallay" userId="a1eb176e-0b74-4018-96ec-9809138c83c4" providerId="ADAL" clId="{C93D7830-09FB-5B16-BEAA-59083EEB6EF6}" dt="2025-11-21T09:47:31.919" v="188" actId="478"/>
          <ac:spMkLst>
            <pc:docMk/>
            <pc:sldMasterMk cId="2209977519" sldId="2147483648"/>
            <ac:spMk id="6" creationId="{00000000-0000-0000-0000-000000000000}"/>
          </ac:spMkLst>
        </pc:spChg>
        <pc:spChg chg="add del mod">
          <ac:chgData name="Bastien Gallay" userId="a1eb176e-0b74-4018-96ec-9809138c83c4" providerId="ADAL" clId="{C93D7830-09FB-5B16-BEAA-59083EEB6EF6}" dt="2025-11-21T09:54:48.201" v="224" actId="478"/>
          <ac:spMkLst>
            <pc:docMk/>
            <pc:sldMasterMk cId="2209977519" sldId="2147483648"/>
            <ac:spMk id="7" creationId="{22907BBB-66E4-091C-E384-B8D5A9C246E3}"/>
          </ac:spMkLst>
        </pc:spChg>
        <pc:spChg chg="add mod">
          <ac:chgData name="Bastien Gallay" userId="a1eb176e-0b74-4018-96ec-9809138c83c4" providerId="ADAL" clId="{C93D7830-09FB-5B16-BEAA-59083EEB6EF6}" dt="2025-11-21T10:47:07.438" v="576" actId="242"/>
          <ac:spMkLst>
            <pc:docMk/>
            <pc:sldMasterMk cId="2209977519" sldId="2147483648"/>
            <ac:spMk id="9" creationId="{817DB7D7-9DA4-9583-D776-967447E7558F}"/>
          </ac:spMkLst>
        </pc:spChg>
        <pc:spChg chg="add mod">
          <ac:chgData name="Bastien Gallay" userId="a1eb176e-0b74-4018-96ec-9809138c83c4" providerId="ADAL" clId="{C93D7830-09FB-5B16-BEAA-59083EEB6EF6}" dt="2025-11-21T09:50:28.914" v="214" actId="404"/>
          <ac:spMkLst>
            <pc:docMk/>
            <pc:sldMasterMk cId="2209977519" sldId="2147483648"/>
            <ac:spMk id="10" creationId="{F768B85A-5F33-AFD9-3C5B-885A7DA43FBB}"/>
          </ac:spMkLst>
        </pc:spChg>
        <pc:cxnChg chg="add del mod">
          <ac:chgData name="Bastien Gallay" userId="a1eb176e-0b74-4018-96ec-9809138c83c4" providerId="ADAL" clId="{C93D7830-09FB-5B16-BEAA-59083EEB6EF6}" dt="2025-11-21T09:54:50.665" v="225" actId="478"/>
          <ac:cxnSpMkLst>
            <pc:docMk/>
            <pc:sldMasterMk cId="2209977519" sldId="2147483648"/>
            <ac:cxnSpMk id="8" creationId="{65094B66-0980-D55B-10A1-26CECBE58AB7}"/>
          </ac:cxnSpMkLst>
        </pc:cxnChg>
        <pc:sldLayoutChg chg="addSp delSp modSp mod">
          <pc:chgData name="Bastien Gallay" userId="a1eb176e-0b74-4018-96ec-9809138c83c4" providerId="ADAL" clId="{C93D7830-09FB-5B16-BEAA-59083EEB6EF6}" dt="2025-11-21T09:50:38.263" v="215"/>
          <pc:sldLayoutMkLst>
            <pc:docMk/>
            <pc:sldMasterMk cId="2209977519" sldId="2147483648"/>
            <pc:sldLayoutMk cId="2614314258" sldId="2147483650"/>
          </pc:sldLayoutMkLst>
          <pc:spChg chg="mod">
            <ac:chgData name="Bastien Gallay" userId="a1eb176e-0b74-4018-96ec-9809138c83c4" providerId="ADAL" clId="{C93D7830-09FB-5B16-BEAA-59083EEB6EF6}" dt="2025-11-21T09:49:54.298" v="208" actId="108"/>
            <ac:spMkLst>
              <pc:docMk/>
              <pc:sldMasterMk cId="2209977519" sldId="2147483648"/>
              <pc:sldLayoutMk cId="2614314258" sldId="2147483650"/>
              <ac:spMk id="2" creationId="{00000000-0000-0000-0000-000000000000}"/>
            </ac:spMkLst>
          </pc:spChg>
          <pc:spChg chg="mod">
            <ac:chgData name="Bastien Gallay" userId="a1eb176e-0b74-4018-96ec-9809138c83c4" providerId="ADAL" clId="{C93D7830-09FB-5B16-BEAA-59083EEB6EF6}" dt="2025-11-21T09:50:02.878" v="209" actId="108"/>
            <ac:spMkLst>
              <pc:docMk/>
              <pc:sldMasterMk cId="2209977519" sldId="2147483648"/>
              <pc:sldLayoutMk cId="2614314258" sldId="2147483650"/>
              <ac:spMk id="3" creationId="{00000000-0000-0000-0000-000000000000}"/>
            </ac:spMkLst>
          </pc:spChg>
          <pc:spChg chg="del">
            <ac:chgData name="Bastien Gallay" userId="a1eb176e-0b74-4018-96ec-9809138c83c4" providerId="ADAL" clId="{C93D7830-09FB-5B16-BEAA-59083EEB6EF6}" dt="2025-11-21T09:50:18.298" v="210" actId="478"/>
            <ac:spMkLst>
              <pc:docMk/>
              <pc:sldMasterMk cId="2209977519" sldId="2147483648"/>
              <pc:sldLayoutMk cId="2614314258" sldId="2147483650"/>
              <ac:spMk id="4" creationId="{00000000-0000-0000-0000-000000000000}"/>
            </ac:spMkLst>
          </pc:spChg>
          <pc:spChg chg="del">
            <ac:chgData name="Bastien Gallay" userId="a1eb176e-0b74-4018-96ec-9809138c83c4" providerId="ADAL" clId="{C93D7830-09FB-5B16-BEAA-59083EEB6EF6}" dt="2025-11-21T09:50:18.298" v="210" actId="478"/>
            <ac:spMkLst>
              <pc:docMk/>
              <pc:sldMasterMk cId="2209977519" sldId="2147483648"/>
              <pc:sldLayoutMk cId="2614314258" sldId="2147483650"/>
              <ac:spMk id="5" creationId="{00000000-0000-0000-0000-000000000000}"/>
            </ac:spMkLst>
          </pc:spChg>
          <pc:spChg chg="del">
            <ac:chgData name="Bastien Gallay" userId="a1eb176e-0b74-4018-96ec-9809138c83c4" providerId="ADAL" clId="{C93D7830-09FB-5B16-BEAA-59083EEB6EF6}" dt="2025-11-21T09:50:18.298" v="210" actId="478"/>
            <ac:spMkLst>
              <pc:docMk/>
              <pc:sldMasterMk cId="2209977519" sldId="2147483648"/>
              <pc:sldLayoutMk cId="2614314258" sldId="2147483650"/>
              <ac:spMk id="6" creationId="{00000000-0000-0000-0000-000000000000}"/>
            </ac:spMkLst>
          </pc:spChg>
          <pc:spChg chg="add mod">
            <ac:chgData name="Bastien Gallay" userId="a1eb176e-0b74-4018-96ec-9809138c83c4" providerId="ADAL" clId="{C93D7830-09FB-5B16-BEAA-59083EEB6EF6}" dt="2025-11-21T09:50:38.263" v="215"/>
            <ac:spMkLst>
              <pc:docMk/>
              <pc:sldMasterMk cId="2209977519" sldId="2147483648"/>
              <pc:sldLayoutMk cId="2614314258" sldId="2147483650"/>
              <ac:spMk id="7" creationId="{28E67520-51B7-D044-8097-FFF2022A0E40}"/>
            </ac:spMkLst>
          </pc:spChg>
          <pc:spChg chg="add mod">
            <ac:chgData name="Bastien Gallay" userId="a1eb176e-0b74-4018-96ec-9809138c83c4" providerId="ADAL" clId="{C93D7830-09FB-5B16-BEAA-59083EEB6EF6}" dt="2025-11-21T09:50:38.263" v="215"/>
            <ac:spMkLst>
              <pc:docMk/>
              <pc:sldMasterMk cId="2209977519" sldId="2147483648"/>
              <pc:sldLayoutMk cId="2614314258" sldId="2147483650"/>
              <ac:spMk id="8" creationId="{CC2E3C7E-F5FE-3895-E482-E396145AFA92}"/>
            </ac:spMkLst>
          </pc:spChg>
        </pc:sldLayoutChg>
        <pc:sldLayoutChg chg="addSp delSp modSp mod">
          <pc:chgData name="Bastien Gallay" userId="a1eb176e-0b74-4018-96ec-9809138c83c4" providerId="ADAL" clId="{C93D7830-09FB-5B16-BEAA-59083EEB6EF6}" dt="2025-11-21T09:50:54.143" v="217" actId="478"/>
          <pc:sldLayoutMkLst>
            <pc:docMk/>
            <pc:sldMasterMk cId="2209977519" sldId="2147483648"/>
            <pc:sldLayoutMk cId="2782244947" sldId="2147483652"/>
          </pc:sldLayoutMkLst>
          <pc:spChg chg="del">
            <ac:chgData name="Bastien Gallay" userId="a1eb176e-0b74-4018-96ec-9809138c83c4" providerId="ADAL" clId="{C93D7830-09FB-5B16-BEAA-59083EEB6EF6}" dt="2025-11-21T09:50:54.143" v="217" actId="478"/>
            <ac:spMkLst>
              <pc:docMk/>
              <pc:sldMasterMk cId="2209977519" sldId="2147483648"/>
              <pc:sldLayoutMk cId="2782244947" sldId="2147483652"/>
              <ac:spMk id="5" creationId="{00000000-0000-0000-0000-000000000000}"/>
            </ac:spMkLst>
          </pc:spChg>
          <pc:spChg chg="del">
            <ac:chgData name="Bastien Gallay" userId="a1eb176e-0b74-4018-96ec-9809138c83c4" providerId="ADAL" clId="{C93D7830-09FB-5B16-BEAA-59083EEB6EF6}" dt="2025-11-21T09:50:54.143" v="217" actId="478"/>
            <ac:spMkLst>
              <pc:docMk/>
              <pc:sldMasterMk cId="2209977519" sldId="2147483648"/>
              <pc:sldLayoutMk cId="2782244947" sldId="2147483652"/>
              <ac:spMk id="6" creationId="{00000000-0000-0000-0000-000000000000}"/>
            </ac:spMkLst>
          </pc:spChg>
          <pc:spChg chg="del">
            <ac:chgData name="Bastien Gallay" userId="a1eb176e-0b74-4018-96ec-9809138c83c4" providerId="ADAL" clId="{C93D7830-09FB-5B16-BEAA-59083EEB6EF6}" dt="2025-11-21T09:50:54.143" v="217" actId="478"/>
            <ac:spMkLst>
              <pc:docMk/>
              <pc:sldMasterMk cId="2209977519" sldId="2147483648"/>
              <pc:sldLayoutMk cId="2782244947" sldId="2147483652"/>
              <ac:spMk id="7" creationId="{00000000-0000-0000-0000-000000000000}"/>
            </ac:spMkLst>
          </pc:spChg>
          <pc:spChg chg="add mod">
            <ac:chgData name="Bastien Gallay" userId="a1eb176e-0b74-4018-96ec-9809138c83c4" providerId="ADAL" clId="{C93D7830-09FB-5B16-BEAA-59083EEB6EF6}" dt="2025-11-21T09:50:49.003" v="216"/>
            <ac:spMkLst>
              <pc:docMk/>
              <pc:sldMasterMk cId="2209977519" sldId="2147483648"/>
              <pc:sldLayoutMk cId="2782244947" sldId="2147483652"/>
              <ac:spMk id="8" creationId="{0810A4F9-DC3B-9EA6-AC76-D1489DF2A587}"/>
            </ac:spMkLst>
          </pc:spChg>
          <pc:spChg chg="add mod">
            <ac:chgData name="Bastien Gallay" userId="a1eb176e-0b74-4018-96ec-9809138c83c4" providerId="ADAL" clId="{C93D7830-09FB-5B16-BEAA-59083EEB6EF6}" dt="2025-11-21T09:50:49.003" v="216"/>
            <ac:spMkLst>
              <pc:docMk/>
              <pc:sldMasterMk cId="2209977519" sldId="2147483648"/>
              <pc:sldLayoutMk cId="2782244947" sldId="2147483652"/>
              <ac:spMk id="9" creationId="{CB339000-BD4F-784C-B891-261ABEADC7C5}"/>
            </ac:spMkLst>
          </pc:spChg>
        </pc:sldLayoutChg>
      </pc:sldMasterChg>
    </pc:docChg>
  </pc:docChgLst>
  <pc:docChgLst>
    <pc:chgData name="Bastien Gallay" userId="S::gallay@teragone-factory.com::a1eb176e-0b74-4018-96ec-9809138c83c4" providerId="AD" clId="Web-{DBE3401E-2636-7782-A79C-D70726F875BC}"/>
    <pc:docChg chg="modSld">
      <pc:chgData name="Bastien Gallay" userId="S::gallay@teragone-factory.com::a1eb176e-0b74-4018-96ec-9809138c83c4" providerId="AD" clId="Web-{DBE3401E-2636-7782-A79C-D70726F875BC}" dt="2025-11-21T08:47:13.923" v="284" actId="1076"/>
      <pc:docMkLst>
        <pc:docMk/>
      </pc:docMkLst>
      <pc:sldChg chg="addSp delSp">
        <pc:chgData name="Bastien Gallay" userId="S::gallay@teragone-factory.com::a1eb176e-0b74-4018-96ec-9809138c83c4" providerId="AD" clId="Web-{DBE3401E-2636-7782-A79C-D70726F875BC}" dt="2025-11-20T20:01:25.091" v="1"/>
        <pc:sldMkLst>
          <pc:docMk/>
          <pc:sldMk cId="1356049860" sldId="292"/>
        </pc:sldMkLst>
        <pc:picChg chg="add del">
          <ac:chgData name="Bastien Gallay" userId="S::gallay@teragone-factory.com::a1eb176e-0b74-4018-96ec-9809138c83c4" providerId="AD" clId="Web-{DBE3401E-2636-7782-A79C-D70726F875BC}" dt="2025-11-20T20:01:25.091" v="1"/>
          <ac:picMkLst>
            <pc:docMk/>
            <pc:sldMk cId="1356049860" sldId="292"/>
            <ac:picMk id="6" creationId="{01275252-D6A4-C02E-41CC-BA9A5F0067D9}"/>
          </ac:picMkLst>
        </pc:picChg>
      </pc:sldChg>
      <pc:sldChg chg="modSp">
        <pc:chgData name="Bastien Gallay" userId="S::gallay@teragone-factory.com::a1eb176e-0b74-4018-96ec-9809138c83c4" providerId="AD" clId="Web-{DBE3401E-2636-7782-A79C-D70726F875BC}" dt="2025-11-21T08:10:45.240" v="12" actId="20577"/>
        <pc:sldMkLst>
          <pc:docMk/>
          <pc:sldMk cId="3316631279" sldId="319"/>
        </pc:sldMkLst>
        <pc:spChg chg="mod">
          <ac:chgData name="Bastien Gallay" userId="S::gallay@teragone-factory.com::a1eb176e-0b74-4018-96ec-9809138c83c4" providerId="AD" clId="Web-{DBE3401E-2636-7782-A79C-D70726F875BC}" dt="2025-11-21T08:10:45.240" v="12" actId="20577"/>
          <ac:spMkLst>
            <pc:docMk/>
            <pc:sldMk cId="3316631279" sldId="319"/>
            <ac:spMk id="10" creationId="{2770C18D-10EE-23B6-B83B-0A72D3D1AA6D}"/>
          </ac:spMkLst>
        </pc:spChg>
      </pc:sldChg>
      <pc:sldChg chg="modSp">
        <pc:chgData name="Bastien Gallay" userId="S::gallay@teragone-factory.com::a1eb176e-0b74-4018-96ec-9809138c83c4" providerId="AD" clId="Web-{DBE3401E-2636-7782-A79C-D70726F875BC}" dt="2025-11-21T08:22:48.644" v="21"/>
        <pc:sldMkLst>
          <pc:docMk/>
          <pc:sldMk cId="118491205" sldId="357"/>
        </pc:sldMkLst>
        <pc:graphicFrameChg chg="mod modGraphic">
          <ac:chgData name="Bastien Gallay" userId="S::gallay@teragone-factory.com::a1eb176e-0b74-4018-96ec-9809138c83c4" providerId="AD" clId="Web-{DBE3401E-2636-7782-A79C-D70726F875BC}" dt="2025-11-21T08:22:48.644" v="21"/>
          <ac:graphicFrameMkLst>
            <pc:docMk/>
            <pc:sldMk cId="118491205" sldId="357"/>
            <ac:graphicFrameMk id="18" creationId="{96A5D656-8C27-CA5F-A61A-4E92385585C5}"/>
          </ac:graphicFrameMkLst>
        </pc:graphicFrameChg>
      </pc:sldChg>
      <pc:sldChg chg="modSp">
        <pc:chgData name="Bastien Gallay" userId="S::gallay@teragone-factory.com::a1eb176e-0b74-4018-96ec-9809138c83c4" providerId="AD" clId="Web-{DBE3401E-2636-7782-A79C-D70726F875BC}" dt="2025-11-21T08:47:13.923" v="284" actId="1076"/>
        <pc:sldMkLst>
          <pc:docMk/>
          <pc:sldMk cId="1164452898" sldId="359"/>
        </pc:sldMkLst>
        <pc:spChg chg="mod">
          <ac:chgData name="Bastien Gallay" userId="S::gallay@teragone-factory.com::a1eb176e-0b74-4018-96ec-9809138c83c4" providerId="AD" clId="Web-{DBE3401E-2636-7782-A79C-D70726F875BC}" dt="2025-11-21T08:24:11.522" v="25" actId="20577"/>
          <ac:spMkLst>
            <pc:docMk/>
            <pc:sldMk cId="1164452898" sldId="359"/>
            <ac:spMk id="4" creationId="{E452DBBD-2F79-6A00-D54F-FF66AB908665}"/>
          </ac:spMkLst>
        </pc:spChg>
        <pc:spChg chg="mod">
          <ac:chgData name="Bastien Gallay" userId="S::gallay@teragone-factory.com::a1eb176e-0b74-4018-96ec-9809138c83c4" providerId="AD" clId="Web-{DBE3401E-2636-7782-A79C-D70726F875BC}" dt="2025-11-21T08:24:11.444" v="22" actId="20577"/>
          <ac:spMkLst>
            <pc:docMk/>
            <pc:sldMk cId="1164452898" sldId="359"/>
            <ac:spMk id="5" creationId="{531877CE-A076-AF65-AD64-168ECC117A8F}"/>
          </ac:spMkLst>
        </pc:spChg>
        <pc:spChg chg="mod">
          <ac:chgData name="Bastien Gallay" userId="S::gallay@teragone-factory.com::a1eb176e-0b74-4018-96ec-9809138c83c4" providerId="AD" clId="Web-{DBE3401E-2636-7782-A79C-D70726F875BC}" dt="2025-11-21T08:24:11.475" v="23" actId="20577"/>
          <ac:spMkLst>
            <pc:docMk/>
            <pc:sldMk cId="1164452898" sldId="359"/>
            <ac:spMk id="8" creationId="{E60476E4-C6C7-40BE-12B2-3E48F454437C}"/>
          </ac:spMkLst>
        </pc:spChg>
        <pc:spChg chg="mod">
          <ac:chgData name="Bastien Gallay" userId="S::gallay@teragone-factory.com::a1eb176e-0b74-4018-96ec-9809138c83c4" providerId="AD" clId="Web-{DBE3401E-2636-7782-A79C-D70726F875BC}" dt="2025-11-21T08:24:11.506" v="24" actId="20577"/>
          <ac:spMkLst>
            <pc:docMk/>
            <pc:sldMk cId="1164452898" sldId="359"/>
            <ac:spMk id="10" creationId="{E94BA9F2-6E75-8170-8E73-3401C6850979}"/>
          </ac:spMkLst>
        </pc:spChg>
        <pc:spChg chg="mod">
          <ac:chgData name="Bastien Gallay" userId="S::gallay@teragone-factory.com::a1eb176e-0b74-4018-96ec-9809138c83c4" providerId="AD" clId="Web-{DBE3401E-2636-7782-A79C-D70726F875BC}" dt="2025-11-21T08:26:33.103" v="32" actId="20577"/>
          <ac:spMkLst>
            <pc:docMk/>
            <pc:sldMk cId="1164452898" sldId="359"/>
            <ac:spMk id="21" creationId="{0C89D0C5-C32B-80CE-0F3D-0305DDFABDFA}"/>
          </ac:spMkLst>
        </pc:spChg>
        <pc:spChg chg="mod">
          <ac:chgData name="Bastien Gallay" userId="S::gallay@teragone-factory.com::a1eb176e-0b74-4018-96ec-9809138c83c4" providerId="AD" clId="Web-{DBE3401E-2636-7782-A79C-D70726F875BC}" dt="2025-11-21T08:26:28.134" v="30" actId="20577"/>
          <ac:spMkLst>
            <pc:docMk/>
            <pc:sldMk cId="1164452898" sldId="359"/>
            <ac:spMk id="25" creationId="{3D63BFB9-E013-4576-A09B-0A4F0590DE91}"/>
          </ac:spMkLst>
        </pc:spChg>
        <pc:spChg chg="mod">
          <ac:chgData name="Bastien Gallay" userId="S::gallay@teragone-factory.com::a1eb176e-0b74-4018-96ec-9809138c83c4" providerId="AD" clId="Web-{DBE3401E-2636-7782-A79C-D70726F875BC}" dt="2025-11-21T08:47:13.923" v="284" actId="1076"/>
          <ac:spMkLst>
            <pc:docMk/>
            <pc:sldMk cId="1164452898" sldId="359"/>
            <ac:spMk id="27" creationId="{F0E61C78-5F52-7883-B33D-5A5E0D367D31}"/>
          </ac:spMkLst>
        </pc:spChg>
      </pc:sldChg>
      <pc:sldChg chg="modSp">
        <pc:chgData name="Bastien Gallay" userId="S::gallay@teragone-factory.com::a1eb176e-0b74-4018-96ec-9809138c83c4" providerId="AD" clId="Web-{DBE3401E-2636-7782-A79C-D70726F875BC}" dt="2025-11-21T08:29:53.043" v="69"/>
        <pc:sldMkLst>
          <pc:docMk/>
          <pc:sldMk cId="3121130863" sldId="361"/>
        </pc:sldMkLst>
        <pc:spChg chg="mod">
          <ac:chgData name="Bastien Gallay" userId="S::gallay@teragone-factory.com::a1eb176e-0b74-4018-96ec-9809138c83c4" providerId="AD" clId="Web-{DBE3401E-2636-7782-A79C-D70726F875BC}" dt="2025-11-21T08:29:40.449" v="45" actId="20577"/>
          <ac:spMkLst>
            <pc:docMk/>
            <pc:sldMk cId="3121130863" sldId="361"/>
            <ac:spMk id="4" creationId="{F92FED3F-2361-DB8C-C03B-52292C404EC4}"/>
          </ac:spMkLst>
        </pc:spChg>
        <pc:spChg chg="mod">
          <ac:chgData name="Bastien Gallay" userId="S::gallay@teragone-factory.com::a1eb176e-0b74-4018-96ec-9809138c83c4" providerId="AD" clId="Web-{DBE3401E-2636-7782-A79C-D70726F875BC}" dt="2025-11-21T08:29:40.309" v="42" actId="20577"/>
          <ac:spMkLst>
            <pc:docMk/>
            <pc:sldMk cId="3121130863" sldId="361"/>
            <ac:spMk id="5" creationId="{007FC182-5804-BB97-2D64-BBAF8C906E1F}"/>
          </ac:spMkLst>
        </pc:spChg>
        <pc:spChg chg="mod">
          <ac:chgData name="Bastien Gallay" userId="S::gallay@teragone-factory.com::a1eb176e-0b74-4018-96ec-9809138c83c4" providerId="AD" clId="Web-{DBE3401E-2636-7782-A79C-D70726F875BC}" dt="2025-11-21T08:29:40.356" v="43" actId="20577"/>
          <ac:spMkLst>
            <pc:docMk/>
            <pc:sldMk cId="3121130863" sldId="361"/>
            <ac:spMk id="8" creationId="{D1BF3A73-F216-40AE-04AF-091C33B2D8B0}"/>
          </ac:spMkLst>
        </pc:spChg>
        <pc:spChg chg="mod">
          <ac:chgData name="Bastien Gallay" userId="S::gallay@teragone-factory.com::a1eb176e-0b74-4018-96ec-9809138c83c4" providerId="AD" clId="Web-{DBE3401E-2636-7782-A79C-D70726F875BC}" dt="2025-11-21T08:29:40.402" v="44" actId="20577"/>
          <ac:spMkLst>
            <pc:docMk/>
            <pc:sldMk cId="3121130863" sldId="361"/>
            <ac:spMk id="10" creationId="{E4EF259A-B3CE-6DE5-7EE1-B62766846081}"/>
          </ac:spMkLst>
        </pc:spChg>
        <pc:spChg chg="mod">
          <ac:chgData name="Bastien Gallay" userId="S::gallay@teragone-factory.com::a1eb176e-0b74-4018-96ec-9809138c83c4" providerId="AD" clId="Web-{DBE3401E-2636-7782-A79C-D70726F875BC}" dt="2025-11-21T08:29:40.606" v="46" actId="20577"/>
          <ac:spMkLst>
            <pc:docMk/>
            <pc:sldMk cId="3121130863" sldId="361"/>
            <ac:spMk id="16" creationId="{9166FD6F-370A-54FB-44D4-C96AC10028C7}"/>
          </ac:spMkLst>
        </pc:spChg>
        <pc:graphicFrameChg chg="mod modGraphic">
          <ac:chgData name="Bastien Gallay" userId="S::gallay@teragone-factory.com::a1eb176e-0b74-4018-96ec-9809138c83c4" providerId="AD" clId="Web-{DBE3401E-2636-7782-A79C-D70726F875BC}" dt="2025-11-21T08:29:53.043" v="69"/>
          <ac:graphicFrameMkLst>
            <pc:docMk/>
            <pc:sldMk cId="3121130863" sldId="361"/>
            <ac:graphicFrameMk id="18" creationId="{C2B90A4D-A77B-B100-2681-ABF65B9DA5CC}"/>
          </ac:graphicFrameMkLst>
        </pc:graphicFrameChg>
      </pc:sldChg>
      <pc:sldChg chg="modSp">
        <pc:chgData name="Bastien Gallay" userId="S::gallay@teragone-factory.com::a1eb176e-0b74-4018-96ec-9809138c83c4" providerId="AD" clId="Web-{DBE3401E-2636-7782-A79C-D70726F875BC}" dt="2025-11-21T08:30:44.028" v="79" actId="20577"/>
        <pc:sldMkLst>
          <pc:docMk/>
          <pc:sldMk cId="1594284667" sldId="362"/>
        </pc:sldMkLst>
        <pc:spChg chg="mod">
          <ac:chgData name="Bastien Gallay" userId="S::gallay@teragone-factory.com::a1eb176e-0b74-4018-96ec-9809138c83c4" providerId="AD" clId="Web-{DBE3401E-2636-7782-A79C-D70726F875BC}" dt="2025-11-21T08:30:30.028" v="73" actId="20577"/>
          <ac:spMkLst>
            <pc:docMk/>
            <pc:sldMk cId="1594284667" sldId="362"/>
            <ac:spMk id="3" creationId="{55A211A5-795F-2F4A-3BDE-B2E310A0E746}"/>
          </ac:spMkLst>
        </pc:spChg>
        <pc:spChg chg="mod">
          <ac:chgData name="Bastien Gallay" userId="S::gallay@teragone-factory.com::a1eb176e-0b74-4018-96ec-9809138c83c4" providerId="AD" clId="Web-{DBE3401E-2636-7782-A79C-D70726F875BC}" dt="2025-11-21T08:30:44.028" v="79" actId="20577"/>
          <ac:spMkLst>
            <pc:docMk/>
            <pc:sldMk cId="1594284667" sldId="362"/>
            <ac:spMk id="7" creationId="{DC945134-5410-48FD-C131-AAB10AE4E29C}"/>
          </ac:spMkLst>
        </pc:spChg>
        <pc:spChg chg="mod">
          <ac:chgData name="Bastien Gallay" userId="S::gallay@teragone-factory.com::a1eb176e-0b74-4018-96ec-9809138c83c4" providerId="AD" clId="Web-{DBE3401E-2636-7782-A79C-D70726F875BC}" dt="2025-11-21T08:30:36.309" v="76" actId="20577"/>
          <ac:spMkLst>
            <pc:docMk/>
            <pc:sldMk cId="1594284667" sldId="362"/>
            <ac:spMk id="12" creationId="{0A191736-600C-0F69-BF75-A9879FB35D20}"/>
          </ac:spMkLst>
        </pc:spChg>
      </pc:sldChg>
      <pc:sldChg chg="modSp">
        <pc:chgData name="Bastien Gallay" userId="S::gallay@teragone-factory.com::a1eb176e-0b74-4018-96ec-9809138c83c4" providerId="AD" clId="Web-{DBE3401E-2636-7782-A79C-D70726F875BC}" dt="2025-11-21T08:32:48.360" v="103" actId="20577"/>
        <pc:sldMkLst>
          <pc:docMk/>
          <pc:sldMk cId="1541132457" sldId="363"/>
        </pc:sldMkLst>
        <pc:spChg chg="mod">
          <ac:chgData name="Bastien Gallay" userId="S::gallay@teragone-factory.com::a1eb176e-0b74-4018-96ec-9809138c83c4" providerId="AD" clId="Web-{DBE3401E-2636-7782-A79C-D70726F875BC}" dt="2025-11-21T08:32:48.329" v="102" actId="20577"/>
          <ac:spMkLst>
            <pc:docMk/>
            <pc:sldMk cId="1541132457" sldId="363"/>
            <ac:spMk id="3" creationId="{9777B448-0F13-C331-5DE4-DF041A6AEB44}"/>
          </ac:spMkLst>
        </pc:spChg>
        <pc:spChg chg="mod">
          <ac:chgData name="Bastien Gallay" userId="S::gallay@teragone-factory.com::a1eb176e-0b74-4018-96ec-9809138c83c4" providerId="AD" clId="Web-{DBE3401E-2636-7782-A79C-D70726F875BC}" dt="2025-11-21T08:32:48.298" v="101" actId="20577"/>
          <ac:spMkLst>
            <pc:docMk/>
            <pc:sldMk cId="1541132457" sldId="363"/>
            <ac:spMk id="4" creationId="{7692711D-8913-9922-3C09-5E3F884D75EC}"/>
          </ac:spMkLst>
        </pc:spChg>
        <pc:spChg chg="mod">
          <ac:chgData name="Bastien Gallay" userId="S::gallay@teragone-factory.com::a1eb176e-0b74-4018-96ec-9809138c83c4" providerId="AD" clId="Web-{DBE3401E-2636-7782-A79C-D70726F875BC}" dt="2025-11-21T08:32:48.220" v="98" actId="20577"/>
          <ac:spMkLst>
            <pc:docMk/>
            <pc:sldMk cId="1541132457" sldId="363"/>
            <ac:spMk id="5" creationId="{8817D982-291B-9CE2-022C-64809D22EC50}"/>
          </ac:spMkLst>
        </pc:spChg>
        <pc:spChg chg="mod">
          <ac:chgData name="Bastien Gallay" userId="S::gallay@teragone-factory.com::a1eb176e-0b74-4018-96ec-9809138c83c4" providerId="AD" clId="Web-{DBE3401E-2636-7782-A79C-D70726F875BC}" dt="2025-11-21T08:32:48.360" v="103" actId="20577"/>
          <ac:spMkLst>
            <pc:docMk/>
            <pc:sldMk cId="1541132457" sldId="363"/>
            <ac:spMk id="7" creationId="{E2B4FA32-904D-8E87-6DCD-9B0313235DE8}"/>
          </ac:spMkLst>
        </pc:spChg>
        <pc:spChg chg="mod">
          <ac:chgData name="Bastien Gallay" userId="S::gallay@teragone-factory.com::a1eb176e-0b74-4018-96ec-9809138c83c4" providerId="AD" clId="Web-{DBE3401E-2636-7782-A79C-D70726F875BC}" dt="2025-11-21T08:32:48.235" v="99" actId="20577"/>
          <ac:spMkLst>
            <pc:docMk/>
            <pc:sldMk cId="1541132457" sldId="363"/>
            <ac:spMk id="8" creationId="{05FE9D66-84A4-3B17-7ACB-AB4067055C8B}"/>
          </ac:spMkLst>
        </pc:spChg>
        <pc:spChg chg="mod">
          <ac:chgData name="Bastien Gallay" userId="S::gallay@teragone-factory.com::a1eb176e-0b74-4018-96ec-9809138c83c4" providerId="AD" clId="Web-{DBE3401E-2636-7782-A79C-D70726F875BC}" dt="2025-11-21T08:32:48.267" v="100" actId="20577"/>
          <ac:spMkLst>
            <pc:docMk/>
            <pc:sldMk cId="1541132457" sldId="363"/>
            <ac:spMk id="10" creationId="{D7CED661-A8C6-CE0A-8AA0-AB76CCF6A274}"/>
          </ac:spMkLst>
        </pc:spChg>
      </pc:sldChg>
      <pc:sldChg chg="modSp">
        <pc:chgData name="Bastien Gallay" userId="S::gallay@teragone-factory.com::a1eb176e-0b74-4018-96ec-9809138c83c4" providerId="AD" clId="Web-{DBE3401E-2636-7782-A79C-D70726F875BC}" dt="2025-11-21T08:37:20.830" v="177" actId="20577"/>
        <pc:sldMkLst>
          <pc:docMk/>
          <pc:sldMk cId="3499325285" sldId="365"/>
        </pc:sldMkLst>
        <pc:spChg chg="mod">
          <ac:chgData name="Bastien Gallay" userId="S::gallay@teragone-factory.com::a1eb176e-0b74-4018-96ec-9809138c83c4" providerId="AD" clId="Web-{DBE3401E-2636-7782-A79C-D70726F875BC}" dt="2025-11-21T08:37:20.830" v="177" actId="20577"/>
          <ac:spMkLst>
            <pc:docMk/>
            <pc:sldMk cId="3499325285" sldId="365"/>
            <ac:spMk id="3" creationId="{91138D0E-72C8-3D2B-BF0B-25D063F83390}"/>
          </ac:spMkLst>
        </pc:spChg>
      </pc:sldChg>
      <pc:sldChg chg="addSp modSp">
        <pc:chgData name="Bastien Gallay" userId="S::gallay@teragone-factory.com::a1eb176e-0b74-4018-96ec-9809138c83c4" providerId="AD" clId="Web-{DBE3401E-2636-7782-A79C-D70726F875BC}" dt="2025-11-21T08:41:36.011" v="251" actId="1076"/>
        <pc:sldMkLst>
          <pc:docMk/>
          <pc:sldMk cId="782776623" sldId="366"/>
        </pc:sldMkLst>
        <pc:spChg chg="add mod">
          <ac:chgData name="Bastien Gallay" userId="S::gallay@teragone-factory.com::a1eb176e-0b74-4018-96ec-9809138c83c4" providerId="AD" clId="Web-{DBE3401E-2636-7782-A79C-D70726F875BC}" dt="2025-11-21T08:40:42.619" v="246" actId="14100"/>
          <ac:spMkLst>
            <pc:docMk/>
            <pc:sldMk cId="782776623" sldId="366"/>
            <ac:spMk id="2" creationId="{6B655C75-614C-E79B-A5D0-16F1E30CE92F}"/>
          </ac:spMkLst>
        </pc:spChg>
        <pc:spChg chg="mod">
          <ac:chgData name="Bastien Gallay" userId="S::gallay@teragone-factory.com::a1eb176e-0b74-4018-96ec-9809138c83c4" providerId="AD" clId="Web-{DBE3401E-2636-7782-A79C-D70726F875BC}" dt="2025-11-21T08:41:20.135" v="249" actId="1076"/>
          <ac:spMkLst>
            <pc:docMk/>
            <pc:sldMk cId="782776623" sldId="366"/>
            <ac:spMk id="3" creationId="{33C76965-1BBC-1822-4BB4-918CC6448348}"/>
          </ac:spMkLst>
        </pc:spChg>
        <pc:spChg chg="mod">
          <ac:chgData name="Bastien Gallay" userId="S::gallay@teragone-factory.com::a1eb176e-0b74-4018-96ec-9809138c83c4" providerId="AD" clId="Web-{DBE3401E-2636-7782-A79C-D70726F875BC}" dt="2025-11-21T08:38:18.629" v="192" actId="14100"/>
          <ac:spMkLst>
            <pc:docMk/>
            <pc:sldMk cId="782776623" sldId="366"/>
            <ac:spMk id="7" creationId="{46B8F6A7-AABC-268C-08A0-B815828A30EB}"/>
          </ac:spMkLst>
        </pc:spChg>
        <pc:spChg chg="mod">
          <ac:chgData name="Bastien Gallay" userId="S::gallay@teragone-factory.com::a1eb176e-0b74-4018-96ec-9809138c83c4" providerId="AD" clId="Web-{DBE3401E-2636-7782-A79C-D70726F875BC}" dt="2025-11-21T08:41:33.511" v="250" actId="1076"/>
          <ac:spMkLst>
            <pc:docMk/>
            <pc:sldMk cId="782776623" sldId="366"/>
            <ac:spMk id="12" creationId="{94A6BBC3-F0CD-F136-6110-A007747F34A1}"/>
          </ac:spMkLst>
        </pc:spChg>
        <pc:spChg chg="mod">
          <ac:chgData name="Bastien Gallay" userId="S::gallay@teragone-factory.com::a1eb176e-0b74-4018-96ec-9809138c83c4" providerId="AD" clId="Web-{DBE3401E-2636-7782-A79C-D70726F875BC}" dt="2025-11-21T08:41:36.011" v="251" actId="1076"/>
          <ac:spMkLst>
            <pc:docMk/>
            <pc:sldMk cId="782776623" sldId="366"/>
            <ac:spMk id="14" creationId="{9FDCE5DB-304C-09FD-9589-E55CBE69ECEB}"/>
          </ac:spMkLst>
        </pc:spChg>
        <pc:spChg chg="mod">
          <ac:chgData name="Bastien Gallay" userId="S::gallay@teragone-factory.com::a1eb176e-0b74-4018-96ec-9809138c83c4" providerId="AD" clId="Web-{DBE3401E-2636-7782-A79C-D70726F875BC}" dt="2025-11-21T08:38:35.489" v="195" actId="20577"/>
          <ac:spMkLst>
            <pc:docMk/>
            <pc:sldMk cId="782776623" sldId="366"/>
            <ac:spMk id="16" creationId="{DE881472-938E-18DD-9F96-81EF12E5BCB3}"/>
          </ac:spMkLst>
        </pc:spChg>
      </pc:sldChg>
      <pc:sldChg chg="modSp">
        <pc:chgData name="Bastien Gallay" userId="S::gallay@teragone-factory.com::a1eb176e-0b74-4018-96ec-9809138c83c4" providerId="AD" clId="Web-{DBE3401E-2636-7782-A79C-D70726F875BC}" dt="2025-11-21T08:45:21.890" v="275" actId="1076"/>
        <pc:sldMkLst>
          <pc:docMk/>
          <pc:sldMk cId="3559074042" sldId="367"/>
        </pc:sldMkLst>
        <pc:spChg chg="mod">
          <ac:chgData name="Bastien Gallay" userId="S::gallay@teragone-factory.com::a1eb176e-0b74-4018-96ec-9809138c83c4" providerId="AD" clId="Web-{DBE3401E-2636-7782-A79C-D70726F875BC}" dt="2025-11-21T08:43:24.701" v="271" actId="1076"/>
          <ac:spMkLst>
            <pc:docMk/>
            <pc:sldMk cId="3559074042" sldId="367"/>
            <ac:spMk id="3" creationId="{85DF8D8E-09D0-304A-F78B-79FCAF3472C9}"/>
          </ac:spMkLst>
        </pc:spChg>
        <pc:spChg chg="mod">
          <ac:chgData name="Bastien Gallay" userId="S::gallay@teragone-factory.com::a1eb176e-0b74-4018-96ec-9809138c83c4" providerId="AD" clId="Web-{DBE3401E-2636-7782-A79C-D70726F875BC}" dt="2025-11-21T08:43:00.216" v="266" actId="1076"/>
          <ac:spMkLst>
            <pc:docMk/>
            <pc:sldMk cId="3559074042" sldId="367"/>
            <ac:spMk id="7" creationId="{C8AB754F-E2FB-0C44-4788-4FAB9F6D6A14}"/>
          </ac:spMkLst>
        </pc:spChg>
        <pc:spChg chg="mod">
          <ac:chgData name="Bastien Gallay" userId="S::gallay@teragone-factory.com::a1eb176e-0b74-4018-96ec-9809138c83c4" providerId="AD" clId="Web-{DBE3401E-2636-7782-A79C-D70726F875BC}" dt="2025-11-21T08:45:21.890" v="275" actId="1076"/>
          <ac:spMkLst>
            <pc:docMk/>
            <pc:sldMk cId="3559074042" sldId="367"/>
            <ac:spMk id="12" creationId="{36000AB6-93B6-513D-DB8A-C9B7E4860050}"/>
          </ac:spMkLst>
        </pc:spChg>
        <pc:spChg chg="mod">
          <ac:chgData name="Bastien Gallay" userId="S::gallay@teragone-factory.com::a1eb176e-0b74-4018-96ec-9809138c83c4" providerId="AD" clId="Web-{DBE3401E-2636-7782-A79C-D70726F875BC}" dt="2025-11-21T08:42:27.996" v="259" actId="1076"/>
          <ac:spMkLst>
            <pc:docMk/>
            <pc:sldMk cId="3559074042" sldId="367"/>
            <ac:spMk id="14" creationId="{3FD181EE-CC05-DE53-B0CC-CD94E2F6D5CD}"/>
          </ac:spMkLst>
        </pc:spChg>
        <pc:spChg chg="mod">
          <ac:chgData name="Bastien Gallay" userId="S::gallay@teragone-factory.com::a1eb176e-0b74-4018-96ec-9809138c83c4" providerId="AD" clId="Web-{DBE3401E-2636-7782-A79C-D70726F875BC}" dt="2025-11-21T08:42:52.403" v="265" actId="14100"/>
          <ac:spMkLst>
            <pc:docMk/>
            <pc:sldMk cId="3559074042" sldId="367"/>
            <ac:spMk id="16" creationId="{F57669DE-8F91-5A7B-9664-F0C47FBBE996}"/>
          </ac:spMkLst>
        </pc:spChg>
      </pc:sldChg>
      <pc:sldChg chg="modSp">
        <pc:chgData name="Bastien Gallay" userId="S::gallay@teragone-factory.com::a1eb176e-0b74-4018-96ec-9809138c83c4" providerId="AD" clId="Web-{DBE3401E-2636-7782-A79C-D70726F875BC}" dt="2025-11-21T08:36:52.375" v="172" actId="20577"/>
        <pc:sldMkLst>
          <pc:docMk/>
          <pc:sldMk cId="1445075284" sldId="368"/>
        </pc:sldMkLst>
        <pc:spChg chg="mod">
          <ac:chgData name="Bastien Gallay" userId="S::gallay@teragone-factory.com::a1eb176e-0b74-4018-96ec-9809138c83c4" providerId="AD" clId="Web-{DBE3401E-2636-7782-A79C-D70726F875BC}" dt="2025-11-21T08:36:23.874" v="158" actId="20577"/>
          <ac:spMkLst>
            <pc:docMk/>
            <pc:sldMk cId="1445075284" sldId="368"/>
            <ac:spMk id="21" creationId="{DEA9633A-2DD8-9F16-E08D-E54D020FC4C1}"/>
          </ac:spMkLst>
        </pc:spChg>
        <pc:spChg chg="mod">
          <ac:chgData name="Bastien Gallay" userId="S::gallay@teragone-factory.com::a1eb176e-0b74-4018-96ec-9809138c83c4" providerId="AD" clId="Web-{DBE3401E-2636-7782-A79C-D70726F875BC}" dt="2025-11-21T08:36:52.375" v="172" actId="20577"/>
          <ac:spMkLst>
            <pc:docMk/>
            <pc:sldMk cId="1445075284" sldId="368"/>
            <ac:spMk id="23" creationId="{29AEA02B-597F-E596-DE3A-CD25E0B3E099}"/>
          </ac:spMkLst>
        </pc:spChg>
      </pc:sldChg>
      <pc:sldChg chg="modSp">
        <pc:chgData name="Bastien Gallay" userId="S::gallay@teragone-factory.com::a1eb176e-0b74-4018-96ec-9809138c83c4" providerId="AD" clId="Web-{DBE3401E-2636-7782-A79C-D70726F875BC}" dt="2025-11-21T08:45:46.203" v="280" actId="20577"/>
        <pc:sldMkLst>
          <pc:docMk/>
          <pc:sldMk cId="2845249996" sldId="369"/>
        </pc:sldMkLst>
        <pc:spChg chg="mod">
          <ac:chgData name="Bastien Gallay" userId="S::gallay@teragone-factory.com::a1eb176e-0b74-4018-96ec-9809138c83c4" providerId="AD" clId="Web-{DBE3401E-2636-7782-A79C-D70726F875BC}" dt="2025-11-21T08:45:46.093" v="276" actId="20577"/>
          <ac:spMkLst>
            <pc:docMk/>
            <pc:sldMk cId="2845249996" sldId="369"/>
            <ac:spMk id="2" creationId="{D9DB606E-995A-38EB-9915-3217CE5DD9B6}"/>
          </ac:spMkLst>
        </pc:spChg>
        <pc:spChg chg="mod">
          <ac:chgData name="Bastien Gallay" userId="S::gallay@teragone-factory.com::a1eb176e-0b74-4018-96ec-9809138c83c4" providerId="AD" clId="Web-{DBE3401E-2636-7782-A79C-D70726F875BC}" dt="2025-11-21T08:45:46.125" v="277" actId="20577"/>
          <ac:spMkLst>
            <pc:docMk/>
            <pc:sldMk cId="2845249996" sldId="369"/>
            <ac:spMk id="5" creationId="{FDB2F526-8F3F-436F-265A-0B591062D5FD}"/>
          </ac:spMkLst>
        </pc:spChg>
        <pc:spChg chg="mod">
          <ac:chgData name="Bastien Gallay" userId="S::gallay@teragone-factory.com::a1eb176e-0b74-4018-96ec-9809138c83c4" providerId="AD" clId="Web-{DBE3401E-2636-7782-A79C-D70726F875BC}" dt="2025-11-21T08:45:46.172" v="279" actId="20577"/>
          <ac:spMkLst>
            <pc:docMk/>
            <pc:sldMk cId="2845249996" sldId="369"/>
            <ac:spMk id="6" creationId="{B516B353-3116-87D6-CFD1-CACD857C9DE3}"/>
          </ac:spMkLst>
        </pc:spChg>
        <pc:spChg chg="mod">
          <ac:chgData name="Bastien Gallay" userId="S::gallay@teragone-factory.com::a1eb176e-0b74-4018-96ec-9809138c83c4" providerId="AD" clId="Web-{DBE3401E-2636-7782-A79C-D70726F875BC}" dt="2025-11-21T08:45:46.140" v="278" actId="20577"/>
          <ac:spMkLst>
            <pc:docMk/>
            <pc:sldMk cId="2845249996" sldId="369"/>
            <ac:spMk id="7" creationId="{08ACBD79-C3A0-B8BF-636C-EA401FF071AD}"/>
          </ac:spMkLst>
        </pc:spChg>
        <pc:spChg chg="mod">
          <ac:chgData name="Bastien Gallay" userId="S::gallay@teragone-factory.com::a1eb176e-0b74-4018-96ec-9809138c83c4" providerId="AD" clId="Web-{DBE3401E-2636-7782-A79C-D70726F875BC}" dt="2025-11-21T08:45:46.203" v="280" actId="20577"/>
          <ac:spMkLst>
            <pc:docMk/>
            <pc:sldMk cId="2845249996" sldId="369"/>
            <ac:spMk id="12" creationId="{E324B129-2837-DEEB-6BFF-95718E767954}"/>
          </ac:spMkLst>
        </pc:spChg>
      </pc:sldChg>
      <pc:sldChg chg="modSp">
        <pc:chgData name="Bastien Gallay" userId="S::gallay@teragone-factory.com::a1eb176e-0b74-4018-96ec-9809138c83c4" providerId="AD" clId="Web-{DBE3401E-2636-7782-A79C-D70726F875BC}" dt="2025-11-21T08:10:31.599" v="8" actId="1076"/>
        <pc:sldMkLst>
          <pc:docMk/>
          <pc:sldMk cId="1490050358" sldId="377"/>
        </pc:sldMkLst>
        <pc:spChg chg="mod">
          <ac:chgData name="Bastien Gallay" userId="S::gallay@teragone-factory.com::a1eb176e-0b74-4018-96ec-9809138c83c4" providerId="AD" clId="Web-{DBE3401E-2636-7782-A79C-D70726F875BC}" dt="2025-11-21T08:10:31.584" v="7" actId="1076"/>
          <ac:spMkLst>
            <pc:docMk/>
            <pc:sldMk cId="1490050358" sldId="377"/>
            <ac:spMk id="10" creationId="{C82C97D7-6AA7-F3CF-74B9-884E8F548E98}"/>
          </ac:spMkLst>
        </pc:spChg>
        <pc:graphicFrameChg chg="mod modGraphic">
          <ac:chgData name="Bastien Gallay" userId="S::gallay@teragone-factory.com::a1eb176e-0b74-4018-96ec-9809138c83c4" providerId="AD" clId="Web-{DBE3401E-2636-7782-A79C-D70726F875BC}" dt="2025-11-21T08:10:26.287" v="6" actId="1076"/>
          <ac:graphicFrameMkLst>
            <pc:docMk/>
            <pc:sldMk cId="1490050358" sldId="377"/>
            <ac:graphicFrameMk id="5" creationId="{7015A61A-F004-9349-21BB-900D9978FA95}"/>
          </ac:graphicFrameMkLst>
        </pc:graphicFrameChg>
        <pc:picChg chg="mod">
          <ac:chgData name="Bastien Gallay" userId="S::gallay@teragone-factory.com::a1eb176e-0b74-4018-96ec-9809138c83c4" providerId="AD" clId="Web-{DBE3401E-2636-7782-A79C-D70726F875BC}" dt="2025-11-21T08:10:31.599" v="8" actId="1076"/>
          <ac:picMkLst>
            <pc:docMk/>
            <pc:sldMk cId="1490050358" sldId="377"/>
            <ac:picMk id="14" creationId="{7EC03B36-3543-ED6C-EEC0-9D8913CB098A}"/>
          </ac:picMkLst>
        </pc:picChg>
      </pc:sldChg>
    </pc:docChg>
  </pc:docChgLst>
  <pc:docChgLst>
    <pc:chgData name="Bastien Gallay" userId="S::gallay@teragone-factory.com::a1eb176e-0b74-4018-96ec-9809138c83c4" providerId="AD" clId="Web-{890E80ED-AB28-389C-60A6-5E56FA4E1D25}"/>
    <pc:docChg chg="addSld delSld modSld sldOrd">
      <pc:chgData name="Bastien Gallay" userId="S::gallay@teragone-factory.com::a1eb176e-0b74-4018-96ec-9809138c83c4" providerId="AD" clId="Web-{890E80ED-AB28-389C-60A6-5E56FA4E1D25}" dt="2025-11-20T17:46:56.221" v="1501"/>
      <pc:docMkLst>
        <pc:docMk/>
      </pc:docMkLst>
      <pc:sldChg chg="del">
        <pc:chgData name="Bastien Gallay" userId="S::gallay@teragone-factory.com::a1eb176e-0b74-4018-96ec-9809138c83c4" providerId="AD" clId="Web-{890E80ED-AB28-389C-60A6-5E56FA4E1D25}" dt="2025-11-20T17:14:06.889" v="947"/>
        <pc:sldMkLst>
          <pc:docMk/>
          <pc:sldMk cId="0" sldId="260"/>
        </pc:sldMkLst>
      </pc:sldChg>
      <pc:sldChg chg="delSp modSp del">
        <pc:chgData name="Bastien Gallay" userId="S::gallay@teragone-factory.com::a1eb176e-0b74-4018-96ec-9809138c83c4" providerId="AD" clId="Web-{890E80ED-AB28-389C-60A6-5E56FA4E1D25}" dt="2025-11-20T17:03:58.577" v="700"/>
        <pc:sldMkLst>
          <pc:docMk/>
          <pc:sldMk cId="2532414323" sldId="262"/>
        </pc:sldMkLst>
        <pc:graphicFrameChg chg="mod modGraphic">
          <ac:chgData name="Bastien Gallay" userId="S::gallay@teragone-factory.com::a1eb176e-0b74-4018-96ec-9809138c83c4" providerId="AD" clId="Web-{890E80ED-AB28-389C-60A6-5E56FA4E1D25}" dt="2025-11-20T16:58:13.062" v="587"/>
          <ac:graphicFrameMkLst>
            <pc:docMk/>
            <pc:sldMk cId="2532414323" sldId="262"/>
            <ac:graphicFrameMk id="4" creationId="{54D32F39-01FB-4E5E-C36D-9AB185A48035}"/>
          </ac:graphicFrameMkLst>
        </pc:graphicFrameChg>
        <pc:picChg chg="del mod">
          <ac:chgData name="Bastien Gallay" userId="S::gallay@teragone-factory.com::a1eb176e-0b74-4018-96ec-9809138c83c4" providerId="AD" clId="Web-{890E80ED-AB28-389C-60A6-5E56FA4E1D25}" dt="2025-11-20T15:51:59.314" v="581"/>
          <ac:picMkLst>
            <pc:docMk/>
            <pc:sldMk cId="2532414323" sldId="262"/>
            <ac:picMk id="6" creationId="{B736C1A4-89E0-96A3-5192-7ABF672731E8}"/>
          </ac:picMkLst>
        </pc:picChg>
      </pc:sldChg>
      <pc:sldChg chg="del">
        <pc:chgData name="Bastien Gallay" userId="S::gallay@teragone-factory.com::a1eb176e-0b74-4018-96ec-9809138c83c4" providerId="AD" clId="Web-{890E80ED-AB28-389C-60A6-5E56FA4E1D25}" dt="2025-11-20T17:09:19.692" v="902"/>
        <pc:sldMkLst>
          <pc:docMk/>
          <pc:sldMk cId="3786394432" sldId="263"/>
        </pc:sldMkLst>
      </pc:sldChg>
      <pc:sldChg chg="add del">
        <pc:chgData name="Bastien Gallay" userId="S::gallay@teragone-factory.com::a1eb176e-0b74-4018-96ec-9809138c83c4" providerId="AD" clId="Web-{890E80ED-AB28-389C-60A6-5E56FA4E1D25}" dt="2025-11-20T16:58:00.452" v="586"/>
        <pc:sldMkLst>
          <pc:docMk/>
          <pc:sldMk cId="2834131257" sldId="266"/>
        </pc:sldMkLst>
      </pc:sldChg>
      <pc:sldChg chg="del">
        <pc:chgData name="Bastien Gallay" userId="S::gallay@teragone-factory.com::a1eb176e-0b74-4018-96ec-9809138c83c4" providerId="AD" clId="Web-{890E80ED-AB28-389C-60A6-5E56FA4E1D25}" dt="2025-11-20T17:11:38.881" v="921"/>
        <pc:sldMkLst>
          <pc:docMk/>
          <pc:sldMk cId="850416706" sldId="267"/>
        </pc:sldMkLst>
      </pc:sldChg>
      <pc:sldChg chg="del mod ord modShow">
        <pc:chgData name="Bastien Gallay" userId="S::gallay@teragone-factory.com::a1eb176e-0b74-4018-96ec-9809138c83c4" providerId="AD" clId="Web-{890E80ED-AB28-389C-60A6-5E56FA4E1D25}" dt="2025-11-20T17:46:56.221" v="1501"/>
        <pc:sldMkLst>
          <pc:docMk/>
          <pc:sldMk cId="2553573095" sldId="315"/>
        </pc:sldMkLst>
      </pc:sldChg>
      <pc:sldChg chg="del">
        <pc:chgData name="Bastien Gallay" userId="S::gallay@teragone-factory.com::a1eb176e-0b74-4018-96ec-9809138c83c4" providerId="AD" clId="Web-{890E80ED-AB28-389C-60A6-5E56FA4E1D25}" dt="2025-11-20T17:33:10.607" v="1119"/>
        <pc:sldMkLst>
          <pc:docMk/>
          <pc:sldMk cId="1592627055" sldId="316"/>
        </pc:sldMkLst>
      </pc:sldChg>
      <pc:sldChg chg="del mod ord modShow">
        <pc:chgData name="Bastien Gallay" userId="S::gallay@teragone-factory.com::a1eb176e-0b74-4018-96ec-9809138c83c4" providerId="AD" clId="Web-{890E80ED-AB28-389C-60A6-5E56FA4E1D25}" dt="2025-11-20T17:46:50.689" v="1500"/>
        <pc:sldMkLst>
          <pc:docMk/>
          <pc:sldMk cId="1820977716" sldId="317"/>
        </pc:sldMkLst>
      </pc:sldChg>
      <pc:sldChg chg="del mod ord modShow">
        <pc:chgData name="Bastien Gallay" userId="S::gallay@teragone-factory.com::a1eb176e-0b74-4018-96ec-9809138c83c4" providerId="AD" clId="Web-{890E80ED-AB28-389C-60A6-5E56FA4E1D25}" dt="2025-11-20T17:46:50.689" v="1499"/>
        <pc:sldMkLst>
          <pc:docMk/>
          <pc:sldMk cId="2900268977" sldId="318"/>
        </pc:sldMkLst>
      </pc:sldChg>
      <pc:sldChg chg="addSp delSp modSp ord">
        <pc:chgData name="Bastien Gallay" userId="S::gallay@teragone-factory.com::a1eb176e-0b74-4018-96ec-9809138c83c4" providerId="AD" clId="Web-{890E80ED-AB28-389C-60A6-5E56FA4E1D25}" dt="2025-11-20T17:44:54.391" v="1494"/>
        <pc:sldMkLst>
          <pc:docMk/>
          <pc:sldMk cId="3316631279" sldId="319"/>
        </pc:sldMkLst>
        <pc:spChg chg="add mod">
          <ac:chgData name="Bastien Gallay" userId="S::gallay@teragone-factory.com::a1eb176e-0b74-4018-96ec-9809138c83c4" providerId="AD" clId="Web-{890E80ED-AB28-389C-60A6-5E56FA4E1D25}" dt="2025-11-20T17:44:07.937" v="1482" actId="14100"/>
          <ac:spMkLst>
            <pc:docMk/>
            <pc:sldMk cId="3316631279" sldId="319"/>
            <ac:spMk id="3" creationId="{7DC95187-65D1-8A04-62D8-B66E8A491EF3}"/>
          </ac:spMkLst>
        </pc:spChg>
        <pc:spChg chg="mod">
          <ac:chgData name="Bastien Gallay" userId="S::gallay@teragone-factory.com::a1eb176e-0b74-4018-96ec-9809138c83c4" providerId="AD" clId="Web-{890E80ED-AB28-389C-60A6-5E56FA4E1D25}" dt="2025-11-20T17:44:27.031" v="1489" actId="14100"/>
          <ac:spMkLst>
            <pc:docMk/>
            <pc:sldMk cId="3316631279" sldId="319"/>
            <ac:spMk id="10" creationId="{2770C18D-10EE-23B6-B83B-0A72D3D1AA6D}"/>
          </ac:spMkLst>
        </pc:spChg>
        <pc:spChg chg="del mod">
          <ac:chgData name="Bastien Gallay" userId="S::gallay@teragone-factory.com::a1eb176e-0b74-4018-96ec-9809138c83c4" providerId="AD" clId="Web-{890E80ED-AB28-389C-60A6-5E56FA4E1D25}" dt="2025-11-20T17:42:57.686" v="1444"/>
          <ac:spMkLst>
            <pc:docMk/>
            <pc:sldMk cId="3316631279" sldId="319"/>
            <ac:spMk id="13" creationId="{B17E3C5B-CE52-AECC-3197-78E6B56415A2}"/>
          </ac:spMkLst>
        </pc:spChg>
        <pc:graphicFrameChg chg="del mod">
          <ac:chgData name="Bastien Gallay" userId="S::gallay@teragone-factory.com::a1eb176e-0b74-4018-96ec-9809138c83c4" providerId="AD" clId="Web-{890E80ED-AB28-389C-60A6-5E56FA4E1D25}" dt="2025-11-20T17:43:56.468" v="1480"/>
          <ac:graphicFrameMkLst>
            <pc:docMk/>
            <pc:sldMk cId="3316631279" sldId="319"/>
            <ac:graphicFrameMk id="4" creationId="{B5400685-8EBB-6C2C-A116-964856F9478F}"/>
          </ac:graphicFrameMkLst>
        </pc:graphicFrameChg>
      </pc:sldChg>
      <pc:sldChg chg="ord">
        <pc:chgData name="Bastien Gallay" userId="S::gallay@teragone-factory.com::a1eb176e-0b74-4018-96ec-9809138c83c4" providerId="AD" clId="Web-{890E80ED-AB28-389C-60A6-5E56FA4E1D25}" dt="2025-11-20T17:45:04.376" v="1496"/>
        <pc:sldMkLst>
          <pc:docMk/>
          <pc:sldMk cId="1439854718" sldId="320"/>
        </pc:sldMkLst>
      </pc:sldChg>
      <pc:sldChg chg="ord">
        <pc:chgData name="Bastien Gallay" userId="S::gallay@teragone-factory.com::a1eb176e-0b74-4018-96ec-9809138c83c4" providerId="AD" clId="Web-{890E80ED-AB28-389C-60A6-5E56FA4E1D25}" dt="2025-11-20T17:46:20.158" v="1497"/>
        <pc:sldMkLst>
          <pc:docMk/>
          <pc:sldMk cId="3387683884" sldId="321"/>
        </pc:sldMkLst>
      </pc:sldChg>
      <pc:sldChg chg="ord">
        <pc:chgData name="Bastien Gallay" userId="S::gallay@teragone-factory.com::a1eb176e-0b74-4018-96ec-9809138c83c4" providerId="AD" clId="Web-{890E80ED-AB28-389C-60A6-5E56FA4E1D25}" dt="2025-11-20T17:46:24.705" v="1498"/>
        <pc:sldMkLst>
          <pc:docMk/>
          <pc:sldMk cId="4097634386" sldId="322"/>
        </pc:sldMkLst>
      </pc:sldChg>
      <pc:sldChg chg="add del">
        <pc:chgData name="Bastien Gallay" userId="S::gallay@teragone-factory.com::a1eb176e-0b74-4018-96ec-9809138c83c4" providerId="AD" clId="Web-{890E80ED-AB28-389C-60A6-5E56FA4E1D25}" dt="2025-11-20T17:18:14.233" v="950"/>
        <pc:sldMkLst>
          <pc:docMk/>
          <pc:sldMk cId="2449778607" sldId="323"/>
        </pc:sldMkLst>
      </pc:sldChg>
      <pc:sldChg chg="del">
        <pc:chgData name="Bastien Gallay" userId="S::gallay@teragone-factory.com::a1eb176e-0b74-4018-96ec-9809138c83c4" providerId="AD" clId="Web-{890E80ED-AB28-389C-60A6-5E56FA4E1D25}" dt="2025-11-20T13:52:14.704" v="267"/>
        <pc:sldMkLst>
          <pc:docMk/>
          <pc:sldMk cId="119794046" sldId="332"/>
        </pc:sldMkLst>
      </pc:sldChg>
      <pc:sldChg chg="del">
        <pc:chgData name="Bastien Gallay" userId="S::gallay@teragone-factory.com::a1eb176e-0b74-4018-96ec-9809138c83c4" providerId="AD" clId="Web-{890E80ED-AB28-389C-60A6-5E56FA4E1D25}" dt="2025-11-20T13:53:20.692" v="289"/>
        <pc:sldMkLst>
          <pc:docMk/>
          <pc:sldMk cId="46821405" sldId="333"/>
        </pc:sldMkLst>
      </pc:sldChg>
      <pc:sldChg chg="del">
        <pc:chgData name="Bastien Gallay" userId="S::gallay@teragone-factory.com::a1eb176e-0b74-4018-96ec-9809138c83c4" providerId="AD" clId="Web-{890E80ED-AB28-389C-60A6-5E56FA4E1D25}" dt="2025-11-20T13:54:04.084" v="315"/>
        <pc:sldMkLst>
          <pc:docMk/>
          <pc:sldMk cId="3270052645" sldId="334"/>
        </pc:sldMkLst>
      </pc:sldChg>
      <pc:sldChg chg="add del">
        <pc:chgData name="Bastien Gallay" userId="S::gallay@teragone-factory.com::a1eb176e-0b74-4018-96ec-9809138c83c4" providerId="AD" clId="Web-{890E80ED-AB28-389C-60A6-5E56FA4E1D25}" dt="2025-11-20T13:57:56.513" v="342"/>
        <pc:sldMkLst>
          <pc:docMk/>
          <pc:sldMk cId="267806649" sldId="335"/>
        </pc:sldMkLst>
      </pc:sldChg>
      <pc:sldChg chg="addSp delSp modSp mod setBg">
        <pc:chgData name="Bastien Gallay" userId="S::gallay@teragone-factory.com::a1eb176e-0b74-4018-96ec-9809138c83c4" providerId="AD" clId="Web-{890E80ED-AB28-389C-60A6-5E56FA4E1D25}" dt="2025-11-20T14:13:27.154" v="398"/>
        <pc:sldMkLst>
          <pc:docMk/>
          <pc:sldMk cId="67116177" sldId="342"/>
        </pc:sldMkLst>
        <pc:spChg chg="mod">
          <ac:chgData name="Bastien Gallay" userId="S::gallay@teragone-factory.com::a1eb176e-0b74-4018-96ec-9809138c83c4" providerId="AD" clId="Web-{890E80ED-AB28-389C-60A6-5E56FA4E1D25}" dt="2025-11-20T14:12:49.309" v="396"/>
          <ac:spMkLst>
            <pc:docMk/>
            <pc:sldMk cId="67116177" sldId="342"/>
            <ac:spMk id="2" creationId="{00000000-0000-0000-0000-000000000000}"/>
          </ac:spMkLst>
        </pc:spChg>
        <pc:spChg chg="add del mod">
          <ac:chgData name="Bastien Gallay" userId="S::gallay@teragone-factory.com::a1eb176e-0b74-4018-96ec-9809138c83c4" providerId="AD" clId="Web-{890E80ED-AB28-389C-60A6-5E56FA4E1D25}" dt="2025-11-20T14:13:27.154" v="398"/>
          <ac:spMkLst>
            <pc:docMk/>
            <pc:sldMk cId="67116177" sldId="342"/>
            <ac:spMk id="3" creationId="{00000000-0000-0000-0000-000000000000}"/>
          </ac:spMkLst>
        </pc:spChg>
        <pc:spChg chg="mod">
          <ac:chgData name="Bastien Gallay" userId="S::gallay@teragone-factory.com::a1eb176e-0b74-4018-96ec-9809138c83c4" providerId="AD" clId="Web-{890E80ED-AB28-389C-60A6-5E56FA4E1D25}" dt="2025-11-20T13:58:49.952" v="346" actId="14100"/>
          <ac:spMkLst>
            <pc:docMk/>
            <pc:sldMk cId="67116177" sldId="342"/>
            <ac:spMk id="15" creationId="{A53CCC5C-D88E-40FB-B30B-23DCDBD01D37}"/>
          </ac:spMkLst>
        </pc:spChg>
        <pc:spChg chg="del">
          <ac:chgData name="Bastien Gallay" userId="S::gallay@teragone-factory.com::a1eb176e-0b74-4018-96ec-9809138c83c4" providerId="AD" clId="Web-{890E80ED-AB28-389C-60A6-5E56FA4E1D25}" dt="2025-11-20T13:59:57.547" v="352"/>
          <ac:spMkLst>
            <pc:docMk/>
            <pc:sldMk cId="67116177" sldId="342"/>
            <ac:spMk id="16" creationId="{081E4A58-353D-44AE-B2FC-2A74E2E400F7}"/>
          </ac:spMkLst>
        </pc:spChg>
        <pc:graphicFrameChg chg="add del">
          <ac:chgData name="Bastien Gallay" userId="S::gallay@teragone-factory.com::a1eb176e-0b74-4018-96ec-9809138c83c4" providerId="AD" clId="Web-{890E80ED-AB28-389C-60A6-5E56FA4E1D25}" dt="2025-11-20T14:13:27.154" v="398"/>
          <ac:graphicFrameMkLst>
            <pc:docMk/>
            <pc:sldMk cId="67116177" sldId="342"/>
            <ac:graphicFrameMk id="17" creationId="{D29B5B3C-9284-4F58-6A01-7C73677684F6}"/>
          </ac:graphicFrameMkLst>
        </pc:graphicFrameChg>
      </pc:sldChg>
      <pc:sldChg chg="add del">
        <pc:chgData name="Bastien Gallay" userId="S::gallay@teragone-factory.com::a1eb176e-0b74-4018-96ec-9809138c83c4" providerId="AD" clId="Web-{890E80ED-AB28-389C-60A6-5E56FA4E1D25}" dt="2025-11-20T13:39:54.275" v="44"/>
        <pc:sldMkLst>
          <pc:docMk/>
          <pc:sldMk cId="2290238891" sldId="346"/>
        </pc:sldMkLst>
      </pc:sldChg>
      <pc:sldChg chg="del">
        <pc:chgData name="Bastien Gallay" userId="S::gallay@teragone-factory.com::a1eb176e-0b74-4018-96ec-9809138c83c4" providerId="AD" clId="Web-{890E80ED-AB28-389C-60A6-5E56FA4E1D25}" dt="2025-11-20T13:42:31.731" v="87"/>
        <pc:sldMkLst>
          <pc:docMk/>
          <pc:sldMk cId="3564022080" sldId="347"/>
        </pc:sldMkLst>
      </pc:sldChg>
      <pc:sldChg chg="del ord">
        <pc:chgData name="Bastien Gallay" userId="S::gallay@teragone-factory.com::a1eb176e-0b74-4018-96ec-9809138c83c4" providerId="AD" clId="Web-{890E80ED-AB28-389C-60A6-5E56FA4E1D25}" dt="2025-11-20T13:45:52.937" v="160"/>
        <pc:sldMkLst>
          <pc:docMk/>
          <pc:sldMk cId="1129545292" sldId="348"/>
        </pc:sldMkLst>
      </pc:sldChg>
      <pc:sldChg chg="del ord">
        <pc:chgData name="Bastien Gallay" userId="S::gallay@teragone-factory.com::a1eb176e-0b74-4018-96ec-9809138c83c4" providerId="AD" clId="Web-{890E80ED-AB28-389C-60A6-5E56FA4E1D25}" dt="2025-11-20T13:47:00.156" v="188"/>
        <pc:sldMkLst>
          <pc:docMk/>
          <pc:sldMk cId="1015290493" sldId="349"/>
        </pc:sldMkLst>
      </pc:sldChg>
      <pc:sldChg chg="del">
        <pc:chgData name="Bastien Gallay" userId="S::gallay@teragone-factory.com::a1eb176e-0b74-4018-96ec-9809138c83c4" providerId="AD" clId="Web-{890E80ED-AB28-389C-60A6-5E56FA4E1D25}" dt="2025-11-20T13:49:21.378" v="230"/>
        <pc:sldMkLst>
          <pc:docMk/>
          <pc:sldMk cId="1210823901" sldId="350"/>
        </pc:sldMkLst>
      </pc:sldChg>
      <pc:sldChg chg="addSp delSp modSp">
        <pc:chgData name="Bastien Gallay" userId="S::gallay@teragone-factory.com::a1eb176e-0b74-4018-96ec-9809138c83c4" providerId="AD" clId="Web-{890E80ED-AB28-389C-60A6-5E56FA4E1D25}" dt="2025-11-20T13:39:48.837" v="43" actId="20577"/>
        <pc:sldMkLst>
          <pc:docMk/>
          <pc:sldMk cId="1164452898" sldId="359"/>
        </pc:sldMkLst>
        <pc:spChg chg="del">
          <ac:chgData name="Bastien Gallay" userId="S::gallay@teragone-factory.com::a1eb176e-0b74-4018-96ec-9809138c83c4" providerId="AD" clId="Web-{890E80ED-AB28-389C-60A6-5E56FA4E1D25}" dt="2025-11-20T13:37:52.396" v="0"/>
          <ac:spMkLst>
            <pc:docMk/>
            <pc:sldMk cId="1164452898" sldId="359"/>
            <ac:spMk id="3" creationId="{5C4AD98B-27B3-3E24-FE0B-87733D124548}"/>
          </ac:spMkLst>
        </pc:spChg>
        <pc:spChg chg="mod">
          <ac:chgData name="Bastien Gallay" userId="S::gallay@teragone-factory.com::a1eb176e-0b74-4018-96ec-9809138c83c4" providerId="AD" clId="Web-{890E80ED-AB28-389C-60A6-5E56FA4E1D25}" dt="2025-11-20T13:39:48.837" v="43" actId="20577"/>
          <ac:spMkLst>
            <pc:docMk/>
            <pc:sldMk cId="1164452898" sldId="359"/>
            <ac:spMk id="5" creationId="{531877CE-A076-AF65-AD64-168ECC117A8F}"/>
          </ac:spMkLst>
        </pc:spChg>
        <pc:spChg chg="add del">
          <ac:chgData name="Bastien Gallay" userId="S::gallay@teragone-factory.com::a1eb176e-0b74-4018-96ec-9809138c83c4" providerId="AD" clId="Web-{890E80ED-AB28-389C-60A6-5E56FA4E1D25}" dt="2025-11-20T13:37:57.709" v="10"/>
          <ac:spMkLst>
            <pc:docMk/>
            <pc:sldMk cId="1164452898" sldId="359"/>
            <ac:spMk id="6" creationId="{A76DC23D-C68A-3BBC-03EB-12C89748F82A}"/>
          </ac:spMkLst>
        </pc:spChg>
        <pc:spChg chg="add del">
          <ac:chgData name="Bastien Gallay" userId="S::gallay@teragone-factory.com::a1eb176e-0b74-4018-96ec-9809138c83c4" providerId="AD" clId="Web-{890E80ED-AB28-389C-60A6-5E56FA4E1D25}" dt="2025-11-20T13:37:57.709" v="9"/>
          <ac:spMkLst>
            <pc:docMk/>
            <pc:sldMk cId="1164452898" sldId="359"/>
            <ac:spMk id="11" creationId="{3661958E-B520-07DE-2F8A-29444289345C}"/>
          </ac:spMkLst>
        </pc:spChg>
        <pc:spChg chg="add del">
          <ac:chgData name="Bastien Gallay" userId="S::gallay@teragone-factory.com::a1eb176e-0b74-4018-96ec-9809138c83c4" providerId="AD" clId="Web-{890E80ED-AB28-389C-60A6-5E56FA4E1D25}" dt="2025-11-20T13:37:57.709" v="7"/>
          <ac:spMkLst>
            <pc:docMk/>
            <pc:sldMk cId="1164452898" sldId="359"/>
            <ac:spMk id="15" creationId="{A3EE50D7-C79B-2FB8-47E8-E23071AC81F8}"/>
          </ac:spMkLst>
        </pc:spChg>
        <pc:spChg chg="add del">
          <ac:chgData name="Bastien Gallay" userId="S::gallay@teragone-factory.com::a1eb176e-0b74-4018-96ec-9809138c83c4" providerId="AD" clId="Web-{890E80ED-AB28-389C-60A6-5E56FA4E1D25}" dt="2025-11-20T13:37:57.709" v="6"/>
          <ac:spMkLst>
            <pc:docMk/>
            <pc:sldMk cId="1164452898" sldId="359"/>
            <ac:spMk id="17" creationId="{D1DBD348-0956-C8C8-73F8-3B40EB33FC59}"/>
          </ac:spMkLst>
        </pc:spChg>
        <pc:spChg chg="add del">
          <ac:chgData name="Bastien Gallay" userId="S::gallay@teragone-factory.com::a1eb176e-0b74-4018-96ec-9809138c83c4" providerId="AD" clId="Web-{890E80ED-AB28-389C-60A6-5E56FA4E1D25}" dt="2025-11-20T13:38:04.928" v="16"/>
          <ac:spMkLst>
            <pc:docMk/>
            <pc:sldMk cId="1164452898" sldId="359"/>
            <ac:spMk id="19" creationId="{EB9B9558-2D10-9D77-1EEA-97047077CD9B}"/>
          </ac:spMkLst>
        </pc:spChg>
        <pc:spChg chg="add mod">
          <ac:chgData name="Bastien Gallay" userId="S::gallay@teragone-factory.com::a1eb176e-0b74-4018-96ec-9809138c83c4" providerId="AD" clId="Web-{890E80ED-AB28-389C-60A6-5E56FA4E1D25}" dt="2025-11-20T13:38:39.132" v="22" actId="14100"/>
          <ac:spMkLst>
            <pc:docMk/>
            <pc:sldMk cId="1164452898" sldId="359"/>
            <ac:spMk id="21" creationId="{0C89D0C5-C32B-80CE-0F3D-0305DDFABDFA}"/>
          </ac:spMkLst>
        </pc:spChg>
        <pc:spChg chg="add mod">
          <ac:chgData name="Bastien Gallay" userId="S::gallay@teragone-factory.com::a1eb176e-0b74-4018-96ec-9809138c83c4" providerId="AD" clId="Web-{890E80ED-AB28-389C-60A6-5E56FA4E1D25}" dt="2025-11-20T13:38:59.117" v="26" actId="14100"/>
          <ac:spMkLst>
            <pc:docMk/>
            <pc:sldMk cId="1164452898" sldId="359"/>
            <ac:spMk id="25" creationId="{3D63BFB9-E013-4576-A09B-0A4F0590DE91}"/>
          </ac:spMkLst>
        </pc:spChg>
        <pc:spChg chg="add mod">
          <ac:chgData name="Bastien Gallay" userId="S::gallay@teragone-factory.com::a1eb176e-0b74-4018-96ec-9809138c83c4" providerId="AD" clId="Web-{890E80ED-AB28-389C-60A6-5E56FA4E1D25}" dt="2025-11-20T13:39:00.132" v="27" actId="1076"/>
          <ac:spMkLst>
            <pc:docMk/>
            <pc:sldMk cId="1164452898" sldId="359"/>
            <ac:spMk id="27" creationId="{F0E61C78-5F52-7883-B33D-5A5E0D367D31}"/>
          </ac:spMkLst>
        </pc:spChg>
        <pc:picChg chg="add del">
          <ac:chgData name="Bastien Gallay" userId="S::gallay@teragone-factory.com::a1eb176e-0b74-4018-96ec-9809138c83c4" providerId="AD" clId="Web-{890E80ED-AB28-389C-60A6-5E56FA4E1D25}" dt="2025-11-20T13:37:57.709" v="8"/>
          <ac:picMkLst>
            <pc:docMk/>
            <pc:sldMk cId="1164452898" sldId="359"/>
            <ac:picMk id="13" creationId="{8E07AAD1-AAAF-541F-A6B2-3EF74534CCDC}"/>
          </ac:picMkLst>
        </pc:picChg>
        <pc:picChg chg="add mod">
          <ac:chgData name="Bastien Gallay" userId="S::gallay@teragone-factory.com::a1eb176e-0b74-4018-96ec-9809138c83c4" providerId="AD" clId="Web-{890E80ED-AB28-389C-60A6-5E56FA4E1D25}" dt="2025-11-20T13:38:28.850" v="20" actId="14100"/>
          <ac:picMkLst>
            <pc:docMk/>
            <pc:sldMk cId="1164452898" sldId="359"/>
            <ac:picMk id="23" creationId="{218E12AD-2281-1E2D-77AE-D09B8B16B3ED}"/>
          </ac:picMkLst>
        </pc:picChg>
      </pc:sldChg>
      <pc:sldChg chg="addSp delSp modSp add replId">
        <pc:chgData name="Bastien Gallay" userId="S::gallay@teragone-factory.com::a1eb176e-0b74-4018-96ec-9809138c83c4" providerId="AD" clId="Web-{890E80ED-AB28-389C-60A6-5E56FA4E1D25}" dt="2025-11-20T13:42:15.262" v="86" actId="1076"/>
        <pc:sldMkLst>
          <pc:docMk/>
          <pc:sldMk cId="650176614" sldId="360"/>
        </pc:sldMkLst>
        <pc:spChg chg="mod">
          <ac:chgData name="Bastien Gallay" userId="S::gallay@teragone-factory.com::a1eb176e-0b74-4018-96ec-9809138c83c4" providerId="AD" clId="Web-{890E80ED-AB28-389C-60A6-5E56FA4E1D25}" dt="2025-11-20T13:40:19.306" v="55" actId="20577"/>
          <ac:spMkLst>
            <pc:docMk/>
            <pc:sldMk cId="650176614" sldId="360"/>
            <ac:spMk id="5" creationId="{9BD207AB-F661-E6A2-F3E6-BDF57024B507}"/>
          </ac:spMkLst>
        </pc:spChg>
        <pc:spChg chg="add mod">
          <ac:chgData name="Bastien Gallay" userId="S::gallay@teragone-factory.com::a1eb176e-0b74-4018-96ec-9809138c83c4" providerId="AD" clId="Web-{890E80ED-AB28-389C-60A6-5E56FA4E1D25}" dt="2025-11-20T13:42:10.074" v="84" actId="1076"/>
          <ac:spMkLst>
            <pc:docMk/>
            <pc:sldMk cId="650176614" sldId="360"/>
            <ac:spMk id="12" creationId="{1066F081-ED0C-C2F8-D16D-3A857DD7AA56}"/>
          </ac:spMkLst>
        </pc:spChg>
        <pc:spChg chg="add mod">
          <ac:chgData name="Bastien Gallay" userId="S::gallay@teragone-factory.com::a1eb176e-0b74-4018-96ec-9809138c83c4" providerId="AD" clId="Web-{890E80ED-AB28-389C-60A6-5E56FA4E1D25}" dt="2025-11-20T13:42:04.699" v="81" actId="1076"/>
          <ac:spMkLst>
            <pc:docMk/>
            <pc:sldMk cId="650176614" sldId="360"/>
            <ac:spMk id="14" creationId="{34A2E0DC-392C-13C7-0A20-C170681D119E}"/>
          </ac:spMkLst>
        </pc:spChg>
        <pc:spChg chg="del">
          <ac:chgData name="Bastien Gallay" userId="S::gallay@teragone-factory.com::a1eb176e-0b74-4018-96ec-9809138c83c4" providerId="AD" clId="Web-{890E80ED-AB28-389C-60A6-5E56FA4E1D25}" dt="2025-11-20T13:40:05.025" v="49"/>
          <ac:spMkLst>
            <pc:docMk/>
            <pc:sldMk cId="650176614" sldId="360"/>
            <ac:spMk id="21" creationId="{D3689E93-77DF-8405-E8E0-C5C712A79228}"/>
          </ac:spMkLst>
        </pc:spChg>
        <pc:spChg chg="del">
          <ac:chgData name="Bastien Gallay" userId="S::gallay@teragone-factory.com::a1eb176e-0b74-4018-96ec-9809138c83c4" providerId="AD" clId="Web-{890E80ED-AB28-389C-60A6-5E56FA4E1D25}" dt="2025-11-20T13:40:05.025" v="47"/>
          <ac:spMkLst>
            <pc:docMk/>
            <pc:sldMk cId="650176614" sldId="360"/>
            <ac:spMk id="25" creationId="{6D139F52-FDCC-4F68-8686-12455DCC026D}"/>
          </ac:spMkLst>
        </pc:spChg>
        <pc:spChg chg="del">
          <ac:chgData name="Bastien Gallay" userId="S::gallay@teragone-factory.com::a1eb176e-0b74-4018-96ec-9809138c83c4" providerId="AD" clId="Web-{890E80ED-AB28-389C-60A6-5E56FA4E1D25}" dt="2025-11-20T13:40:05.025" v="46"/>
          <ac:spMkLst>
            <pc:docMk/>
            <pc:sldMk cId="650176614" sldId="360"/>
            <ac:spMk id="27" creationId="{5477DD4A-91C5-6110-13ED-EB4846B0D04C}"/>
          </ac:spMkLst>
        </pc:spChg>
        <pc:picChg chg="add mod">
          <ac:chgData name="Bastien Gallay" userId="S::gallay@teragone-factory.com::a1eb176e-0b74-4018-96ec-9809138c83c4" providerId="AD" clId="Web-{890E80ED-AB28-389C-60A6-5E56FA4E1D25}" dt="2025-11-20T13:42:11.730" v="85" actId="1076"/>
          <ac:picMkLst>
            <pc:docMk/>
            <pc:sldMk cId="650176614" sldId="360"/>
            <ac:picMk id="3" creationId="{D4A65FF9-3DB9-0E86-1372-B234A0CC6EC8}"/>
          </ac:picMkLst>
        </pc:picChg>
        <pc:picChg chg="add mod">
          <ac:chgData name="Bastien Gallay" userId="S::gallay@teragone-factory.com::a1eb176e-0b74-4018-96ec-9809138c83c4" providerId="AD" clId="Web-{890E80ED-AB28-389C-60A6-5E56FA4E1D25}" dt="2025-11-20T13:42:15.262" v="86" actId="1076"/>
          <ac:picMkLst>
            <pc:docMk/>
            <pc:sldMk cId="650176614" sldId="360"/>
            <ac:picMk id="7" creationId="{C687D24B-97F0-D7F3-4049-5AB59B0C89C6}"/>
          </ac:picMkLst>
        </pc:picChg>
        <pc:picChg chg="del">
          <ac:chgData name="Bastien Gallay" userId="S::gallay@teragone-factory.com::a1eb176e-0b74-4018-96ec-9809138c83c4" providerId="AD" clId="Web-{890E80ED-AB28-389C-60A6-5E56FA4E1D25}" dt="2025-11-20T13:40:05.025" v="48"/>
          <ac:picMkLst>
            <pc:docMk/>
            <pc:sldMk cId="650176614" sldId="360"/>
            <ac:picMk id="23" creationId="{7925D605-AD5D-E80D-B0B2-CDF9380DBF92}"/>
          </ac:picMkLst>
        </pc:picChg>
      </pc:sldChg>
      <pc:sldChg chg="add del replId">
        <pc:chgData name="Bastien Gallay" userId="S::gallay@teragone-factory.com::a1eb176e-0b74-4018-96ec-9809138c83c4" providerId="AD" clId="Web-{890E80ED-AB28-389C-60A6-5E56FA4E1D25}" dt="2025-11-20T13:39:21.992" v="30"/>
        <pc:sldMkLst>
          <pc:docMk/>
          <pc:sldMk cId="1494461098" sldId="360"/>
        </pc:sldMkLst>
      </pc:sldChg>
      <pc:sldChg chg="addSp delSp modSp add replId">
        <pc:chgData name="Bastien Gallay" userId="S::gallay@teragone-factory.com::a1eb176e-0b74-4018-96ec-9809138c83c4" providerId="AD" clId="Web-{890E80ED-AB28-389C-60A6-5E56FA4E1D25}" dt="2025-11-20T13:45:43.796" v="159"/>
        <pc:sldMkLst>
          <pc:docMk/>
          <pc:sldMk cId="3121130863" sldId="361"/>
        </pc:sldMkLst>
        <pc:spChg chg="mod">
          <ac:chgData name="Bastien Gallay" userId="S::gallay@teragone-factory.com::a1eb176e-0b74-4018-96ec-9809138c83c4" providerId="AD" clId="Web-{890E80ED-AB28-389C-60A6-5E56FA4E1D25}" dt="2025-11-20T13:45:43.796" v="159"/>
          <ac:spMkLst>
            <pc:docMk/>
            <pc:sldMk cId="3121130863" sldId="361"/>
            <ac:spMk id="5" creationId="{007FC182-5804-BB97-2D64-BBAF8C906E1F}"/>
          </ac:spMkLst>
        </pc:spChg>
        <pc:spChg chg="add del">
          <ac:chgData name="Bastien Gallay" userId="S::gallay@teragone-factory.com::a1eb176e-0b74-4018-96ec-9809138c83c4" providerId="AD" clId="Web-{890E80ED-AB28-389C-60A6-5E56FA4E1D25}" dt="2025-11-20T13:42:55.747" v="99"/>
          <ac:spMkLst>
            <pc:docMk/>
            <pc:sldMk cId="3121130863" sldId="361"/>
            <ac:spMk id="6" creationId="{B76A9A33-E88A-B05F-8361-4C610DD7698B}"/>
          </ac:spMkLst>
        </pc:spChg>
        <pc:spChg chg="del">
          <ac:chgData name="Bastien Gallay" userId="S::gallay@teragone-factory.com::a1eb176e-0b74-4018-96ec-9809138c83c4" providerId="AD" clId="Web-{890E80ED-AB28-389C-60A6-5E56FA4E1D25}" dt="2025-11-20T13:42:38.997" v="90"/>
          <ac:spMkLst>
            <pc:docMk/>
            <pc:sldMk cId="3121130863" sldId="361"/>
            <ac:spMk id="12" creationId="{16FF74F5-D314-C025-907A-2ACB38C0FC30}"/>
          </ac:spMkLst>
        </pc:spChg>
        <pc:spChg chg="add mod">
          <ac:chgData name="Bastien Gallay" userId="S::gallay@teragone-factory.com::a1eb176e-0b74-4018-96ec-9809138c83c4" providerId="AD" clId="Web-{890E80ED-AB28-389C-60A6-5E56FA4E1D25}" dt="2025-11-20T13:44:23.154" v="123" actId="14100"/>
          <ac:spMkLst>
            <pc:docMk/>
            <pc:sldMk cId="3121130863" sldId="361"/>
            <ac:spMk id="13" creationId="{166C8963-30F0-16D5-F0C9-B5BFF00B09D3}"/>
          </ac:spMkLst>
        </pc:spChg>
        <pc:spChg chg="del">
          <ac:chgData name="Bastien Gallay" userId="S::gallay@teragone-factory.com::a1eb176e-0b74-4018-96ec-9809138c83c4" providerId="AD" clId="Web-{890E80ED-AB28-389C-60A6-5E56FA4E1D25}" dt="2025-11-20T13:42:38.997" v="89"/>
          <ac:spMkLst>
            <pc:docMk/>
            <pc:sldMk cId="3121130863" sldId="361"/>
            <ac:spMk id="14" creationId="{9FACC1DC-ACAF-5F4D-4C24-A73284CD099A}"/>
          </ac:spMkLst>
        </pc:spChg>
        <pc:spChg chg="add mod">
          <ac:chgData name="Bastien Gallay" userId="S::gallay@teragone-factory.com::a1eb176e-0b74-4018-96ec-9809138c83c4" providerId="AD" clId="Web-{890E80ED-AB28-389C-60A6-5E56FA4E1D25}" dt="2025-11-20T13:44:38.733" v="126" actId="1076"/>
          <ac:spMkLst>
            <pc:docMk/>
            <pc:sldMk cId="3121130863" sldId="361"/>
            <ac:spMk id="16" creationId="{9166FD6F-370A-54FB-44D4-C96AC10028C7}"/>
          </ac:spMkLst>
        </pc:spChg>
        <pc:graphicFrameChg chg="add mod modGraphic">
          <ac:chgData name="Bastien Gallay" userId="S::gallay@teragone-factory.com::a1eb176e-0b74-4018-96ec-9809138c83c4" providerId="AD" clId="Web-{890E80ED-AB28-389C-60A6-5E56FA4E1D25}" dt="2025-11-20T13:44:30.623" v="124" actId="1076"/>
          <ac:graphicFrameMkLst>
            <pc:docMk/>
            <pc:sldMk cId="3121130863" sldId="361"/>
            <ac:graphicFrameMk id="18" creationId="{C2B90A4D-A77B-B100-2681-ABF65B9DA5CC}"/>
          </ac:graphicFrameMkLst>
        </pc:graphicFrameChg>
        <pc:picChg chg="del">
          <ac:chgData name="Bastien Gallay" userId="S::gallay@teragone-factory.com::a1eb176e-0b74-4018-96ec-9809138c83c4" providerId="AD" clId="Web-{890E80ED-AB28-389C-60A6-5E56FA4E1D25}" dt="2025-11-20T13:42:38.997" v="92"/>
          <ac:picMkLst>
            <pc:docMk/>
            <pc:sldMk cId="3121130863" sldId="361"/>
            <ac:picMk id="3" creationId="{9FD75B10-FBD3-52F3-4BB0-6C6AE99E3FA0}"/>
          </ac:picMkLst>
        </pc:picChg>
        <pc:picChg chg="del">
          <ac:chgData name="Bastien Gallay" userId="S::gallay@teragone-factory.com::a1eb176e-0b74-4018-96ec-9809138c83c4" providerId="AD" clId="Web-{890E80ED-AB28-389C-60A6-5E56FA4E1D25}" dt="2025-11-20T13:42:38.997" v="91"/>
          <ac:picMkLst>
            <pc:docMk/>
            <pc:sldMk cId="3121130863" sldId="361"/>
            <ac:picMk id="7" creationId="{DDCAA84C-95E4-0A5C-1D5E-B819545C7D71}"/>
          </ac:picMkLst>
        </pc:picChg>
      </pc:sldChg>
      <pc:sldChg chg="addSp modSp add replId">
        <pc:chgData name="Bastien Gallay" userId="S::gallay@teragone-factory.com::a1eb176e-0b74-4018-96ec-9809138c83c4" providerId="AD" clId="Web-{890E80ED-AB28-389C-60A6-5E56FA4E1D25}" dt="2025-11-20T13:46:55.015" v="187" actId="1076"/>
        <pc:sldMkLst>
          <pc:docMk/>
          <pc:sldMk cId="1594284667" sldId="362"/>
        </pc:sldMkLst>
        <pc:spChg chg="add mod">
          <ac:chgData name="Bastien Gallay" userId="S::gallay@teragone-factory.com::a1eb176e-0b74-4018-96ec-9809138c83c4" providerId="AD" clId="Web-{890E80ED-AB28-389C-60A6-5E56FA4E1D25}" dt="2025-11-20T13:46:41.843" v="184" actId="1076"/>
          <ac:spMkLst>
            <pc:docMk/>
            <pc:sldMk cId="1594284667" sldId="362"/>
            <ac:spMk id="3" creationId="{55A211A5-795F-2F4A-3BDE-B2E310A0E746}"/>
          </ac:spMkLst>
        </pc:spChg>
        <pc:spChg chg="mod">
          <ac:chgData name="Bastien Gallay" userId="S::gallay@teragone-factory.com::a1eb176e-0b74-4018-96ec-9809138c83c4" providerId="AD" clId="Web-{890E80ED-AB28-389C-60A6-5E56FA4E1D25}" dt="2025-11-20T13:46:22.187" v="177" actId="20577"/>
          <ac:spMkLst>
            <pc:docMk/>
            <pc:sldMk cId="1594284667" sldId="362"/>
            <ac:spMk id="5" creationId="{0A87A31E-50D4-E023-F92C-B69CA82795F1}"/>
          </ac:spMkLst>
        </pc:spChg>
        <pc:spChg chg="add mod">
          <ac:chgData name="Bastien Gallay" userId="S::gallay@teragone-factory.com::a1eb176e-0b74-4018-96ec-9809138c83c4" providerId="AD" clId="Web-{890E80ED-AB28-389C-60A6-5E56FA4E1D25}" dt="2025-11-20T13:46:46.218" v="185" actId="1076"/>
          <ac:spMkLst>
            <pc:docMk/>
            <pc:sldMk cId="1594284667" sldId="362"/>
            <ac:spMk id="7" creationId="{DC945134-5410-48FD-C131-AAB10AE4E29C}"/>
          </ac:spMkLst>
        </pc:spChg>
        <pc:spChg chg="add mod">
          <ac:chgData name="Bastien Gallay" userId="S::gallay@teragone-factory.com::a1eb176e-0b74-4018-96ec-9809138c83c4" providerId="AD" clId="Web-{890E80ED-AB28-389C-60A6-5E56FA4E1D25}" dt="2025-11-20T13:46:55.015" v="187" actId="1076"/>
          <ac:spMkLst>
            <pc:docMk/>
            <pc:sldMk cId="1594284667" sldId="362"/>
            <ac:spMk id="12" creationId="{0A191736-600C-0F69-BF75-A9879FB35D20}"/>
          </ac:spMkLst>
        </pc:spChg>
      </pc:sldChg>
      <pc:sldChg chg="addSp modSp add replId">
        <pc:chgData name="Bastien Gallay" userId="S::gallay@teragone-factory.com::a1eb176e-0b74-4018-96ec-9809138c83c4" providerId="AD" clId="Web-{890E80ED-AB28-389C-60A6-5E56FA4E1D25}" dt="2025-11-20T13:49:15.487" v="229" actId="1076"/>
        <pc:sldMkLst>
          <pc:docMk/>
          <pc:sldMk cId="1541132457" sldId="363"/>
        </pc:sldMkLst>
        <pc:spChg chg="add mod">
          <ac:chgData name="Bastien Gallay" userId="S::gallay@teragone-factory.com::a1eb176e-0b74-4018-96ec-9809138c83c4" providerId="AD" clId="Web-{890E80ED-AB28-389C-60A6-5E56FA4E1D25}" dt="2025-11-20T13:49:15.487" v="229" actId="1076"/>
          <ac:spMkLst>
            <pc:docMk/>
            <pc:sldMk cId="1541132457" sldId="363"/>
            <ac:spMk id="3" creationId="{9777B448-0F13-C331-5DE4-DF041A6AEB44}"/>
          </ac:spMkLst>
        </pc:spChg>
        <pc:spChg chg="mod">
          <ac:chgData name="Bastien Gallay" userId="S::gallay@teragone-factory.com::a1eb176e-0b74-4018-96ec-9809138c83c4" providerId="AD" clId="Web-{890E80ED-AB28-389C-60A6-5E56FA4E1D25}" dt="2025-11-20T13:47:27.235" v="204" actId="20577"/>
          <ac:spMkLst>
            <pc:docMk/>
            <pc:sldMk cId="1541132457" sldId="363"/>
            <ac:spMk id="5" creationId="{8817D982-291B-9CE2-022C-64809D22EC50}"/>
          </ac:spMkLst>
        </pc:spChg>
        <pc:spChg chg="add mod">
          <ac:chgData name="Bastien Gallay" userId="S::gallay@teragone-factory.com::a1eb176e-0b74-4018-96ec-9809138c83c4" providerId="AD" clId="Web-{890E80ED-AB28-389C-60A6-5E56FA4E1D25}" dt="2025-11-20T13:49:12.018" v="228" actId="1076"/>
          <ac:spMkLst>
            <pc:docMk/>
            <pc:sldMk cId="1541132457" sldId="363"/>
            <ac:spMk id="7" creationId="{E2B4FA32-904D-8E87-6DCD-9B0313235DE8}"/>
          </ac:spMkLst>
        </pc:spChg>
      </pc:sldChg>
      <pc:sldChg chg="addSp modSp add del ord replId">
        <pc:chgData name="Bastien Gallay" userId="S::gallay@teragone-factory.com::a1eb176e-0b74-4018-96ec-9809138c83c4" providerId="AD" clId="Web-{890E80ED-AB28-389C-60A6-5E56FA4E1D25}" dt="2025-11-20T14:35:15.083" v="464"/>
        <pc:sldMkLst>
          <pc:docMk/>
          <pc:sldMk cId="2334553493" sldId="364"/>
        </pc:sldMkLst>
        <pc:spChg chg="add mod">
          <ac:chgData name="Bastien Gallay" userId="S::gallay@teragone-factory.com::a1eb176e-0b74-4018-96ec-9809138c83c4" providerId="AD" clId="Web-{890E80ED-AB28-389C-60A6-5E56FA4E1D25}" dt="2025-11-20T13:51:00.324" v="257" actId="1076"/>
          <ac:spMkLst>
            <pc:docMk/>
            <pc:sldMk cId="2334553493" sldId="364"/>
            <ac:spMk id="3" creationId="{54911D26-AF18-DA39-EA70-73FBE96904E2}"/>
          </ac:spMkLst>
        </pc:spChg>
        <pc:spChg chg="mod">
          <ac:chgData name="Bastien Gallay" userId="S::gallay@teragone-factory.com::a1eb176e-0b74-4018-96ec-9809138c83c4" providerId="AD" clId="Web-{890E80ED-AB28-389C-60A6-5E56FA4E1D25}" dt="2025-11-20T13:49:42.396" v="238" actId="20577"/>
          <ac:spMkLst>
            <pc:docMk/>
            <pc:sldMk cId="2334553493" sldId="364"/>
            <ac:spMk id="4" creationId="{6C935C3E-B5D2-9819-60F9-38CF69C8D045}"/>
          </ac:spMkLst>
        </pc:spChg>
        <pc:spChg chg="mod">
          <ac:chgData name="Bastien Gallay" userId="S::gallay@teragone-factory.com::a1eb176e-0b74-4018-96ec-9809138c83c4" providerId="AD" clId="Web-{890E80ED-AB28-389C-60A6-5E56FA4E1D25}" dt="2025-11-20T13:50:32.713" v="253" actId="14100"/>
          <ac:spMkLst>
            <pc:docMk/>
            <pc:sldMk cId="2334553493" sldId="364"/>
            <ac:spMk id="5" creationId="{6C43BD9D-D4AD-AFD2-3A08-48457C82A977}"/>
          </ac:spMkLst>
        </pc:spChg>
        <pc:spChg chg="add mod">
          <ac:chgData name="Bastien Gallay" userId="S::gallay@teragone-factory.com::a1eb176e-0b74-4018-96ec-9809138c83c4" providerId="AD" clId="Web-{890E80ED-AB28-389C-60A6-5E56FA4E1D25}" dt="2025-11-20T13:51:00.387" v="258" actId="1076"/>
          <ac:spMkLst>
            <pc:docMk/>
            <pc:sldMk cId="2334553493" sldId="364"/>
            <ac:spMk id="7" creationId="{4C5DA98F-06DE-0B25-40A4-37FCB83C8AB7}"/>
          </ac:spMkLst>
        </pc:spChg>
      </pc:sldChg>
      <pc:sldChg chg="addSp modSp add replId">
        <pc:chgData name="Bastien Gallay" userId="S::gallay@teragone-factory.com::a1eb176e-0b74-4018-96ec-9809138c83c4" providerId="AD" clId="Web-{890E80ED-AB28-389C-60A6-5E56FA4E1D25}" dt="2025-11-20T13:53:15.645" v="288" actId="20577"/>
        <pc:sldMkLst>
          <pc:docMk/>
          <pc:sldMk cId="3499325285" sldId="365"/>
        </pc:sldMkLst>
        <pc:spChg chg="add mod">
          <ac:chgData name="Bastien Gallay" userId="S::gallay@teragone-factory.com::a1eb176e-0b74-4018-96ec-9809138c83c4" providerId="AD" clId="Web-{890E80ED-AB28-389C-60A6-5E56FA4E1D25}" dt="2025-11-20T13:52:51.675" v="275" actId="1076"/>
          <ac:spMkLst>
            <pc:docMk/>
            <pc:sldMk cId="3499325285" sldId="365"/>
            <ac:spMk id="3" creationId="{91138D0E-72C8-3D2B-BF0B-25D063F83390}"/>
          </ac:spMkLst>
        </pc:spChg>
        <pc:spChg chg="mod">
          <ac:chgData name="Bastien Gallay" userId="S::gallay@teragone-factory.com::a1eb176e-0b74-4018-96ec-9809138c83c4" providerId="AD" clId="Web-{890E80ED-AB28-389C-60A6-5E56FA4E1D25}" dt="2025-11-20T13:53:15.645" v="288" actId="20577"/>
          <ac:spMkLst>
            <pc:docMk/>
            <pc:sldMk cId="3499325285" sldId="365"/>
            <ac:spMk id="5" creationId="{317DEAB0-365F-E0CC-6245-1E17136E8D6B}"/>
          </ac:spMkLst>
        </pc:spChg>
        <pc:picChg chg="add mod">
          <ac:chgData name="Bastien Gallay" userId="S::gallay@teragone-factory.com::a1eb176e-0b74-4018-96ec-9809138c83c4" providerId="AD" clId="Web-{890E80ED-AB28-389C-60A6-5E56FA4E1D25}" dt="2025-11-20T13:52:41.909" v="270" actId="1076"/>
          <ac:picMkLst>
            <pc:docMk/>
            <pc:sldMk cId="3499325285" sldId="365"/>
            <ac:picMk id="7" creationId="{11E0390F-7B63-F62D-6D3C-7B8AF1ACC233}"/>
          </ac:picMkLst>
        </pc:picChg>
      </pc:sldChg>
      <pc:sldChg chg="addSp modSp add ord replId">
        <pc:chgData name="Bastien Gallay" userId="S::gallay@teragone-factory.com::a1eb176e-0b74-4018-96ec-9809138c83c4" providerId="AD" clId="Web-{890E80ED-AB28-389C-60A6-5E56FA4E1D25}" dt="2025-11-20T13:54:00.756" v="314" actId="1076"/>
        <pc:sldMkLst>
          <pc:docMk/>
          <pc:sldMk cId="782776623" sldId="366"/>
        </pc:sldMkLst>
        <pc:spChg chg="add mod">
          <ac:chgData name="Bastien Gallay" userId="S::gallay@teragone-factory.com::a1eb176e-0b74-4018-96ec-9809138c83c4" providerId="AD" clId="Web-{890E80ED-AB28-389C-60A6-5E56FA4E1D25}" dt="2025-11-20T13:54:00.631" v="310" actId="1076"/>
          <ac:spMkLst>
            <pc:docMk/>
            <pc:sldMk cId="782776623" sldId="366"/>
            <ac:spMk id="3" creationId="{33C76965-1BBC-1822-4BB4-918CC6448348}"/>
          </ac:spMkLst>
        </pc:spChg>
        <pc:spChg chg="mod">
          <ac:chgData name="Bastien Gallay" userId="S::gallay@teragone-factory.com::a1eb176e-0b74-4018-96ec-9809138c83c4" providerId="AD" clId="Web-{890E80ED-AB28-389C-60A6-5E56FA4E1D25}" dt="2025-11-20T13:53:45.162" v="304" actId="20577"/>
          <ac:spMkLst>
            <pc:docMk/>
            <pc:sldMk cId="782776623" sldId="366"/>
            <ac:spMk id="5" creationId="{6C669ACB-BB26-8607-9A82-43CFAE556544}"/>
          </ac:spMkLst>
        </pc:spChg>
        <pc:spChg chg="add mod">
          <ac:chgData name="Bastien Gallay" userId="S::gallay@teragone-factory.com::a1eb176e-0b74-4018-96ec-9809138c83c4" providerId="AD" clId="Web-{890E80ED-AB28-389C-60A6-5E56FA4E1D25}" dt="2025-11-20T13:54:00.662" v="311" actId="1076"/>
          <ac:spMkLst>
            <pc:docMk/>
            <pc:sldMk cId="782776623" sldId="366"/>
            <ac:spMk id="7" creationId="{46B8F6A7-AABC-268C-08A0-B815828A30EB}"/>
          </ac:spMkLst>
        </pc:spChg>
        <pc:spChg chg="add mod">
          <ac:chgData name="Bastien Gallay" userId="S::gallay@teragone-factory.com::a1eb176e-0b74-4018-96ec-9809138c83c4" providerId="AD" clId="Web-{890E80ED-AB28-389C-60A6-5E56FA4E1D25}" dt="2025-11-20T13:54:00.694" v="312" actId="1076"/>
          <ac:spMkLst>
            <pc:docMk/>
            <pc:sldMk cId="782776623" sldId="366"/>
            <ac:spMk id="12" creationId="{94A6BBC3-F0CD-F136-6110-A007747F34A1}"/>
          </ac:spMkLst>
        </pc:spChg>
        <pc:spChg chg="add mod">
          <ac:chgData name="Bastien Gallay" userId="S::gallay@teragone-factory.com::a1eb176e-0b74-4018-96ec-9809138c83c4" providerId="AD" clId="Web-{890E80ED-AB28-389C-60A6-5E56FA4E1D25}" dt="2025-11-20T13:54:00.740" v="313" actId="1076"/>
          <ac:spMkLst>
            <pc:docMk/>
            <pc:sldMk cId="782776623" sldId="366"/>
            <ac:spMk id="14" creationId="{9FDCE5DB-304C-09FD-9589-E55CBE69ECEB}"/>
          </ac:spMkLst>
        </pc:spChg>
        <pc:spChg chg="add mod">
          <ac:chgData name="Bastien Gallay" userId="S::gallay@teragone-factory.com::a1eb176e-0b74-4018-96ec-9809138c83c4" providerId="AD" clId="Web-{890E80ED-AB28-389C-60A6-5E56FA4E1D25}" dt="2025-11-20T13:54:00.756" v="314" actId="1076"/>
          <ac:spMkLst>
            <pc:docMk/>
            <pc:sldMk cId="782776623" sldId="366"/>
            <ac:spMk id="16" creationId="{DE881472-938E-18DD-9F96-81EF12E5BCB3}"/>
          </ac:spMkLst>
        </pc:spChg>
      </pc:sldChg>
      <pc:sldChg chg="addSp modSp add del ord replId">
        <pc:chgData name="Bastien Gallay" userId="S::gallay@teragone-factory.com::a1eb176e-0b74-4018-96ec-9809138c83c4" providerId="AD" clId="Web-{890E80ED-AB28-389C-60A6-5E56FA4E1D25}" dt="2025-11-20T14:33:41.691" v="432"/>
        <pc:sldMkLst>
          <pc:docMk/>
          <pc:sldMk cId="3559074042" sldId="367"/>
        </pc:sldMkLst>
        <pc:spChg chg="add mod">
          <ac:chgData name="Bastien Gallay" userId="S::gallay@teragone-factory.com::a1eb176e-0b74-4018-96ec-9809138c83c4" providerId="AD" clId="Web-{890E80ED-AB28-389C-60A6-5E56FA4E1D25}" dt="2025-11-20T13:55:17.821" v="339" actId="1076"/>
          <ac:spMkLst>
            <pc:docMk/>
            <pc:sldMk cId="3559074042" sldId="367"/>
            <ac:spMk id="3" creationId="{85DF8D8E-09D0-304A-F78B-79FCAF3472C9}"/>
          </ac:spMkLst>
        </pc:spChg>
        <pc:spChg chg="mod">
          <ac:chgData name="Bastien Gallay" userId="S::gallay@teragone-factory.com::a1eb176e-0b74-4018-96ec-9809138c83c4" providerId="AD" clId="Web-{890E80ED-AB28-389C-60A6-5E56FA4E1D25}" dt="2025-11-20T13:54:46.258" v="325" actId="20577"/>
          <ac:spMkLst>
            <pc:docMk/>
            <pc:sldMk cId="3559074042" sldId="367"/>
            <ac:spMk id="5" creationId="{D5C98F09-8830-5062-0D0E-0CE57A8EEB20}"/>
          </ac:spMkLst>
        </pc:spChg>
        <pc:spChg chg="add mod">
          <ac:chgData name="Bastien Gallay" userId="S::gallay@teragone-factory.com::a1eb176e-0b74-4018-96ec-9809138c83c4" providerId="AD" clId="Web-{890E80ED-AB28-389C-60A6-5E56FA4E1D25}" dt="2025-11-20T13:55:08.087" v="336" actId="1076"/>
          <ac:spMkLst>
            <pc:docMk/>
            <pc:sldMk cId="3559074042" sldId="367"/>
            <ac:spMk id="7" creationId="{C8AB754F-E2FB-0C44-4788-4FAB9F6D6A14}"/>
          </ac:spMkLst>
        </pc:spChg>
        <pc:spChg chg="add mod">
          <ac:chgData name="Bastien Gallay" userId="S::gallay@teragone-factory.com::a1eb176e-0b74-4018-96ec-9809138c83c4" providerId="AD" clId="Web-{890E80ED-AB28-389C-60A6-5E56FA4E1D25}" dt="2025-11-20T13:55:08.102" v="337" actId="1076"/>
          <ac:spMkLst>
            <pc:docMk/>
            <pc:sldMk cId="3559074042" sldId="367"/>
            <ac:spMk id="12" creationId="{36000AB6-93B6-513D-DB8A-C9B7E4860050}"/>
          </ac:spMkLst>
        </pc:spChg>
        <pc:spChg chg="add mod">
          <ac:chgData name="Bastien Gallay" userId="S::gallay@teragone-factory.com::a1eb176e-0b74-4018-96ec-9809138c83c4" providerId="AD" clId="Web-{890E80ED-AB28-389C-60A6-5E56FA4E1D25}" dt="2025-11-20T13:55:02.477" v="334" actId="1076"/>
          <ac:spMkLst>
            <pc:docMk/>
            <pc:sldMk cId="3559074042" sldId="367"/>
            <ac:spMk id="14" creationId="{3FD181EE-CC05-DE53-B0CC-CD94E2F6D5CD}"/>
          </ac:spMkLst>
        </pc:spChg>
        <pc:spChg chg="add mod">
          <ac:chgData name="Bastien Gallay" userId="S::gallay@teragone-factory.com::a1eb176e-0b74-4018-96ec-9809138c83c4" providerId="AD" clId="Web-{890E80ED-AB28-389C-60A6-5E56FA4E1D25}" dt="2025-11-20T13:55:02.493" v="335" actId="1076"/>
          <ac:spMkLst>
            <pc:docMk/>
            <pc:sldMk cId="3559074042" sldId="367"/>
            <ac:spMk id="16" creationId="{F57669DE-8F91-5A7B-9664-F0C47FBBE996}"/>
          </ac:spMkLst>
        </pc:spChg>
      </pc:sldChg>
      <pc:sldChg chg="addSp delSp modSp add ord replId">
        <pc:chgData name="Bastien Gallay" userId="S::gallay@teragone-factory.com::a1eb176e-0b74-4018-96ec-9809138c83c4" providerId="AD" clId="Web-{890E80ED-AB28-389C-60A6-5E56FA4E1D25}" dt="2025-11-20T15:36:32.590" v="487" actId="20577"/>
        <pc:sldMkLst>
          <pc:docMk/>
          <pc:sldMk cId="1445075284" sldId="368"/>
        </pc:sldMkLst>
        <pc:spChg chg="mod">
          <ac:chgData name="Bastien Gallay" userId="S::gallay@teragone-factory.com::a1eb176e-0b74-4018-96ec-9809138c83c4" providerId="AD" clId="Web-{890E80ED-AB28-389C-60A6-5E56FA4E1D25}" dt="2025-11-20T15:36:32.590" v="487" actId="20577"/>
          <ac:spMkLst>
            <pc:docMk/>
            <pc:sldMk cId="1445075284" sldId="368"/>
            <ac:spMk id="2" creationId="{5488C397-1E21-EACB-A228-C49C6D014752}"/>
          </ac:spMkLst>
        </pc:spChg>
        <pc:spChg chg="del">
          <ac:chgData name="Bastien Gallay" userId="S::gallay@teragone-factory.com::a1eb176e-0b74-4018-96ec-9809138c83c4" providerId="AD" clId="Web-{890E80ED-AB28-389C-60A6-5E56FA4E1D25}" dt="2025-11-20T14:17:36.221" v="400"/>
          <ac:spMkLst>
            <pc:docMk/>
            <pc:sldMk cId="1445075284" sldId="368"/>
            <ac:spMk id="3" creationId="{C8DE31BC-FCC4-DF65-3F86-D6289E9CB151}"/>
          </ac:spMkLst>
        </pc:spChg>
        <pc:spChg chg="add del mod">
          <ac:chgData name="Bastien Gallay" userId="S::gallay@teragone-factory.com::a1eb176e-0b74-4018-96ec-9809138c83c4" providerId="AD" clId="Web-{890E80ED-AB28-389C-60A6-5E56FA4E1D25}" dt="2025-11-20T14:33:47.926" v="449"/>
          <ac:spMkLst>
            <pc:docMk/>
            <pc:sldMk cId="1445075284" sldId="368"/>
            <ac:spMk id="6" creationId="{29F7A504-4B78-FE02-1A28-6295E10A4385}"/>
          </ac:spMkLst>
        </pc:spChg>
        <pc:spChg chg="add del mod">
          <ac:chgData name="Bastien Gallay" userId="S::gallay@teragone-factory.com::a1eb176e-0b74-4018-96ec-9809138c83c4" providerId="AD" clId="Web-{890E80ED-AB28-389C-60A6-5E56FA4E1D25}" dt="2025-11-20T14:33:47.926" v="448"/>
          <ac:spMkLst>
            <pc:docMk/>
            <pc:sldMk cId="1445075284" sldId="368"/>
            <ac:spMk id="10" creationId="{4872869E-CA5D-4313-A03A-2029AD915B65}"/>
          </ac:spMkLst>
        </pc:spChg>
        <pc:spChg chg="add del mod">
          <ac:chgData name="Bastien Gallay" userId="S::gallay@teragone-factory.com::a1eb176e-0b74-4018-96ec-9809138c83c4" providerId="AD" clId="Web-{890E80ED-AB28-389C-60A6-5E56FA4E1D25}" dt="2025-11-20T14:33:47.926" v="447"/>
          <ac:spMkLst>
            <pc:docMk/>
            <pc:sldMk cId="1445075284" sldId="368"/>
            <ac:spMk id="13" creationId="{A60A86E9-ED9A-8681-8C65-EE0A00CB0FCA}"/>
          </ac:spMkLst>
        </pc:spChg>
        <pc:spChg chg="mod">
          <ac:chgData name="Bastien Gallay" userId="S::gallay@teragone-factory.com::a1eb176e-0b74-4018-96ec-9809138c83c4" providerId="AD" clId="Web-{890E80ED-AB28-389C-60A6-5E56FA4E1D25}" dt="2025-11-20T14:34:28.192" v="459"/>
          <ac:spMkLst>
            <pc:docMk/>
            <pc:sldMk cId="1445075284" sldId="368"/>
            <ac:spMk id="15" creationId="{58A1307C-C545-E41C-121A-1AD861469299}"/>
          </ac:spMkLst>
        </pc:spChg>
        <pc:spChg chg="add del mod">
          <ac:chgData name="Bastien Gallay" userId="S::gallay@teragone-factory.com::a1eb176e-0b74-4018-96ec-9809138c83c4" providerId="AD" clId="Web-{890E80ED-AB28-389C-60A6-5E56FA4E1D25}" dt="2025-11-20T14:33:47.926" v="446"/>
          <ac:spMkLst>
            <pc:docMk/>
            <pc:sldMk cId="1445075284" sldId="368"/>
            <ac:spMk id="17" creationId="{B19E224E-4A27-23C3-FA5E-BFE950727FA6}"/>
          </ac:spMkLst>
        </pc:spChg>
        <pc:spChg chg="add del mod">
          <ac:chgData name="Bastien Gallay" userId="S::gallay@teragone-factory.com::a1eb176e-0b74-4018-96ec-9809138c83c4" providerId="AD" clId="Web-{890E80ED-AB28-389C-60A6-5E56FA4E1D25}" dt="2025-11-20T14:33:47.926" v="445"/>
          <ac:spMkLst>
            <pc:docMk/>
            <pc:sldMk cId="1445075284" sldId="368"/>
            <ac:spMk id="19" creationId="{4F74F8D4-53D9-83F8-EEC1-D96FFF94D5A7}"/>
          </ac:spMkLst>
        </pc:spChg>
        <pc:spChg chg="add mod">
          <ac:chgData name="Bastien Gallay" userId="S::gallay@teragone-factory.com::a1eb176e-0b74-4018-96ec-9809138c83c4" providerId="AD" clId="Web-{890E80ED-AB28-389C-60A6-5E56FA4E1D25}" dt="2025-11-20T14:34:07.754" v="453" actId="1076"/>
          <ac:spMkLst>
            <pc:docMk/>
            <pc:sldMk cId="1445075284" sldId="368"/>
            <ac:spMk id="21" creationId="{DEA9633A-2DD8-9F16-E08D-E54D020FC4C1}"/>
          </ac:spMkLst>
        </pc:spChg>
        <pc:spChg chg="add mod">
          <ac:chgData name="Bastien Gallay" userId="S::gallay@teragone-factory.com::a1eb176e-0b74-4018-96ec-9809138c83c4" providerId="AD" clId="Web-{890E80ED-AB28-389C-60A6-5E56FA4E1D25}" dt="2025-11-20T14:34:07.817" v="454" actId="1076"/>
          <ac:spMkLst>
            <pc:docMk/>
            <pc:sldMk cId="1445075284" sldId="368"/>
            <ac:spMk id="23" creationId="{29AEA02B-597F-E596-DE3A-CD25E0B3E099}"/>
          </ac:spMkLst>
        </pc:spChg>
      </pc:sldChg>
      <pc:sldChg chg="add del ord replId">
        <pc:chgData name="Bastien Gallay" userId="S::gallay@teragone-factory.com::a1eb176e-0b74-4018-96ec-9809138c83c4" providerId="AD" clId="Web-{890E80ED-AB28-389C-60A6-5E56FA4E1D25}" dt="2025-11-20T13:57:57.623" v="343"/>
        <pc:sldMkLst>
          <pc:docMk/>
          <pc:sldMk cId="1705846035" sldId="368"/>
        </pc:sldMkLst>
      </pc:sldChg>
      <pc:sldChg chg="addSp delSp modSp add replId">
        <pc:chgData name="Bastien Gallay" userId="S::gallay@teragone-factory.com::a1eb176e-0b74-4018-96ec-9809138c83c4" providerId="AD" clId="Web-{890E80ED-AB28-389C-60A6-5E56FA4E1D25}" dt="2025-11-20T15:46:49.888" v="535" actId="1076"/>
        <pc:sldMkLst>
          <pc:docMk/>
          <pc:sldMk cId="2845249996" sldId="369"/>
        </pc:sldMkLst>
        <pc:spChg chg="mod">
          <ac:chgData name="Bastien Gallay" userId="S::gallay@teragone-factory.com::a1eb176e-0b74-4018-96ec-9809138c83c4" providerId="AD" clId="Web-{890E80ED-AB28-389C-60A6-5E56FA4E1D25}" dt="2025-11-20T15:44:23.916" v="521"/>
          <ac:spMkLst>
            <pc:docMk/>
            <pc:sldMk cId="2845249996" sldId="369"/>
            <ac:spMk id="2" creationId="{D9DB606E-995A-38EB-9915-3217CE5DD9B6}"/>
          </ac:spMkLst>
        </pc:spChg>
        <pc:spChg chg="del">
          <ac:chgData name="Bastien Gallay" userId="S::gallay@teragone-factory.com::a1eb176e-0b74-4018-96ec-9809138c83c4" providerId="AD" clId="Web-{890E80ED-AB28-389C-60A6-5E56FA4E1D25}" dt="2025-11-20T15:39:28.293" v="499"/>
          <ac:spMkLst>
            <pc:docMk/>
            <pc:sldMk cId="2845249996" sldId="369"/>
            <ac:spMk id="3" creationId="{AD0B9688-B297-C24E-0F8D-530A8ABBF48F}"/>
          </ac:spMkLst>
        </pc:spChg>
        <pc:spChg chg="add">
          <ac:chgData name="Bastien Gallay" userId="S::gallay@teragone-factory.com::a1eb176e-0b74-4018-96ec-9809138c83c4" providerId="AD" clId="Web-{890E80ED-AB28-389C-60A6-5E56FA4E1D25}" dt="2025-11-20T15:39:49.326" v="502"/>
          <ac:spMkLst>
            <pc:docMk/>
            <pc:sldMk cId="2845249996" sldId="369"/>
            <ac:spMk id="6" creationId="{B516B353-3116-87D6-CFD1-CACD857C9DE3}"/>
          </ac:spMkLst>
        </pc:spChg>
        <pc:spChg chg="del">
          <ac:chgData name="Bastien Gallay" userId="S::gallay@teragone-factory.com::a1eb176e-0b74-4018-96ec-9809138c83c4" providerId="AD" clId="Web-{890E80ED-AB28-389C-60A6-5E56FA4E1D25}" dt="2025-11-20T15:39:48.185" v="501"/>
          <ac:spMkLst>
            <pc:docMk/>
            <pc:sldMk cId="2845249996" sldId="369"/>
            <ac:spMk id="9" creationId="{DFA6744F-FEBC-7C9A-BA48-4210FF42AC4B}"/>
          </ac:spMkLst>
        </pc:spChg>
        <pc:spChg chg="add mod">
          <ac:chgData name="Bastien Gallay" userId="S::gallay@teragone-factory.com::a1eb176e-0b74-4018-96ec-9809138c83c4" providerId="AD" clId="Web-{890E80ED-AB28-389C-60A6-5E56FA4E1D25}" dt="2025-11-20T15:46:49.888" v="535" actId="1076"/>
          <ac:spMkLst>
            <pc:docMk/>
            <pc:sldMk cId="2845249996" sldId="369"/>
            <ac:spMk id="12" creationId="{E324B129-2837-DEEB-6BFF-95718E767954}"/>
          </ac:spMkLst>
        </pc:spChg>
        <pc:cxnChg chg="add">
          <ac:chgData name="Bastien Gallay" userId="S::gallay@teragone-factory.com::a1eb176e-0b74-4018-96ec-9809138c83c4" providerId="AD" clId="Web-{890E80ED-AB28-389C-60A6-5E56FA4E1D25}" dt="2025-11-20T15:39:49.341" v="503"/>
          <ac:cxnSpMkLst>
            <pc:docMk/>
            <pc:sldMk cId="2845249996" sldId="369"/>
            <ac:cxnSpMk id="10" creationId="{9CBEF480-AC3B-A5A7-C3EF-66C7834ED5AD}"/>
          </ac:cxnSpMkLst>
        </pc:cxnChg>
        <pc:cxnChg chg="del">
          <ac:chgData name="Bastien Gallay" userId="S::gallay@teragone-factory.com::a1eb176e-0b74-4018-96ec-9809138c83c4" providerId="AD" clId="Web-{890E80ED-AB28-389C-60A6-5E56FA4E1D25}" dt="2025-11-20T15:39:48.185" v="500"/>
          <ac:cxnSpMkLst>
            <pc:docMk/>
            <pc:sldMk cId="2845249996" sldId="369"/>
            <ac:cxnSpMk id="11" creationId="{FCC8D5E8-72DB-24FE-85B0-05C18672D38B}"/>
          </ac:cxnSpMkLst>
        </pc:cxnChg>
      </pc:sldChg>
      <pc:sldChg chg="add del replId">
        <pc:chgData name="Bastien Gallay" userId="S::gallay@teragone-factory.com::a1eb176e-0b74-4018-96ec-9809138c83c4" providerId="AD" clId="Web-{890E80ED-AB28-389C-60A6-5E56FA4E1D25}" dt="2025-11-20T14:33:36.441" v="431"/>
        <pc:sldMkLst>
          <pc:docMk/>
          <pc:sldMk cId="3821684854" sldId="369"/>
        </pc:sldMkLst>
      </pc:sldChg>
      <pc:sldChg chg="delSp modSp add replId">
        <pc:chgData name="Bastien Gallay" userId="S::gallay@teragone-factory.com::a1eb176e-0b74-4018-96ec-9809138c83c4" providerId="AD" clId="Web-{890E80ED-AB28-389C-60A6-5E56FA4E1D25}" dt="2025-11-20T15:51:52.721" v="580" actId="1076"/>
        <pc:sldMkLst>
          <pc:docMk/>
          <pc:sldMk cId="1467158838" sldId="370"/>
        </pc:sldMkLst>
        <pc:graphicFrameChg chg="del">
          <ac:chgData name="Bastien Gallay" userId="S::gallay@teragone-factory.com::a1eb176e-0b74-4018-96ec-9809138c83c4" providerId="AD" clId="Web-{890E80ED-AB28-389C-60A6-5E56FA4E1D25}" dt="2025-11-20T15:51:44.439" v="578"/>
          <ac:graphicFrameMkLst>
            <pc:docMk/>
            <pc:sldMk cId="1467158838" sldId="370"/>
            <ac:graphicFrameMk id="4" creationId="{798A08FB-6536-AABF-A84B-44F05FC914C4}"/>
          </ac:graphicFrameMkLst>
        </pc:graphicFrameChg>
        <pc:picChg chg="mod">
          <ac:chgData name="Bastien Gallay" userId="S::gallay@teragone-factory.com::a1eb176e-0b74-4018-96ec-9809138c83c4" providerId="AD" clId="Web-{890E80ED-AB28-389C-60A6-5E56FA4E1D25}" dt="2025-11-20T15:51:52.721" v="580" actId="1076"/>
          <ac:picMkLst>
            <pc:docMk/>
            <pc:sldMk cId="1467158838" sldId="370"/>
            <ac:picMk id="6" creationId="{9D08BB6C-AF20-7F65-8DFB-5F38B927D856}"/>
          </ac:picMkLst>
        </pc:picChg>
      </pc:sldChg>
      <pc:sldChg chg="addSp delSp modSp add replId">
        <pc:chgData name="Bastien Gallay" userId="S::gallay@teragone-factory.com::a1eb176e-0b74-4018-96ec-9809138c83c4" providerId="AD" clId="Web-{890E80ED-AB28-389C-60A6-5E56FA4E1D25}" dt="2025-11-20T17:04:56.078" v="711" actId="1076"/>
        <pc:sldMkLst>
          <pc:docMk/>
          <pc:sldMk cId="1126331551" sldId="371"/>
        </pc:sldMkLst>
        <pc:spChg chg="del">
          <ac:chgData name="Bastien Gallay" userId="S::gallay@teragone-factory.com::a1eb176e-0b74-4018-96ec-9809138c83c4" providerId="AD" clId="Web-{890E80ED-AB28-389C-60A6-5E56FA4E1D25}" dt="2025-11-20T16:58:40.642" v="593"/>
          <ac:spMkLst>
            <pc:docMk/>
            <pc:sldMk cId="1126331551" sldId="371"/>
            <ac:spMk id="3" creationId="{BE197E0E-3255-4C7C-3B0A-937B735D8FCE}"/>
          </ac:spMkLst>
        </pc:spChg>
        <pc:spChg chg="mod">
          <ac:chgData name="Bastien Gallay" userId="S::gallay@teragone-factory.com::a1eb176e-0b74-4018-96ec-9809138c83c4" providerId="AD" clId="Web-{890E80ED-AB28-389C-60A6-5E56FA4E1D25}" dt="2025-11-20T17:03:07.638" v="674" actId="20577"/>
          <ac:spMkLst>
            <pc:docMk/>
            <pc:sldMk cId="1126331551" sldId="371"/>
            <ac:spMk id="4" creationId="{B4CC2C5E-75D6-7397-A5C3-171E54F2D84E}"/>
          </ac:spMkLst>
        </pc:spChg>
        <pc:spChg chg="mod">
          <ac:chgData name="Bastien Gallay" userId="S::gallay@teragone-factory.com::a1eb176e-0b74-4018-96ec-9809138c83c4" providerId="AD" clId="Web-{890E80ED-AB28-389C-60A6-5E56FA4E1D25}" dt="2025-11-20T17:04:56.078" v="711" actId="1076"/>
          <ac:spMkLst>
            <pc:docMk/>
            <pc:sldMk cId="1126331551" sldId="371"/>
            <ac:spMk id="5" creationId="{1EF3D122-1F94-BA9A-405C-85E19593F827}"/>
          </ac:spMkLst>
        </pc:spChg>
        <pc:spChg chg="del">
          <ac:chgData name="Bastien Gallay" userId="S::gallay@teragone-factory.com::a1eb176e-0b74-4018-96ec-9809138c83c4" providerId="AD" clId="Web-{890E80ED-AB28-389C-60A6-5E56FA4E1D25}" dt="2025-11-20T16:58:40.642" v="592"/>
          <ac:spMkLst>
            <pc:docMk/>
            <pc:sldMk cId="1126331551" sldId="371"/>
            <ac:spMk id="7" creationId="{2C99DE02-303A-5A26-2357-6D4137310A88}"/>
          </ac:spMkLst>
        </pc:spChg>
        <pc:spChg chg="mod">
          <ac:chgData name="Bastien Gallay" userId="S::gallay@teragone-factory.com::a1eb176e-0b74-4018-96ec-9809138c83c4" providerId="AD" clId="Web-{890E80ED-AB28-389C-60A6-5E56FA4E1D25}" dt="2025-11-20T17:03:07.575" v="672" actId="20577"/>
          <ac:spMkLst>
            <pc:docMk/>
            <pc:sldMk cId="1126331551" sldId="371"/>
            <ac:spMk id="8" creationId="{BE17B757-6EE3-20DE-7F8B-B1BF4E5D09DD}"/>
          </ac:spMkLst>
        </pc:spChg>
        <pc:spChg chg="mod">
          <ac:chgData name="Bastien Gallay" userId="S::gallay@teragone-factory.com::a1eb176e-0b74-4018-96ec-9809138c83c4" providerId="AD" clId="Web-{890E80ED-AB28-389C-60A6-5E56FA4E1D25}" dt="2025-11-20T17:03:07.607" v="673" actId="20577"/>
          <ac:spMkLst>
            <pc:docMk/>
            <pc:sldMk cId="1126331551" sldId="371"/>
            <ac:spMk id="10" creationId="{ABE745EB-0DAD-BE7C-3213-3CD4BE4D57D4}"/>
          </ac:spMkLst>
        </pc:spChg>
        <pc:spChg chg="add mod">
          <ac:chgData name="Bastien Gallay" userId="S::gallay@teragone-factory.com::a1eb176e-0b74-4018-96ec-9809138c83c4" providerId="AD" clId="Web-{890E80ED-AB28-389C-60A6-5E56FA4E1D25}" dt="2025-11-20T17:03:45.264" v="698"/>
          <ac:spMkLst>
            <pc:docMk/>
            <pc:sldMk cId="1126331551" sldId="371"/>
            <ac:spMk id="11" creationId="{58E53000-6ED4-98ED-BA5B-E0E43D6C59BC}"/>
          </ac:spMkLst>
        </pc:spChg>
        <pc:spChg chg="del">
          <ac:chgData name="Bastien Gallay" userId="S::gallay@teragone-factory.com::a1eb176e-0b74-4018-96ec-9809138c83c4" providerId="AD" clId="Web-{890E80ED-AB28-389C-60A6-5E56FA4E1D25}" dt="2025-11-20T16:58:40.642" v="591"/>
          <ac:spMkLst>
            <pc:docMk/>
            <pc:sldMk cId="1126331551" sldId="371"/>
            <ac:spMk id="12" creationId="{7890829B-05E4-9DE9-2305-0C45C30F3B9D}"/>
          </ac:spMkLst>
        </pc:spChg>
        <pc:spChg chg="add mod">
          <ac:chgData name="Bastien Gallay" userId="S::gallay@teragone-factory.com::a1eb176e-0b74-4018-96ec-9809138c83c4" providerId="AD" clId="Web-{890E80ED-AB28-389C-60A6-5E56FA4E1D25}" dt="2025-11-20T17:03:45.327" v="699"/>
          <ac:spMkLst>
            <pc:docMk/>
            <pc:sldMk cId="1126331551" sldId="371"/>
            <ac:spMk id="13" creationId="{6707C6C7-13D4-8ECB-E4E1-495CA2D9871B}"/>
          </ac:spMkLst>
        </pc:spChg>
        <pc:spChg chg="del">
          <ac:chgData name="Bastien Gallay" userId="S::gallay@teragone-factory.com::a1eb176e-0b74-4018-96ec-9809138c83c4" providerId="AD" clId="Web-{890E80ED-AB28-389C-60A6-5E56FA4E1D25}" dt="2025-11-20T16:58:40.642" v="590"/>
          <ac:spMkLst>
            <pc:docMk/>
            <pc:sldMk cId="1126331551" sldId="371"/>
            <ac:spMk id="14" creationId="{8CCBB4B7-7284-57DC-C19A-3B5644CC71CF}"/>
          </ac:spMkLst>
        </pc:spChg>
        <pc:spChg chg="del">
          <ac:chgData name="Bastien Gallay" userId="S::gallay@teragone-factory.com::a1eb176e-0b74-4018-96ec-9809138c83c4" providerId="AD" clId="Web-{890E80ED-AB28-389C-60A6-5E56FA4E1D25}" dt="2025-11-20T16:58:40.642" v="589"/>
          <ac:spMkLst>
            <pc:docMk/>
            <pc:sldMk cId="1126331551" sldId="371"/>
            <ac:spMk id="16" creationId="{8725F4FA-295E-F930-E720-C3D0F90BA40A}"/>
          </ac:spMkLst>
        </pc:spChg>
        <pc:graphicFrameChg chg="add mod modGraphic">
          <ac:chgData name="Bastien Gallay" userId="S::gallay@teragone-factory.com::a1eb176e-0b74-4018-96ec-9809138c83c4" providerId="AD" clId="Web-{890E80ED-AB28-389C-60A6-5E56FA4E1D25}" dt="2025-11-20T17:03:07.685" v="687"/>
          <ac:graphicFrameMkLst>
            <pc:docMk/>
            <pc:sldMk cId="1126331551" sldId="371"/>
            <ac:graphicFrameMk id="6" creationId="{3BC398D0-D64B-855E-78AB-490B84904D27}"/>
          </ac:graphicFrameMkLst>
        </pc:graphicFrameChg>
      </pc:sldChg>
      <pc:sldChg chg="addSp delSp modSp add replId">
        <pc:chgData name="Bastien Gallay" userId="S::gallay@teragone-factory.com::a1eb176e-0b74-4018-96ec-9809138c83c4" providerId="AD" clId="Web-{890E80ED-AB28-389C-60A6-5E56FA4E1D25}" dt="2025-11-20T17:09:13.426" v="901"/>
        <pc:sldMkLst>
          <pc:docMk/>
          <pc:sldMk cId="3992470609" sldId="372"/>
        </pc:sldMkLst>
        <pc:spChg chg="mod">
          <ac:chgData name="Bastien Gallay" userId="S::gallay@teragone-factory.com::a1eb176e-0b74-4018-96ec-9809138c83c4" providerId="AD" clId="Web-{890E80ED-AB28-389C-60A6-5E56FA4E1D25}" dt="2025-11-20T17:04:50.766" v="710" actId="1076"/>
          <ac:spMkLst>
            <pc:docMk/>
            <pc:sldMk cId="3992470609" sldId="372"/>
            <ac:spMk id="5" creationId="{128515DD-4BEA-DD76-3FC9-6073966676A4}"/>
          </ac:spMkLst>
        </pc:spChg>
        <pc:spChg chg="del">
          <ac:chgData name="Bastien Gallay" userId="S::gallay@teragone-factory.com::a1eb176e-0b74-4018-96ec-9809138c83c4" providerId="AD" clId="Web-{890E80ED-AB28-389C-60A6-5E56FA4E1D25}" dt="2025-11-20T17:04:09.718" v="703"/>
          <ac:spMkLst>
            <pc:docMk/>
            <pc:sldMk cId="3992470609" sldId="372"/>
            <ac:spMk id="11" creationId="{742D1B87-2818-9D58-468B-FA8AC802E8F0}"/>
          </ac:spMkLst>
        </pc:spChg>
        <pc:spChg chg="del">
          <ac:chgData name="Bastien Gallay" userId="S::gallay@teragone-factory.com::a1eb176e-0b74-4018-96ec-9809138c83c4" providerId="AD" clId="Web-{890E80ED-AB28-389C-60A6-5E56FA4E1D25}" dt="2025-11-20T17:04:09.718" v="702"/>
          <ac:spMkLst>
            <pc:docMk/>
            <pc:sldMk cId="3992470609" sldId="372"/>
            <ac:spMk id="13" creationId="{B9A31222-D104-31AE-3599-63CDE139DC6F}"/>
          </ac:spMkLst>
        </pc:spChg>
        <pc:graphicFrameChg chg="add mod modGraphic">
          <ac:chgData name="Bastien Gallay" userId="S::gallay@teragone-factory.com::a1eb176e-0b74-4018-96ec-9809138c83c4" providerId="AD" clId="Web-{890E80ED-AB28-389C-60A6-5E56FA4E1D25}" dt="2025-11-20T17:09:13.426" v="901"/>
          <ac:graphicFrameMkLst>
            <pc:docMk/>
            <pc:sldMk cId="3992470609" sldId="372"/>
            <ac:graphicFrameMk id="3" creationId="{59FE910B-7E43-135C-1ABC-090429D8DEFA}"/>
          </ac:graphicFrameMkLst>
        </pc:graphicFrameChg>
        <pc:graphicFrameChg chg="del">
          <ac:chgData name="Bastien Gallay" userId="S::gallay@teragone-factory.com::a1eb176e-0b74-4018-96ec-9809138c83c4" providerId="AD" clId="Web-{890E80ED-AB28-389C-60A6-5E56FA4E1D25}" dt="2025-11-20T17:04:09.718" v="704"/>
          <ac:graphicFrameMkLst>
            <pc:docMk/>
            <pc:sldMk cId="3992470609" sldId="372"/>
            <ac:graphicFrameMk id="6" creationId="{E4F1A048-4AE0-4935-B979-D278EE063605}"/>
          </ac:graphicFrameMkLst>
        </pc:graphicFrameChg>
      </pc:sldChg>
      <pc:sldChg chg="addSp delSp modSp add replId">
        <pc:chgData name="Bastien Gallay" userId="S::gallay@teragone-factory.com::a1eb176e-0b74-4018-96ec-9809138c83c4" providerId="AD" clId="Web-{890E80ED-AB28-389C-60A6-5E56FA4E1D25}" dt="2025-11-20T17:11:28.943" v="920"/>
        <pc:sldMkLst>
          <pc:docMk/>
          <pc:sldMk cId="2074845695" sldId="373"/>
        </pc:sldMkLst>
        <pc:spChg chg="mod">
          <ac:chgData name="Bastien Gallay" userId="S::gallay@teragone-factory.com::a1eb176e-0b74-4018-96ec-9809138c83c4" providerId="AD" clId="Web-{890E80ED-AB28-389C-60A6-5E56FA4E1D25}" dt="2025-11-20T17:09:38.427" v="907" actId="20577"/>
          <ac:spMkLst>
            <pc:docMk/>
            <pc:sldMk cId="2074845695" sldId="373"/>
            <ac:spMk id="5" creationId="{F774D185-1F70-C9BE-D455-BA610708D106}"/>
          </ac:spMkLst>
        </pc:spChg>
        <pc:graphicFrameChg chg="del">
          <ac:chgData name="Bastien Gallay" userId="S::gallay@teragone-factory.com::a1eb176e-0b74-4018-96ec-9809138c83c4" providerId="AD" clId="Web-{890E80ED-AB28-389C-60A6-5E56FA4E1D25}" dt="2025-11-20T17:09:26.083" v="904"/>
          <ac:graphicFrameMkLst>
            <pc:docMk/>
            <pc:sldMk cId="2074845695" sldId="373"/>
            <ac:graphicFrameMk id="3" creationId="{18841BC9-3A5C-B820-16C5-808635A7878A}"/>
          </ac:graphicFrameMkLst>
        </pc:graphicFrameChg>
        <pc:graphicFrameChg chg="add mod modGraphic">
          <ac:chgData name="Bastien Gallay" userId="S::gallay@teragone-factory.com::a1eb176e-0b74-4018-96ec-9809138c83c4" providerId="AD" clId="Web-{890E80ED-AB28-389C-60A6-5E56FA4E1D25}" dt="2025-11-20T17:11:28.943" v="920"/>
          <ac:graphicFrameMkLst>
            <pc:docMk/>
            <pc:sldMk cId="2074845695" sldId="373"/>
            <ac:graphicFrameMk id="6" creationId="{224B1FA6-EEAE-CC77-4A63-0803B23F0BF0}"/>
          </ac:graphicFrameMkLst>
        </pc:graphicFrameChg>
      </pc:sldChg>
      <pc:sldChg chg="addSp delSp modSp add replId">
        <pc:chgData name="Bastien Gallay" userId="S::gallay@teragone-factory.com::a1eb176e-0b74-4018-96ec-9809138c83c4" providerId="AD" clId="Web-{890E80ED-AB28-389C-60A6-5E56FA4E1D25}" dt="2025-11-20T17:14:39.017" v="948" actId="20577"/>
        <pc:sldMkLst>
          <pc:docMk/>
          <pc:sldMk cId="1391627163" sldId="374"/>
        </pc:sldMkLst>
        <pc:spChg chg="mod">
          <ac:chgData name="Bastien Gallay" userId="S::gallay@teragone-factory.com::a1eb176e-0b74-4018-96ec-9809138c83c4" providerId="AD" clId="Web-{890E80ED-AB28-389C-60A6-5E56FA4E1D25}" dt="2025-11-20T17:12:19.694" v="926" actId="20577"/>
          <ac:spMkLst>
            <pc:docMk/>
            <pc:sldMk cId="1391627163" sldId="374"/>
            <ac:spMk id="5" creationId="{7877F5ED-3ADA-AA27-1CBD-EC21C4D10A4A}"/>
          </ac:spMkLst>
        </pc:spChg>
        <pc:spChg chg="add mod">
          <ac:chgData name="Bastien Gallay" userId="S::gallay@teragone-factory.com::a1eb176e-0b74-4018-96ec-9809138c83c4" providerId="AD" clId="Web-{890E80ED-AB28-389C-60A6-5E56FA4E1D25}" dt="2025-11-20T17:14:39.017" v="948" actId="20577"/>
          <ac:spMkLst>
            <pc:docMk/>
            <pc:sldMk cId="1391627163" sldId="374"/>
            <ac:spMk id="11" creationId="{E030583D-62E9-B8C4-7956-1B95D69E5EFB}"/>
          </ac:spMkLst>
        </pc:spChg>
        <pc:graphicFrameChg chg="add mod modGraphic">
          <ac:chgData name="Bastien Gallay" userId="S::gallay@teragone-factory.com::a1eb176e-0b74-4018-96ec-9809138c83c4" providerId="AD" clId="Web-{890E80ED-AB28-389C-60A6-5E56FA4E1D25}" dt="2025-11-20T17:14:01.670" v="946"/>
          <ac:graphicFrameMkLst>
            <pc:docMk/>
            <pc:sldMk cId="1391627163" sldId="374"/>
            <ac:graphicFrameMk id="3" creationId="{AA690CB9-D0B2-0856-533A-09D86BB8C1EC}"/>
          </ac:graphicFrameMkLst>
        </pc:graphicFrameChg>
        <pc:graphicFrameChg chg="del">
          <ac:chgData name="Bastien Gallay" userId="S::gallay@teragone-factory.com::a1eb176e-0b74-4018-96ec-9809138c83c4" providerId="AD" clId="Web-{890E80ED-AB28-389C-60A6-5E56FA4E1D25}" dt="2025-11-20T17:12:07.975" v="923"/>
          <ac:graphicFrameMkLst>
            <pc:docMk/>
            <pc:sldMk cId="1391627163" sldId="374"/>
            <ac:graphicFrameMk id="6" creationId="{F42D66FD-8B58-EFB6-5DD9-C5D8E4B7820E}"/>
          </ac:graphicFrameMkLst>
        </pc:graphicFrameChg>
      </pc:sldChg>
      <pc:sldChg chg="addSp delSp modSp add replId">
        <pc:chgData name="Bastien Gallay" userId="S::gallay@teragone-factory.com::a1eb176e-0b74-4018-96ec-9809138c83c4" providerId="AD" clId="Web-{890E80ED-AB28-389C-60A6-5E56FA4E1D25}" dt="2025-11-20T17:29:00.418" v="1071"/>
        <pc:sldMkLst>
          <pc:docMk/>
          <pc:sldMk cId="2460957484" sldId="375"/>
        </pc:sldMkLst>
        <pc:spChg chg="mod">
          <ac:chgData name="Bastien Gallay" userId="S::gallay@teragone-factory.com::a1eb176e-0b74-4018-96ec-9809138c83c4" providerId="AD" clId="Web-{890E80ED-AB28-389C-60A6-5E56FA4E1D25}" dt="2025-11-20T17:19:13.485" v="955" actId="20577"/>
          <ac:spMkLst>
            <pc:docMk/>
            <pc:sldMk cId="2460957484" sldId="375"/>
            <ac:spMk id="2" creationId="{B8856B5A-A598-2219-BFC6-705A613D991A}"/>
          </ac:spMkLst>
        </pc:spChg>
        <pc:spChg chg="add mod">
          <ac:chgData name="Bastien Gallay" userId="S::gallay@teragone-factory.com::a1eb176e-0b74-4018-96ec-9809138c83c4" providerId="AD" clId="Web-{890E80ED-AB28-389C-60A6-5E56FA4E1D25}" dt="2025-11-20T17:25:27.978" v="1021" actId="1076"/>
          <ac:spMkLst>
            <pc:docMk/>
            <pc:sldMk cId="2460957484" sldId="375"/>
            <ac:spMk id="4" creationId="{49D2A5AA-C610-D9A3-34F4-0FBC0B4E5673}"/>
          </ac:spMkLst>
        </pc:spChg>
        <pc:spChg chg="add mod">
          <ac:chgData name="Bastien Gallay" userId="S::gallay@teragone-factory.com::a1eb176e-0b74-4018-96ec-9809138c83c4" providerId="AD" clId="Web-{890E80ED-AB28-389C-60A6-5E56FA4E1D25}" dt="2025-11-20T17:28:15.090" v="1059" actId="20577"/>
          <ac:spMkLst>
            <pc:docMk/>
            <pc:sldMk cId="2460957484" sldId="375"/>
            <ac:spMk id="8" creationId="{9D637DF2-023A-074F-A723-359F6A7D3803}"/>
          </ac:spMkLst>
        </pc:spChg>
        <pc:spChg chg="add mod">
          <ac:chgData name="Bastien Gallay" userId="S::gallay@teragone-factory.com::a1eb176e-0b74-4018-96ec-9809138c83c4" providerId="AD" clId="Web-{890E80ED-AB28-389C-60A6-5E56FA4E1D25}" dt="2025-11-20T17:29:00.418" v="1071"/>
          <ac:spMkLst>
            <pc:docMk/>
            <pc:sldMk cId="2460957484" sldId="375"/>
            <ac:spMk id="9" creationId="{AD7AE5B7-D4BC-D3B6-8867-CD690BAED008}"/>
          </ac:spMkLst>
        </pc:spChg>
        <pc:spChg chg="del mod">
          <ac:chgData name="Bastien Gallay" userId="S::gallay@teragone-factory.com::a1eb176e-0b74-4018-96ec-9809138c83c4" providerId="AD" clId="Web-{890E80ED-AB28-389C-60A6-5E56FA4E1D25}" dt="2025-11-20T17:23:32.757" v="993"/>
          <ac:spMkLst>
            <pc:docMk/>
            <pc:sldMk cId="2460957484" sldId="375"/>
            <ac:spMk id="12" creationId="{02CB0329-5A2B-0B00-A8AE-85E4F269CAC8}"/>
          </ac:spMkLst>
        </pc:spChg>
        <pc:cxnChg chg="add mod">
          <ac:chgData name="Bastien Gallay" userId="S::gallay@teragone-factory.com::a1eb176e-0b74-4018-96ec-9809138c83c4" providerId="AD" clId="Web-{890E80ED-AB28-389C-60A6-5E56FA4E1D25}" dt="2025-11-20T17:28:32.293" v="1062" actId="14100"/>
          <ac:cxnSpMkLst>
            <pc:docMk/>
            <pc:sldMk cId="2460957484" sldId="375"/>
            <ac:cxnSpMk id="11" creationId="{1CE30E68-2872-AB9D-3448-1EC908EBE02A}"/>
          </ac:cxnSpMkLst>
        </pc:cxnChg>
      </pc:sldChg>
      <pc:sldChg chg="addSp delSp modSp add ord replId">
        <pc:chgData name="Bastien Gallay" userId="S::gallay@teragone-factory.com::a1eb176e-0b74-4018-96ec-9809138c83c4" providerId="AD" clId="Web-{890E80ED-AB28-389C-60A6-5E56FA4E1D25}" dt="2025-11-20T17:32:05.571" v="1108"/>
        <pc:sldMkLst>
          <pc:docMk/>
          <pc:sldMk cId="3586926297" sldId="376"/>
        </pc:sldMkLst>
        <pc:spChg chg="mod">
          <ac:chgData name="Bastien Gallay" userId="S::gallay@teragone-factory.com::a1eb176e-0b74-4018-96ec-9809138c83c4" providerId="AD" clId="Web-{890E80ED-AB28-389C-60A6-5E56FA4E1D25}" dt="2025-11-20T17:29:59.169" v="1077" actId="20577"/>
          <ac:spMkLst>
            <pc:docMk/>
            <pc:sldMk cId="3586926297" sldId="376"/>
            <ac:spMk id="2" creationId="{3CBACEF6-FEF0-8588-BC40-C6AEBF4109F8}"/>
          </ac:spMkLst>
        </pc:spChg>
        <pc:spChg chg="del">
          <ac:chgData name="Bastien Gallay" userId="S::gallay@teragone-factory.com::a1eb176e-0b74-4018-96ec-9809138c83c4" providerId="AD" clId="Web-{890E80ED-AB28-389C-60A6-5E56FA4E1D25}" dt="2025-11-20T17:30:07.857" v="1081"/>
          <ac:spMkLst>
            <pc:docMk/>
            <pc:sldMk cId="3586926297" sldId="376"/>
            <ac:spMk id="5" creationId="{EBFFEEDD-0CAC-63F5-7E15-E82F4513AC2A}"/>
          </ac:spMkLst>
        </pc:spChg>
        <pc:spChg chg="del">
          <ac:chgData name="Bastien Gallay" userId="S::gallay@teragone-factory.com::a1eb176e-0b74-4018-96ec-9809138c83c4" providerId="AD" clId="Web-{890E80ED-AB28-389C-60A6-5E56FA4E1D25}" dt="2025-11-20T17:30:03.466" v="1079"/>
          <ac:spMkLst>
            <pc:docMk/>
            <pc:sldMk cId="3586926297" sldId="376"/>
            <ac:spMk id="10" creationId="{695C38C2-7FC0-518E-6A19-336BD12F9B68}"/>
          </ac:spMkLst>
        </pc:spChg>
        <pc:spChg chg="add mod">
          <ac:chgData name="Bastien Gallay" userId="S::gallay@teragone-factory.com::a1eb176e-0b74-4018-96ec-9809138c83c4" providerId="AD" clId="Web-{890E80ED-AB28-389C-60A6-5E56FA4E1D25}" dt="2025-11-20T17:31:35.116" v="1093" actId="1076"/>
          <ac:spMkLst>
            <pc:docMk/>
            <pc:sldMk cId="3586926297" sldId="376"/>
            <ac:spMk id="11" creationId="{9277A578-F1F3-AD3F-AD03-05B62232B068}"/>
          </ac:spMkLst>
        </pc:spChg>
        <pc:spChg chg="del">
          <ac:chgData name="Bastien Gallay" userId="S::gallay@teragone-factory.com::a1eb176e-0b74-4018-96ec-9809138c83c4" providerId="AD" clId="Web-{890E80ED-AB28-389C-60A6-5E56FA4E1D25}" dt="2025-11-20T17:30:03.466" v="1078"/>
          <ac:spMkLst>
            <pc:docMk/>
            <pc:sldMk cId="3586926297" sldId="376"/>
            <ac:spMk id="13" creationId="{083855D7-7296-A8A6-1A7B-02B7FC9C50DD}"/>
          </ac:spMkLst>
        </pc:spChg>
        <pc:graphicFrameChg chg="del">
          <ac:chgData name="Bastien Gallay" userId="S::gallay@teragone-factory.com::a1eb176e-0b74-4018-96ec-9809138c83c4" providerId="AD" clId="Web-{890E80ED-AB28-389C-60A6-5E56FA4E1D25}" dt="2025-11-20T17:30:03.466" v="1080"/>
          <ac:graphicFrameMkLst>
            <pc:docMk/>
            <pc:sldMk cId="3586926297" sldId="376"/>
            <ac:graphicFrameMk id="4" creationId="{C9B6258F-6BE2-4933-0E97-E2A86618F3DC}"/>
          </ac:graphicFrameMkLst>
        </pc:graphicFrameChg>
        <pc:graphicFrameChg chg="add mod modGraphic">
          <ac:chgData name="Bastien Gallay" userId="S::gallay@teragone-factory.com::a1eb176e-0b74-4018-96ec-9809138c83c4" providerId="AD" clId="Web-{890E80ED-AB28-389C-60A6-5E56FA4E1D25}" dt="2025-11-20T17:32:05.571" v="1108"/>
          <ac:graphicFrameMkLst>
            <pc:docMk/>
            <pc:sldMk cId="3586926297" sldId="376"/>
            <ac:graphicFrameMk id="6" creationId="{726503BB-4590-2294-A7CD-C26E59AD3147}"/>
          </ac:graphicFrameMkLst>
        </pc:graphicFrameChg>
        <pc:picChg chg="add mod">
          <ac:chgData name="Bastien Gallay" userId="S::gallay@teragone-factory.com::a1eb176e-0b74-4018-96ec-9809138c83c4" providerId="AD" clId="Web-{890E80ED-AB28-389C-60A6-5E56FA4E1D25}" dt="2025-11-20T17:31:35.131" v="1094" actId="1076"/>
          <ac:picMkLst>
            <pc:docMk/>
            <pc:sldMk cId="3586926297" sldId="376"/>
            <ac:picMk id="16" creationId="{F0E99890-A382-38AB-C30E-DC52E5C39303}"/>
          </ac:picMkLst>
        </pc:picChg>
      </pc:sldChg>
      <pc:sldChg chg="addSp delSp modSp add replId">
        <pc:chgData name="Bastien Gallay" userId="S::gallay@teragone-factory.com::a1eb176e-0b74-4018-96ec-9809138c83c4" providerId="AD" clId="Web-{890E80ED-AB28-389C-60A6-5E56FA4E1D25}" dt="2025-11-20T17:41:32.294" v="1434"/>
        <pc:sldMkLst>
          <pc:docMk/>
          <pc:sldMk cId="1490050358" sldId="377"/>
        </pc:sldMkLst>
        <pc:spChg chg="mod">
          <ac:chgData name="Bastien Gallay" userId="S::gallay@teragone-factory.com::a1eb176e-0b74-4018-96ec-9809138c83c4" providerId="AD" clId="Web-{890E80ED-AB28-389C-60A6-5E56FA4E1D25}" dt="2025-11-20T17:32:58.465" v="1118" actId="20577"/>
          <ac:spMkLst>
            <pc:docMk/>
            <pc:sldMk cId="1490050358" sldId="377"/>
            <ac:spMk id="2" creationId="{9E781A9A-9737-36A2-90CD-BCD6D9696C05}"/>
          </ac:spMkLst>
        </pc:spChg>
        <pc:spChg chg="add mod">
          <ac:chgData name="Bastien Gallay" userId="S::gallay@teragone-factory.com::a1eb176e-0b74-4018-96ec-9809138c83c4" providerId="AD" clId="Web-{890E80ED-AB28-389C-60A6-5E56FA4E1D25}" dt="2025-11-20T17:40:25.059" v="1403" actId="20577"/>
          <ac:spMkLst>
            <pc:docMk/>
            <pc:sldMk cId="1490050358" sldId="377"/>
            <ac:spMk id="10" creationId="{C82C97D7-6AA7-F3CF-74B9-884E8F548E98}"/>
          </ac:spMkLst>
        </pc:spChg>
        <pc:spChg chg="del">
          <ac:chgData name="Bastien Gallay" userId="S::gallay@teragone-factory.com::a1eb176e-0b74-4018-96ec-9809138c83c4" providerId="AD" clId="Web-{890E80ED-AB28-389C-60A6-5E56FA4E1D25}" dt="2025-11-20T17:33:29.405" v="1121"/>
          <ac:spMkLst>
            <pc:docMk/>
            <pc:sldMk cId="1490050358" sldId="377"/>
            <ac:spMk id="11" creationId="{95DB68A6-166C-5978-3C28-33A63882846E}"/>
          </ac:spMkLst>
        </pc:spChg>
        <pc:graphicFrameChg chg="add del mod modGraphic">
          <ac:chgData name="Bastien Gallay" userId="S::gallay@teragone-factory.com::a1eb176e-0b74-4018-96ec-9809138c83c4" providerId="AD" clId="Web-{890E80ED-AB28-389C-60A6-5E56FA4E1D25}" dt="2025-11-20T17:34:58.034" v="1130"/>
          <ac:graphicFrameMkLst>
            <pc:docMk/>
            <pc:sldMk cId="1490050358" sldId="377"/>
            <ac:graphicFrameMk id="3" creationId="{21357E13-3972-5BC4-E0D1-1B6CDC789FCB}"/>
          </ac:graphicFrameMkLst>
        </pc:graphicFrameChg>
        <pc:graphicFrameChg chg="add mod modGraphic">
          <ac:chgData name="Bastien Gallay" userId="S::gallay@teragone-factory.com::a1eb176e-0b74-4018-96ec-9809138c83c4" providerId="AD" clId="Web-{890E80ED-AB28-389C-60A6-5E56FA4E1D25}" dt="2025-11-20T17:41:32.294" v="1434"/>
          <ac:graphicFrameMkLst>
            <pc:docMk/>
            <pc:sldMk cId="1490050358" sldId="377"/>
            <ac:graphicFrameMk id="5" creationId="{7015A61A-F004-9349-21BB-900D9978FA95}"/>
          </ac:graphicFrameMkLst>
        </pc:graphicFrameChg>
        <pc:graphicFrameChg chg="del">
          <ac:chgData name="Bastien Gallay" userId="S::gallay@teragone-factory.com::a1eb176e-0b74-4018-96ec-9809138c83c4" providerId="AD" clId="Web-{890E80ED-AB28-389C-60A6-5E56FA4E1D25}" dt="2025-11-20T17:33:29.405" v="1122"/>
          <ac:graphicFrameMkLst>
            <pc:docMk/>
            <pc:sldMk cId="1490050358" sldId="377"/>
            <ac:graphicFrameMk id="6" creationId="{711F3A4C-AED7-B52C-0892-A6725260954D}"/>
          </ac:graphicFrameMkLst>
        </pc:graphicFrameChg>
        <pc:picChg chg="add mod">
          <ac:chgData name="Bastien Gallay" userId="S::gallay@teragone-factory.com::a1eb176e-0b74-4018-96ec-9809138c83c4" providerId="AD" clId="Web-{890E80ED-AB28-389C-60A6-5E56FA4E1D25}" dt="2025-11-20T17:40:07.809" v="1399" actId="1076"/>
          <ac:picMkLst>
            <pc:docMk/>
            <pc:sldMk cId="1490050358" sldId="377"/>
            <ac:picMk id="14" creationId="{7EC03B36-3543-ED6C-EEC0-9D8913CB098A}"/>
          </ac:picMkLst>
        </pc:picChg>
        <pc:picChg chg="del">
          <ac:chgData name="Bastien Gallay" userId="S::gallay@teragone-factory.com::a1eb176e-0b74-4018-96ec-9809138c83c4" providerId="AD" clId="Web-{890E80ED-AB28-389C-60A6-5E56FA4E1D25}" dt="2025-11-20T17:33:29.405" v="1120"/>
          <ac:picMkLst>
            <pc:docMk/>
            <pc:sldMk cId="1490050358" sldId="377"/>
            <ac:picMk id="16" creationId="{2461B61C-A89A-723B-EBBF-A5421F630F07}"/>
          </ac:picMkLst>
        </pc:picChg>
      </pc:sldChg>
    </pc:docChg>
  </pc:docChgLst>
  <pc:docChgLst>
    <pc:chgData name="Guillaume Jay" userId="S::jay@teragone-factory.com::4e90443a-d46f-457d-acc7-a244564c661b" providerId="AD" clId="Web-{999E262F-023B-54C1-EF6C-B33C1BF94B91}"/>
    <pc:docChg chg="addSld modSld">
      <pc:chgData name="Guillaume Jay" userId="S::jay@teragone-factory.com::4e90443a-d46f-457d-acc7-a244564c661b" providerId="AD" clId="Web-{999E262F-023B-54C1-EF6C-B33C1BF94B91}" dt="2025-11-21T08:50:44.683" v="282" actId="20577"/>
      <pc:docMkLst>
        <pc:docMk/>
      </pc:docMkLst>
      <pc:sldChg chg="modSp">
        <pc:chgData name="Guillaume Jay" userId="S::jay@teragone-factory.com::4e90443a-d46f-457d-acc7-a244564c661b" providerId="AD" clId="Web-{999E262F-023B-54C1-EF6C-B33C1BF94B91}" dt="2025-11-21T07:59:24.625" v="1" actId="20577"/>
        <pc:sldMkLst>
          <pc:docMk/>
          <pc:sldMk cId="2496619346" sldId="358"/>
        </pc:sldMkLst>
        <pc:spChg chg="mod">
          <ac:chgData name="Guillaume Jay" userId="S::jay@teragone-factory.com::4e90443a-d46f-457d-acc7-a244564c661b" providerId="AD" clId="Web-{999E262F-023B-54C1-EF6C-B33C1BF94B91}" dt="2025-11-21T07:59:24.625" v="1" actId="20577"/>
          <ac:spMkLst>
            <pc:docMk/>
            <pc:sldMk cId="2496619346" sldId="358"/>
            <ac:spMk id="3" creationId="{3A9CC5E8-042D-07D4-C871-0493AC48BB5D}"/>
          </ac:spMkLst>
        </pc:spChg>
      </pc:sldChg>
      <pc:sldChg chg="addSp modSp">
        <pc:chgData name="Guillaume Jay" userId="S::jay@teragone-factory.com::4e90443a-d46f-457d-acc7-a244564c661b" providerId="AD" clId="Web-{999E262F-023B-54C1-EF6C-B33C1BF94B91}" dt="2025-11-21T08:47:10.472" v="200" actId="20577"/>
        <pc:sldMkLst>
          <pc:docMk/>
          <pc:sldMk cId="650176614" sldId="360"/>
        </pc:sldMkLst>
        <pc:spChg chg="add mod">
          <ac:chgData name="Guillaume Jay" userId="S::jay@teragone-factory.com::4e90443a-d46f-457d-acc7-a244564c661b" providerId="AD" clId="Web-{999E262F-023B-54C1-EF6C-B33C1BF94B91}" dt="2025-11-21T08:46:41.143" v="170" actId="20577"/>
          <ac:spMkLst>
            <pc:docMk/>
            <pc:sldMk cId="650176614" sldId="360"/>
            <ac:spMk id="2" creationId="{B290A7DE-A8AA-713E-C69F-9740DF0B7302}"/>
          </ac:spMkLst>
        </pc:spChg>
        <pc:spChg chg="mod">
          <ac:chgData name="Guillaume Jay" userId="S::jay@teragone-factory.com::4e90443a-d46f-457d-acc7-a244564c661b" providerId="AD" clId="Web-{999E262F-023B-54C1-EF6C-B33C1BF94B91}" dt="2025-11-21T08:47:10.472" v="200" actId="20577"/>
          <ac:spMkLst>
            <pc:docMk/>
            <pc:sldMk cId="650176614" sldId="360"/>
            <ac:spMk id="14" creationId="{34A2E0DC-392C-13C7-0A20-C170681D119E}"/>
          </ac:spMkLst>
        </pc:spChg>
        <pc:picChg chg="add mod">
          <ac:chgData name="Guillaume Jay" userId="S::jay@teragone-factory.com::4e90443a-d46f-457d-acc7-a244564c661b" providerId="AD" clId="Web-{999E262F-023B-54C1-EF6C-B33C1BF94B91}" dt="2025-11-21T08:34:39.714" v="42" actId="1076"/>
          <ac:picMkLst>
            <pc:docMk/>
            <pc:sldMk cId="650176614" sldId="360"/>
            <ac:picMk id="6" creationId="{B8AC7E3F-B53A-CF9B-11DE-08CC3F943413}"/>
          </ac:picMkLst>
        </pc:picChg>
      </pc:sldChg>
      <pc:sldChg chg="delSp modSp add replId">
        <pc:chgData name="Guillaume Jay" userId="S::jay@teragone-factory.com::4e90443a-d46f-457d-acc7-a244564c661b" providerId="AD" clId="Web-{999E262F-023B-54C1-EF6C-B33C1BF94B91}" dt="2025-11-21T08:40:37.658" v="116" actId="20577"/>
        <pc:sldMkLst>
          <pc:docMk/>
          <pc:sldMk cId="2345977140" sldId="378"/>
        </pc:sldMkLst>
        <pc:spChg chg="mod">
          <ac:chgData name="Guillaume Jay" userId="S::jay@teragone-factory.com::4e90443a-d46f-457d-acc7-a244564c661b" providerId="AD" clId="Web-{999E262F-023B-54C1-EF6C-B33C1BF94B91}" dt="2025-11-21T08:40:37.658" v="116" actId="20577"/>
          <ac:spMkLst>
            <pc:docMk/>
            <pc:sldMk cId="2345977140" sldId="378"/>
            <ac:spMk id="2" creationId="{A30D2EA2-F774-873F-7396-E9ECF20B1971}"/>
          </ac:spMkLst>
        </pc:spChg>
        <pc:picChg chg="del">
          <ac:chgData name="Guillaume Jay" userId="S::jay@teragone-factory.com::4e90443a-d46f-457d-acc7-a244564c661b" providerId="AD" clId="Web-{999E262F-023B-54C1-EF6C-B33C1BF94B91}" dt="2025-11-21T08:37:17.342" v="98"/>
          <ac:picMkLst>
            <pc:docMk/>
            <pc:sldMk cId="2345977140" sldId="378"/>
            <ac:picMk id="6" creationId="{8E5EE4C2-89AB-4083-E2A4-4181E738C79B}"/>
          </ac:picMkLst>
        </pc:picChg>
      </pc:sldChg>
      <pc:sldChg chg="addSp delSp modSp add replId">
        <pc:chgData name="Guillaume Jay" userId="S::jay@teragone-factory.com::4e90443a-d46f-457d-acc7-a244564c661b" providerId="AD" clId="Web-{999E262F-023B-54C1-EF6C-B33C1BF94B91}" dt="2025-11-21T08:50:44.683" v="282" actId="20577"/>
        <pc:sldMkLst>
          <pc:docMk/>
          <pc:sldMk cId="3772697396" sldId="379"/>
        </pc:sldMkLst>
        <pc:spChg chg="mod">
          <ac:chgData name="Guillaume Jay" userId="S::jay@teragone-factory.com::4e90443a-d46f-457d-acc7-a244564c661b" providerId="AD" clId="Web-{999E262F-023B-54C1-EF6C-B33C1BF94B91}" dt="2025-11-21T08:50:44.683" v="282" actId="20577"/>
          <ac:spMkLst>
            <pc:docMk/>
            <pc:sldMk cId="3772697396" sldId="379"/>
            <ac:spMk id="2" creationId="{FA736677-7667-EA06-6957-231E54E16B99}"/>
          </ac:spMkLst>
        </pc:spChg>
        <pc:spChg chg="mod">
          <ac:chgData name="Guillaume Jay" userId="S::jay@teragone-factory.com::4e90443a-d46f-457d-acc7-a244564c661b" providerId="AD" clId="Web-{999E262F-023B-54C1-EF6C-B33C1BF94B91}" dt="2025-11-21T08:47:35.223" v="211" actId="20577"/>
          <ac:spMkLst>
            <pc:docMk/>
            <pc:sldMk cId="3772697396" sldId="379"/>
            <ac:spMk id="5" creationId="{09E60DF7-7CBB-5806-8AF8-DA083D36997A}"/>
          </ac:spMkLst>
        </pc:spChg>
        <pc:spChg chg="del">
          <ac:chgData name="Guillaume Jay" userId="S::jay@teragone-factory.com::4e90443a-d46f-457d-acc7-a244564c661b" providerId="AD" clId="Web-{999E262F-023B-54C1-EF6C-B33C1BF94B91}" dt="2025-11-21T08:47:39.927" v="213"/>
          <ac:spMkLst>
            <pc:docMk/>
            <pc:sldMk cId="3772697396" sldId="379"/>
            <ac:spMk id="14" creationId="{C46D8BA4-FFD8-D98D-A9C4-0B3DCDC2EBCC}"/>
          </ac:spMkLst>
        </pc:spChg>
        <pc:picChg chg="del">
          <ac:chgData name="Guillaume Jay" userId="S::jay@teragone-factory.com::4e90443a-d46f-457d-acc7-a244564c661b" providerId="AD" clId="Web-{999E262F-023B-54C1-EF6C-B33C1BF94B91}" dt="2025-11-21T08:47:40.911" v="214"/>
          <ac:picMkLst>
            <pc:docMk/>
            <pc:sldMk cId="3772697396" sldId="379"/>
            <ac:picMk id="3" creationId="{962BDC90-8A9C-FBCC-6970-12E11F52CE73}"/>
          </ac:picMkLst>
        </pc:picChg>
        <pc:picChg chg="del">
          <ac:chgData name="Guillaume Jay" userId="S::jay@teragone-factory.com::4e90443a-d46f-457d-acc7-a244564c661b" providerId="AD" clId="Web-{999E262F-023B-54C1-EF6C-B33C1BF94B91}" dt="2025-11-21T08:49:08.086" v="264"/>
          <ac:picMkLst>
            <pc:docMk/>
            <pc:sldMk cId="3772697396" sldId="379"/>
            <ac:picMk id="6" creationId="{08A6C1E1-45A2-9AA2-3789-AECA51C7967D}"/>
          </ac:picMkLst>
        </pc:picChg>
        <pc:picChg chg="del">
          <ac:chgData name="Guillaume Jay" userId="S::jay@teragone-factory.com::4e90443a-d46f-457d-acc7-a244564c661b" providerId="AD" clId="Web-{999E262F-023B-54C1-EF6C-B33C1BF94B91}" dt="2025-11-21T08:47:38.755" v="212"/>
          <ac:picMkLst>
            <pc:docMk/>
            <pc:sldMk cId="3772697396" sldId="379"/>
            <ac:picMk id="7" creationId="{BA5A1E30-9454-84F3-31D5-CA1A4B3A41A8}"/>
          </ac:picMkLst>
        </pc:picChg>
        <pc:picChg chg="add mod">
          <ac:chgData name="Guillaume Jay" userId="S::jay@teragone-factory.com::4e90443a-d46f-457d-acc7-a244564c661b" providerId="AD" clId="Web-{999E262F-023B-54C1-EF6C-B33C1BF94B91}" dt="2025-11-21T08:49:57.838" v="277" actId="1076"/>
          <ac:picMkLst>
            <pc:docMk/>
            <pc:sldMk cId="3772697396" sldId="379"/>
            <ac:picMk id="11" creationId="{8B8C1853-DFE3-1560-9D51-82955EB0F6F4}"/>
          </ac:picMkLst>
        </pc:picChg>
      </pc:sldChg>
    </pc:docChg>
  </pc:docChgLst>
  <pc:docChgLst>
    <pc:chgData name="Guillaume Jay" userId="S::jay@teragone-factory.com::4e90443a-d46f-457d-acc7-a244564c661b" providerId="AD" clId="Web-{DAA95D26-C446-2002-0D60-6DCAC1599203}"/>
    <pc:docChg chg="modSld">
      <pc:chgData name="Guillaume Jay" userId="S::jay@teragone-factory.com::4e90443a-d46f-457d-acc7-a244564c661b" providerId="AD" clId="Web-{DAA95D26-C446-2002-0D60-6DCAC1599203}" dt="2025-11-13T14:18:50.054" v="3"/>
      <pc:docMkLst>
        <pc:docMk/>
      </pc:docMkLst>
    </pc:docChg>
  </pc:docChgLst>
  <pc:docChgLst>
    <pc:chgData name="Guillaume Jay" userId="S::jay@teragone-factory.com::4e90443a-d46f-457d-acc7-a244564c661b" providerId="AD" clId="Web-{6E2145E1-016C-9556-0132-D0F7366F97B6}"/>
    <pc:docChg chg="mod modSld">
      <pc:chgData name="Guillaume Jay" userId="S::jay@teragone-factory.com::4e90443a-d46f-457d-acc7-a244564c661b" providerId="AD" clId="Web-{6E2145E1-016C-9556-0132-D0F7366F97B6}" dt="2025-11-18T17:36:07.422" v="692" actId="1076"/>
      <pc:docMkLst>
        <pc:docMk/>
      </pc:docMkLst>
      <pc:sldChg chg="modSp">
        <pc:chgData name="Guillaume Jay" userId="S::jay@teragone-factory.com::4e90443a-d46f-457d-acc7-a244564c661b" providerId="AD" clId="Web-{6E2145E1-016C-9556-0132-D0F7366F97B6}" dt="2025-11-18T15:53:28.095" v="1" actId="1076"/>
        <pc:sldMkLst>
          <pc:docMk/>
          <pc:sldMk cId="0" sldId="258"/>
        </pc:sldMkLst>
        <pc:spChg chg="mod">
          <ac:chgData name="Guillaume Jay" userId="S::jay@teragone-factory.com::4e90443a-d46f-457d-acc7-a244564c661b" providerId="AD" clId="Web-{6E2145E1-016C-9556-0132-D0F7366F97B6}" dt="2025-11-18T15:53:28.095" v="1" actId="1076"/>
          <ac:spMkLst>
            <pc:docMk/>
            <pc:sldMk cId="0" sldId="258"/>
            <ac:spMk id="8" creationId="{9027AC31-0ED0-9BDB-EA67-520E800710F3}"/>
          </ac:spMkLst>
        </pc:spChg>
      </pc:sldChg>
      <pc:sldChg chg="modSp">
        <pc:chgData name="Guillaume Jay" userId="S::jay@teragone-factory.com::4e90443a-d46f-457d-acc7-a244564c661b" providerId="AD" clId="Web-{6E2145E1-016C-9556-0132-D0F7366F97B6}" dt="2025-11-18T17:09:01.969" v="239"/>
        <pc:sldMkLst>
          <pc:docMk/>
          <pc:sldMk cId="1853088663" sldId="340"/>
        </pc:sldMkLst>
        <pc:graphicFrameChg chg="mod modGraphic">
          <ac:chgData name="Guillaume Jay" userId="S::jay@teragone-factory.com::4e90443a-d46f-457d-acc7-a244564c661b" providerId="AD" clId="Web-{6E2145E1-016C-9556-0132-D0F7366F97B6}" dt="2025-11-18T17:09:01.969" v="239"/>
          <ac:graphicFrameMkLst>
            <pc:docMk/>
            <pc:sldMk cId="1853088663" sldId="340"/>
            <ac:graphicFrameMk id="3" creationId="{B6E82E86-6D18-6EEA-35E2-E394BE8BC6B6}"/>
          </ac:graphicFrameMkLst>
        </pc:graphicFrameChg>
      </pc:sldChg>
      <pc:sldChg chg="modSp">
        <pc:chgData name="Guillaume Jay" userId="S::jay@teragone-factory.com::4e90443a-d46f-457d-acc7-a244564c661b" providerId="AD" clId="Web-{6E2145E1-016C-9556-0132-D0F7366F97B6}" dt="2025-11-18T17:10:42.938" v="275"/>
        <pc:sldMkLst>
          <pc:docMk/>
          <pc:sldMk cId="372266583" sldId="341"/>
        </pc:sldMkLst>
        <pc:graphicFrameChg chg="mod modGraphic">
          <ac:chgData name="Guillaume Jay" userId="S::jay@teragone-factory.com::4e90443a-d46f-457d-acc7-a244564c661b" providerId="AD" clId="Web-{6E2145E1-016C-9556-0132-D0F7366F97B6}" dt="2025-11-18T17:10:42.938" v="275"/>
          <ac:graphicFrameMkLst>
            <pc:docMk/>
            <pc:sldMk cId="372266583" sldId="341"/>
            <ac:graphicFrameMk id="3" creationId="{A5B73D8D-BA74-5C8F-C46C-9322290B0002}"/>
          </ac:graphicFrameMkLst>
        </pc:graphicFrameChg>
      </pc:sldChg>
      <pc:sldChg chg="modSp">
        <pc:chgData name="Guillaume Jay" userId="S::jay@teragone-factory.com::4e90443a-d46f-457d-acc7-a244564c661b" providerId="AD" clId="Web-{6E2145E1-016C-9556-0132-D0F7366F97B6}" dt="2025-11-18T17:22:59.453" v="523" actId="20577"/>
        <pc:sldMkLst>
          <pc:docMk/>
          <pc:sldMk cId="67116177" sldId="342"/>
        </pc:sldMkLst>
        <pc:spChg chg="mod">
          <ac:chgData name="Guillaume Jay" userId="S::jay@teragone-factory.com::4e90443a-d46f-457d-acc7-a244564c661b" providerId="AD" clId="Web-{6E2145E1-016C-9556-0132-D0F7366F97B6}" dt="2025-11-18T17:22:59.453" v="523" actId="20577"/>
          <ac:spMkLst>
            <pc:docMk/>
            <pc:sldMk cId="67116177" sldId="342"/>
            <ac:spMk id="3" creationId="{00000000-0000-0000-0000-000000000000}"/>
          </ac:spMkLst>
        </pc:spChg>
      </pc:sldChg>
    </pc:docChg>
  </pc:docChgLst>
  <pc:docChgLst>
    <pc:chgData name="Bastien Gallay" userId="S::gallay@teragone-factory.com::a1eb176e-0b74-4018-96ec-9809138c83c4" providerId="AD" clId="Web-{408E176F-A4A2-3B3F-AB89-0CCE4432807A}"/>
    <pc:docChg chg="addSld delSld modSld sldOrd">
      <pc:chgData name="Bastien Gallay" userId="S::gallay@teragone-factory.com::a1eb176e-0b74-4018-96ec-9809138c83c4" providerId="AD" clId="Web-{408E176F-A4A2-3B3F-AB89-0CCE4432807A}" dt="2025-11-13T14:07:41.789" v="118"/>
      <pc:docMkLst>
        <pc:docMk/>
      </pc:docMkLst>
      <pc:sldChg chg="addSp delSp modSp del">
        <pc:chgData name="Bastien Gallay" userId="S::gallay@teragone-factory.com::a1eb176e-0b74-4018-96ec-9809138c83c4" providerId="AD" clId="Web-{408E176F-A4A2-3B3F-AB89-0CCE4432807A}" dt="2025-11-13T13:53:57.797" v="36"/>
        <pc:sldMkLst>
          <pc:docMk/>
          <pc:sldMk cId="0" sldId="256"/>
        </pc:sldMkLst>
      </pc:sldChg>
      <pc:sldChg chg="addSp delSp modSp mod modShow">
        <pc:chgData name="Bastien Gallay" userId="S::gallay@teragone-factory.com::a1eb176e-0b74-4018-96ec-9809138c83c4" providerId="AD" clId="Web-{408E176F-A4A2-3B3F-AB89-0CCE4432807A}" dt="2025-11-13T13:59:16.433" v="76"/>
        <pc:sldMkLst>
          <pc:docMk/>
          <pc:sldMk cId="0" sldId="258"/>
        </pc:sldMkLst>
      </pc:sldChg>
      <pc:sldChg chg="modSp add">
        <pc:chgData name="Bastien Gallay" userId="S::gallay@teragone-factory.com::a1eb176e-0b74-4018-96ec-9809138c83c4" providerId="AD" clId="Web-{408E176F-A4A2-3B3F-AB89-0CCE4432807A}" dt="2025-11-13T13:53:49.375" v="35" actId="20577"/>
        <pc:sldMkLst>
          <pc:docMk/>
          <pc:sldMk cId="2788372335" sldId="261"/>
        </pc:sldMkLst>
        <pc:spChg chg="mod">
          <ac:chgData name="Bastien Gallay" userId="S::gallay@teragone-factory.com::a1eb176e-0b74-4018-96ec-9809138c83c4" providerId="AD" clId="Web-{408E176F-A4A2-3B3F-AB89-0CCE4432807A}" dt="2025-11-13T13:53:49.375" v="35" actId="20577"/>
          <ac:spMkLst>
            <pc:docMk/>
            <pc:sldMk cId="2788372335" sldId="261"/>
            <ac:spMk id="2" creationId="{00000000-0000-0000-0000-000000000000}"/>
          </ac:spMkLst>
        </pc:spChg>
      </pc:sldChg>
    </pc:docChg>
  </pc:docChgLst>
  <pc:docChgLst>
    <pc:chgData name="Bastien Gallay" userId="S::gallay@teragone-factory.com::a1eb176e-0b74-4018-96ec-9809138c83c4" providerId="AD" clId="Web-{FF0C260D-84D9-518F-487A-5007E5B9C62E}"/>
    <pc:docChg chg="addSld modSld">
      <pc:chgData name="Bastien Gallay" userId="S::gallay@teragone-factory.com::a1eb176e-0b74-4018-96ec-9809138c83c4" providerId="AD" clId="Web-{FF0C260D-84D9-518F-487A-5007E5B9C62E}" dt="2025-11-13T14:42:30.306" v="382" actId="20577"/>
      <pc:docMkLst>
        <pc:docMk/>
      </pc:docMkLst>
      <pc:sldChg chg="mod modShow">
        <pc:chgData name="Bastien Gallay" userId="S::gallay@teragone-factory.com::a1eb176e-0b74-4018-96ec-9809138c83c4" providerId="AD" clId="Web-{FF0C260D-84D9-518F-487A-5007E5B9C62E}" dt="2025-11-13T14:14:43.424" v="19"/>
        <pc:sldMkLst>
          <pc:docMk/>
          <pc:sldMk cId="0" sldId="259"/>
        </pc:sldMkLst>
      </pc:sldChg>
    </pc:docChg>
  </pc:docChgLst>
  <pc:docChgLst>
    <pc:chgData name="Bastien Gallay" userId="S::gallay@teragone-factory.com::a1eb176e-0b74-4018-96ec-9809138c83c4" providerId="AD" clId="Web-{FBB91A99-6CA3-442B-7B4F-CD67577A6488}"/>
    <pc:docChg chg="addSld delSld sldOrd">
      <pc:chgData name="Bastien Gallay" userId="S::gallay@teragone-factory.com::a1eb176e-0b74-4018-96ec-9809138c83c4" providerId="AD" clId="Web-{FBB91A99-6CA3-442B-7B4F-CD67577A6488}" dt="2025-11-14T09:41:22.951" v="267"/>
      <pc:docMkLst>
        <pc:docMk/>
      </pc:docMkLst>
      <pc:sldChg chg="add">
        <pc:chgData name="Bastien Gallay" userId="S::gallay@teragone-factory.com::a1eb176e-0b74-4018-96ec-9809138c83c4" providerId="AD" clId="Web-{FBB91A99-6CA3-442B-7B4F-CD67577A6488}" dt="2025-11-14T08:25:41.556" v="18"/>
        <pc:sldMkLst>
          <pc:docMk/>
          <pc:sldMk cId="0" sldId="256"/>
        </pc:sldMkLst>
      </pc:sldChg>
      <pc:sldChg chg="add ord">
        <pc:chgData name="Bastien Gallay" userId="S::gallay@teragone-factory.com::a1eb176e-0b74-4018-96ec-9809138c83c4" providerId="AD" clId="Web-{FBB91A99-6CA3-442B-7B4F-CD67577A6488}" dt="2025-11-14T08:28:34.794" v="92"/>
        <pc:sldMkLst>
          <pc:docMk/>
          <pc:sldMk cId="0" sldId="258"/>
        </pc:sldMkLst>
      </pc:sldChg>
      <pc:sldChg chg="add del">
        <pc:chgData name="Bastien Gallay" userId="S::gallay@teragone-factory.com::a1eb176e-0b74-4018-96ec-9809138c83c4" providerId="AD" clId="Web-{FBB91A99-6CA3-442B-7B4F-CD67577A6488}" dt="2025-11-14T09:35:02.075" v="180"/>
        <pc:sldMkLst>
          <pc:docMk/>
          <pc:sldMk cId="0" sldId="259"/>
        </pc:sldMkLst>
      </pc:sldChg>
      <pc:sldChg chg="ord">
        <pc:chgData name="Bastien Gallay" userId="S::gallay@teragone-factory.com::a1eb176e-0b74-4018-96ec-9809138c83c4" providerId="AD" clId="Web-{FBB91A99-6CA3-442B-7B4F-CD67577A6488}" dt="2025-11-14T08:27:25.855" v="87"/>
        <pc:sldMkLst>
          <pc:docMk/>
          <pc:sldMk cId="2788372335" sldId="261"/>
        </pc:sldMkLst>
      </pc:sldChg>
      <pc:sldChg chg="add del">
        <pc:chgData name="Bastien Gallay" userId="S::gallay@teragone-factory.com::a1eb176e-0b74-4018-96ec-9809138c83c4" providerId="AD" clId="Web-{FBB91A99-6CA3-442B-7B4F-CD67577A6488}" dt="2025-11-14T09:35:01.715" v="176"/>
        <pc:sldMkLst>
          <pc:docMk/>
          <pc:sldMk cId="725667910" sldId="264"/>
        </pc:sldMkLst>
      </pc:sldChg>
      <pc:sldChg chg="add del">
        <pc:chgData name="Bastien Gallay" userId="S::gallay@teragone-factory.com::a1eb176e-0b74-4018-96ec-9809138c83c4" providerId="AD" clId="Web-{FBB91A99-6CA3-442B-7B4F-CD67577A6488}" dt="2025-11-14T09:35:01.809" v="177"/>
        <pc:sldMkLst>
          <pc:docMk/>
          <pc:sldMk cId="1252069444" sldId="265"/>
        </pc:sldMkLst>
      </pc:sldChg>
      <pc:sldChg chg="add">
        <pc:chgData name="Bastien Gallay" userId="S::gallay@teragone-factory.com::a1eb176e-0b74-4018-96ec-9809138c83c4" providerId="AD" clId="Web-{FBB91A99-6CA3-442B-7B4F-CD67577A6488}" dt="2025-11-14T08:25:11.071" v="0"/>
        <pc:sldMkLst>
          <pc:docMk/>
          <pc:sldMk cId="3773524808" sldId="268"/>
        </pc:sldMkLst>
      </pc:sldChg>
      <pc:sldChg chg="add">
        <pc:chgData name="Bastien Gallay" userId="S::gallay@teragone-factory.com::a1eb176e-0b74-4018-96ec-9809138c83c4" providerId="AD" clId="Web-{FBB91A99-6CA3-442B-7B4F-CD67577A6488}" dt="2025-11-14T08:25:40.868" v="11"/>
        <pc:sldMkLst>
          <pc:docMk/>
          <pc:sldMk cId="476669153" sldId="277"/>
        </pc:sldMkLst>
      </pc:sldChg>
      <pc:sldChg chg="add ord">
        <pc:chgData name="Bastien Gallay" userId="S::gallay@teragone-factory.com::a1eb176e-0b74-4018-96ec-9809138c83c4" providerId="AD" clId="Web-{FBB91A99-6CA3-442B-7B4F-CD67577A6488}" dt="2025-11-14T08:27:11.089" v="84"/>
        <pc:sldMkLst>
          <pc:docMk/>
          <pc:sldMk cId="3275995822" sldId="283"/>
        </pc:sldMkLst>
      </pc:sldChg>
      <pc:sldChg chg="add ord">
        <pc:chgData name="Bastien Gallay" userId="S::gallay@teragone-factory.com::a1eb176e-0b74-4018-96ec-9809138c83c4" providerId="AD" clId="Web-{FBB91A99-6CA3-442B-7B4F-CD67577A6488}" dt="2025-11-14T08:28:34.794" v="95"/>
        <pc:sldMkLst>
          <pc:docMk/>
          <pc:sldMk cId="2954723124" sldId="291"/>
        </pc:sldMkLst>
      </pc:sldChg>
      <pc:sldChg chg="add ord">
        <pc:chgData name="Bastien Gallay" userId="S::gallay@teragone-factory.com::a1eb176e-0b74-4018-96ec-9809138c83c4" providerId="AD" clId="Web-{FBB91A99-6CA3-442B-7B4F-CD67577A6488}" dt="2025-11-14T08:28:34.794" v="94"/>
        <pc:sldMkLst>
          <pc:docMk/>
          <pc:sldMk cId="1356049860" sldId="292"/>
        </pc:sldMkLst>
      </pc:sldChg>
      <pc:sldChg chg="add ord">
        <pc:chgData name="Bastien Gallay" userId="S::gallay@teragone-factory.com::a1eb176e-0b74-4018-96ec-9809138c83c4" providerId="AD" clId="Web-{FBB91A99-6CA3-442B-7B4F-CD67577A6488}" dt="2025-11-14T08:28:34.794" v="93"/>
        <pc:sldMkLst>
          <pc:docMk/>
          <pc:sldMk cId="2361916836" sldId="293"/>
        </pc:sldMkLst>
      </pc:sldChg>
      <pc:sldChg chg="add">
        <pc:chgData name="Bastien Gallay" userId="S::gallay@teragone-factory.com::a1eb176e-0b74-4018-96ec-9809138c83c4" providerId="AD" clId="Web-{FBB91A99-6CA3-442B-7B4F-CD67577A6488}" dt="2025-11-14T08:28:46.951" v="96"/>
        <pc:sldMkLst>
          <pc:docMk/>
          <pc:sldMk cId="1204473206" sldId="294"/>
        </pc:sldMkLst>
      </pc:sldChg>
      <pc:sldChg chg="add">
        <pc:chgData name="Bastien Gallay" userId="S::gallay@teragone-factory.com::a1eb176e-0b74-4018-96ec-9809138c83c4" providerId="AD" clId="Web-{FBB91A99-6CA3-442B-7B4F-CD67577A6488}" dt="2025-11-14T08:29:06.107" v="101"/>
        <pc:sldMkLst>
          <pc:docMk/>
          <pc:sldMk cId="2567581301" sldId="299"/>
        </pc:sldMkLst>
      </pc:sldChg>
      <pc:sldChg chg="add">
        <pc:chgData name="Bastien Gallay" userId="S::gallay@teragone-factory.com::a1eb176e-0b74-4018-96ec-9809138c83c4" providerId="AD" clId="Web-{FBB91A99-6CA3-442B-7B4F-CD67577A6488}" dt="2025-11-14T09:34:10.727" v="141"/>
        <pc:sldMkLst>
          <pc:docMk/>
          <pc:sldMk cId="3316631279" sldId="319"/>
        </pc:sldMkLst>
      </pc:sldChg>
      <pc:sldChg chg="add">
        <pc:chgData name="Bastien Gallay" userId="S::gallay@teragone-factory.com::a1eb176e-0b74-4018-96ec-9809138c83c4" providerId="AD" clId="Web-{FBB91A99-6CA3-442B-7B4F-CD67577A6488}" dt="2025-11-14T09:34:10.805" v="142"/>
        <pc:sldMkLst>
          <pc:docMk/>
          <pc:sldMk cId="1439854718" sldId="320"/>
        </pc:sldMkLst>
      </pc:sldChg>
      <pc:sldChg chg="add">
        <pc:chgData name="Bastien Gallay" userId="S::gallay@teragone-factory.com::a1eb176e-0b74-4018-96ec-9809138c83c4" providerId="AD" clId="Web-{FBB91A99-6CA3-442B-7B4F-CD67577A6488}" dt="2025-11-14T09:34:10.883" v="143"/>
        <pc:sldMkLst>
          <pc:docMk/>
          <pc:sldMk cId="3387683884" sldId="321"/>
        </pc:sldMkLst>
      </pc:sldChg>
      <pc:sldChg chg="add">
        <pc:chgData name="Bastien Gallay" userId="S::gallay@teragone-factory.com::a1eb176e-0b74-4018-96ec-9809138c83c4" providerId="AD" clId="Web-{FBB91A99-6CA3-442B-7B4F-CD67577A6488}" dt="2025-11-14T09:34:10.977" v="144"/>
        <pc:sldMkLst>
          <pc:docMk/>
          <pc:sldMk cId="4097634386" sldId="322"/>
        </pc:sldMkLst>
      </pc:sldChg>
      <pc:sldChg chg="add del">
        <pc:chgData name="Bastien Gallay" userId="S::gallay@teragone-factory.com::a1eb176e-0b74-4018-96ec-9809138c83c4" providerId="AD" clId="Web-{FBB91A99-6CA3-442B-7B4F-CD67577A6488}" dt="2025-11-14T09:35:01.637" v="175"/>
        <pc:sldMkLst>
          <pc:docMk/>
          <pc:sldMk cId="1837288970" sldId="325"/>
        </pc:sldMkLst>
      </pc:sldChg>
      <pc:sldChg chg="add del">
        <pc:chgData name="Bastien Gallay" userId="S::gallay@teragone-factory.com::a1eb176e-0b74-4018-96ec-9809138c83c4" providerId="AD" clId="Web-{FBB91A99-6CA3-442B-7B4F-CD67577A6488}" dt="2025-11-14T09:35:01.903" v="178"/>
        <pc:sldMkLst>
          <pc:docMk/>
          <pc:sldMk cId="986540719" sldId="326"/>
        </pc:sldMkLst>
      </pc:sldChg>
      <pc:sldChg chg="add del">
        <pc:chgData name="Bastien Gallay" userId="S::gallay@teragone-factory.com::a1eb176e-0b74-4018-96ec-9809138c83c4" providerId="AD" clId="Web-{FBB91A99-6CA3-442B-7B4F-CD67577A6488}" dt="2025-11-14T09:35:02.012" v="179"/>
        <pc:sldMkLst>
          <pc:docMk/>
          <pc:sldMk cId="2347734481" sldId="327"/>
        </pc:sldMkLst>
      </pc:sldChg>
      <pc:sldChg chg="add">
        <pc:chgData name="Bastien Gallay" userId="S::gallay@teragone-factory.com::a1eb176e-0b74-4018-96ec-9809138c83c4" providerId="AD" clId="Web-{FBB91A99-6CA3-442B-7B4F-CD67577A6488}" dt="2025-11-14T09:41:22.623" v="264"/>
        <pc:sldMkLst>
          <pc:docMk/>
          <pc:sldMk cId="1853088663" sldId="340"/>
        </pc:sldMkLst>
      </pc:sldChg>
      <pc:sldChg chg="add del">
        <pc:chgData name="Bastien Gallay" userId="S::gallay@teragone-factory.com::a1eb176e-0b74-4018-96ec-9809138c83c4" providerId="AD" clId="Web-{FBB91A99-6CA3-442B-7B4F-CD67577A6488}" dt="2025-11-14T09:41:22.732" v="265"/>
        <pc:sldMkLst>
          <pc:docMk/>
          <pc:sldMk cId="372266583" sldId="341"/>
        </pc:sldMkLst>
      </pc:sldChg>
      <pc:sldChg chg="add">
        <pc:chgData name="Bastien Gallay" userId="S::gallay@teragone-factory.com::a1eb176e-0b74-4018-96ec-9809138c83c4" providerId="AD" clId="Web-{FBB91A99-6CA3-442B-7B4F-CD67577A6488}" dt="2025-11-14T09:41:22.857" v="266"/>
        <pc:sldMkLst>
          <pc:docMk/>
          <pc:sldMk cId="67116177" sldId="342"/>
        </pc:sldMkLst>
      </pc:sldChg>
      <pc:sldChg chg="add del">
        <pc:chgData name="Bastien Gallay" userId="S::gallay@teragone-factory.com::a1eb176e-0b74-4018-96ec-9809138c83c4" providerId="AD" clId="Web-{FBB91A99-6CA3-442B-7B4F-CD67577A6488}" dt="2025-11-14T09:41:22.951" v="267"/>
        <pc:sldMkLst>
          <pc:docMk/>
          <pc:sldMk cId="1303541974" sldId="343"/>
        </pc:sldMkLst>
      </pc:sldChg>
    </pc:docChg>
  </pc:docChgLst>
  <pc:docChgLst>
    <pc:chgData name="Guillaume Jay" userId="4e90443a-d46f-457d-acc7-a244564c661b" providerId="ADAL" clId="{F84E7B77-F2E7-4DAC-97A9-9828BB256D46}"/>
    <pc:docChg chg="undo custSel addSld modSld">
      <pc:chgData name="Guillaume Jay" userId="4e90443a-d46f-457d-acc7-a244564c661b" providerId="ADAL" clId="{F84E7B77-F2E7-4DAC-97A9-9828BB256D46}" dt="2025-11-21T10:46:57.510" v="1129" actId="20577"/>
      <pc:docMkLst>
        <pc:docMk/>
      </pc:docMkLst>
      <pc:sldChg chg="modSp mod">
        <pc:chgData name="Guillaume Jay" userId="4e90443a-d46f-457d-acc7-a244564c661b" providerId="ADAL" clId="{F84E7B77-F2E7-4DAC-97A9-9828BB256D46}" dt="2025-11-21T10:10:39.644" v="722" actId="20577"/>
        <pc:sldMkLst>
          <pc:docMk/>
          <pc:sldMk cId="1356049860" sldId="292"/>
        </pc:sldMkLst>
        <pc:spChg chg="mod">
          <ac:chgData name="Guillaume Jay" userId="4e90443a-d46f-457d-acc7-a244564c661b" providerId="ADAL" clId="{F84E7B77-F2E7-4DAC-97A9-9828BB256D46}" dt="2025-11-21T10:10:39.644" v="722" actId="20577"/>
          <ac:spMkLst>
            <pc:docMk/>
            <pc:sldMk cId="1356049860" sldId="292"/>
            <ac:spMk id="4" creationId="{00000000-0000-0000-0000-000000000000}"/>
          </ac:spMkLst>
        </pc:spChg>
      </pc:sldChg>
      <pc:sldChg chg="modSp mod">
        <pc:chgData name="Guillaume Jay" userId="4e90443a-d46f-457d-acc7-a244564c661b" providerId="ADAL" clId="{F84E7B77-F2E7-4DAC-97A9-9828BB256D46}" dt="2025-11-21T09:20:01.489" v="300" actId="20577"/>
        <pc:sldMkLst>
          <pc:docMk/>
          <pc:sldMk cId="1164452898" sldId="359"/>
        </pc:sldMkLst>
        <pc:spChg chg="mod">
          <ac:chgData name="Guillaume Jay" userId="4e90443a-d46f-457d-acc7-a244564c661b" providerId="ADAL" clId="{F84E7B77-F2E7-4DAC-97A9-9828BB256D46}" dt="2025-11-21T09:20:01.489" v="300" actId="20577"/>
          <ac:spMkLst>
            <pc:docMk/>
            <pc:sldMk cId="1164452898" sldId="359"/>
            <ac:spMk id="25" creationId="{3D63BFB9-E013-4576-A09B-0A4F0590DE91}"/>
          </ac:spMkLst>
        </pc:spChg>
      </pc:sldChg>
      <pc:sldChg chg="delSp modSp mod">
        <pc:chgData name="Guillaume Jay" userId="4e90443a-d46f-457d-acc7-a244564c661b" providerId="ADAL" clId="{F84E7B77-F2E7-4DAC-97A9-9828BB256D46}" dt="2025-11-21T09:22:04.623" v="322" actId="20577"/>
        <pc:sldMkLst>
          <pc:docMk/>
          <pc:sldMk cId="650176614" sldId="360"/>
        </pc:sldMkLst>
        <pc:spChg chg="del">
          <ac:chgData name="Guillaume Jay" userId="4e90443a-d46f-457d-acc7-a244564c661b" providerId="ADAL" clId="{F84E7B77-F2E7-4DAC-97A9-9828BB256D46}" dt="2025-11-21T08:52:51.812" v="0" actId="478"/>
          <ac:spMkLst>
            <pc:docMk/>
            <pc:sldMk cId="650176614" sldId="360"/>
            <ac:spMk id="2" creationId="{B290A7DE-A8AA-713E-C69F-9740DF0B7302}"/>
          </ac:spMkLst>
        </pc:spChg>
        <pc:spChg chg="mod">
          <ac:chgData name="Guillaume Jay" userId="4e90443a-d46f-457d-acc7-a244564c661b" providerId="ADAL" clId="{F84E7B77-F2E7-4DAC-97A9-9828BB256D46}" dt="2025-11-21T08:56:15.281" v="47" actId="14100"/>
          <ac:spMkLst>
            <pc:docMk/>
            <pc:sldMk cId="650176614" sldId="360"/>
            <ac:spMk id="12" creationId="{1066F081-ED0C-C2F8-D16D-3A857DD7AA56}"/>
          </ac:spMkLst>
        </pc:spChg>
        <pc:spChg chg="mod">
          <ac:chgData name="Guillaume Jay" userId="4e90443a-d46f-457d-acc7-a244564c661b" providerId="ADAL" clId="{F84E7B77-F2E7-4DAC-97A9-9828BB256D46}" dt="2025-11-21T09:22:04.623" v="322" actId="20577"/>
          <ac:spMkLst>
            <pc:docMk/>
            <pc:sldMk cId="650176614" sldId="360"/>
            <ac:spMk id="14" creationId="{34A2E0DC-392C-13C7-0A20-C170681D119E}"/>
          </ac:spMkLst>
        </pc:spChg>
        <pc:picChg chg="del mod">
          <ac:chgData name="Guillaume Jay" userId="4e90443a-d46f-457d-acc7-a244564c661b" providerId="ADAL" clId="{F84E7B77-F2E7-4DAC-97A9-9828BB256D46}" dt="2025-11-21T08:52:53.213" v="2" actId="478"/>
          <ac:picMkLst>
            <pc:docMk/>
            <pc:sldMk cId="650176614" sldId="360"/>
            <ac:picMk id="6" creationId="{B8AC7E3F-B53A-CF9B-11DE-08CC3F943413}"/>
          </ac:picMkLst>
        </pc:picChg>
      </pc:sldChg>
      <pc:sldChg chg="addSp modSp mod">
        <pc:chgData name="Guillaume Jay" userId="4e90443a-d46f-457d-acc7-a244564c661b" providerId="ADAL" clId="{F84E7B77-F2E7-4DAC-97A9-9828BB256D46}" dt="2025-11-21T08:59:49.956" v="56" actId="5793"/>
        <pc:sldMkLst>
          <pc:docMk/>
          <pc:sldMk cId="2345977140" sldId="378"/>
        </pc:sldMkLst>
        <pc:spChg chg="mod">
          <ac:chgData name="Guillaume Jay" userId="4e90443a-d46f-457d-acc7-a244564c661b" providerId="ADAL" clId="{F84E7B77-F2E7-4DAC-97A9-9828BB256D46}" dt="2025-11-21T08:59:49.956" v="56" actId="5793"/>
          <ac:spMkLst>
            <pc:docMk/>
            <pc:sldMk cId="2345977140" sldId="378"/>
            <ac:spMk id="2" creationId="{A30D2EA2-F774-873F-7396-E9ECF20B1971}"/>
          </ac:spMkLst>
        </pc:spChg>
        <pc:picChg chg="add mod">
          <ac:chgData name="Guillaume Jay" userId="4e90443a-d46f-457d-acc7-a244564c661b" providerId="ADAL" clId="{F84E7B77-F2E7-4DAC-97A9-9828BB256D46}" dt="2025-11-21T08:56:45.091" v="53" actId="14100"/>
          <ac:picMkLst>
            <pc:docMk/>
            <pc:sldMk cId="2345977140" sldId="378"/>
            <ac:picMk id="4" creationId="{845C21FF-6F19-5B63-FA8D-8EC6D7F9FA5D}"/>
          </ac:picMkLst>
        </pc:picChg>
      </pc:sldChg>
      <pc:sldChg chg="modSp mod">
        <pc:chgData name="Guillaume Jay" userId="4e90443a-d46f-457d-acc7-a244564c661b" providerId="ADAL" clId="{F84E7B77-F2E7-4DAC-97A9-9828BB256D46}" dt="2025-11-21T08:55:32.128" v="40" actId="122"/>
        <pc:sldMkLst>
          <pc:docMk/>
          <pc:sldMk cId="3772697396" sldId="379"/>
        </pc:sldMkLst>
        <pc:spChg chg="mod">
          <ac:chgData name="Guillaume Jay" userId="4e90443a-d46f-457d-acc7-a244564c661b" providerId="ADAL" clId="{F84E7B77-F2E7-4DAC-97A9-9828BB256D46}" dt="2025-11-21T08:54:40.134" v="31" actId="1076"/>
          <ac:spMkLst>
            <pc:docMk/>
            <pc:sldMk cId="3772697396" sldId="379"/>
            <ac:spMk id="2" creationId="{FA736677-7667-EA06-6957-231E54E16B99}"/>
          </ac:spMkLst>
        </pc:spChg>
        <pc:spChg chg="mod">
          <ac:chgData name="Guillaume Jay" userId="4e90443a-d46f-457d-acc7-a244564c661b" providerId="ADAL" clId="{F84E7B77-F2E7-4DAC-97A9-9828BB256D46}" dt="2025-11-21T08:55:32.128" v="40" actId="122"/>
          <ac:spMkLst>
            <pc:docMk/>
            <pc:sldMk cId="3772697396" sldId="379"/>
            <ac:spMk id="12" creationId="{D4953623-A927-C3A5-B9FE-772136B2F0FC}"/>
          </ac:spMkLst>
        </pc:spChg>
        <pc:picChg chg="mod">
          <ac:chgData name="Guillaume Jay" userId="4e90443a-d46f-457d-acc7-a244564c661b" providerId="ADAL" clId="{F84E7B77-F2E7-4DAC-97A9-9828BB256D46}" dt="2025-11-21T08:54:42.963" v="32" actId="1076"/>
          <ac:picMkLst>
            <pc:docMk/>
            <pc:sldMk cId="3772697396" sldId="379"/>
            <ac:picMk id="11" creationId="{8B8C1853-DFE3-1560-9D51-82955EB0F6F4}"/>
          </ac:picMkLst>
        </pc:picChg>
      </pc:sldChg>
      <pc:sldChg chg="addSp delSp modSp add mod">
        <pc:chgData name="Guillaume Jay" userId="4e90443a-d46f-457d-acc7-a244564c661b" providerId="ADAL" clId="{F84E7B77-F2E7-4DAC-97A9-9828BB256D46}" dt="2025-11-21T10:14:22.707" v="766" actId="12"/>
        <pc:sldMkLst>
          <pc:docMk/>
          <pc:sldMk cId="370924112" sldId="380"/>
        </pc:sldMkLst>
        <pc:spChg chg="mod">
          <ac:chgData name="Guillaume Jay" userId="4e90443a-d46f-457d-acc7-a244564c661b" providerId="ADAL" clId="{F84E7B77-F2E7-4DAC-97A9-9828BB256D46}" dt="2025-11-21T09:19:43.740" v="298" actId="20577"/>
          <ac:spMkLst>
            <pc:docMk/>
            <pc:sldMk cId="370924112" sldId="380"/>
            <ac:spMk id="2" creationId="{462B5716-ED57-40BA-EB6C-48BC2BCDA0DF}"/>
          </ac:spMkLst>
        </pc:spChg>
        <pc:spChg chg="add mod">
          <ac:chgData name="Guillaume Jay" userId="4e90443a-d46f-457d-acc7-a244564c661b" providerId="ADAL" clId="{F84E7B77-F2E7-4DAC-97A9-9828BB256D46}" dt="2025-11-21T10:14:22.707" v="766" actId="12"/>
          <ac:spMkLst>
            <pc:docMk/>
            <pc:sldMk cId="370924112" sldId="380"/>
            <ac:spMk id="6" creationId="{C15340CC-EB99-8EE1-7658-CED93AFFD001}"/>
          </ac:spMkLst>
        </pc:spChg>
        <pc:picChg chg="del">
          <ac:chgData name="Guillaume Jay" userId="4e90443a-d46f-457d-acc7-a244564c661b" providerId="ADAL" clId="{F84E7B77-F2E7-4DAC-97A9-9828BB256D46}" dt="2025-11-21T08:59:57.358" v="57" actId="478"/>
          <ac:picMkLst>
            <pc:docMk/>
            <pc:sldMk cId="370924112" sldId="380"/>
            <ac:picMk id="4" creationId="{545AD6E3-9C89-DD97-7A24-314B21ED4B2E}"/>
          </ac:picMkLst>
        </pc:picChg>
      </pc:sldChg>
      <pc:sldChg chg="addSp delSp modSp add mod">
        <pc:chgData name="Guillaume Jay" userId="4e90443a-d46f-457d-acc7-a244564c661b" providerId="ADAL" clId="{F84E7B77-F2E7-4DAC-97A9-9828BB256D46}" dt="2025-11-21T09:29:27.244" v="699" actId="108"/>
        <pc:sldMkLst>
          <pc:docMk/>
          <pc:sldMk cId="1345033992" sldId="385"/>
        </pc:sldMkLst>
        <pc:spChg chg="mod">
          <ac:chgData name="Guillaume Jay" userId="4e90443a-d46f-457d-acc7-a244564c661b" providerId="ADAL" clId="{F84E7B77-F2E7-4DAC-97A9-9828BB256D46}" dt="2025-11-21T09:23:22.964" v="394" actId="20577"/>
          <ac:spMkLst>
            <pc:docMk/>
            <pc:sldMk cId="1345033992" sldId="385"/>
            <ac:spMk id="2" creationId="{3060FD20-0E0A-CC6D-29A0-6D598E3C3A5D}"/>
          </ac:spMkLst>
        </pc:spChg>
        <pc:spChg chg="del mod">
          <ac:chgData name="Guillaume Jay" userId="4e90443a-d46f-457d-acc7-a244564c661b" providerId="ADAL" clId="{F84E7B77-F2E7-4DAC-97A9-9828BB256D46}" dt="2025-11-21T09:23:30.258" v="396" actId="478"/>
          <ac:spMkLst>
            <pc:docMk/>
            <pc:sldMk cId="1345033992" sldId="385"/>
            <ac:spMk id="6" creationId="{2480E09A-5773-4D2F-D4E5-43DC9933A484}"/>
          </ac:spMkLst>
        </pc:spChg>
        <pc:graphicFrameChg chg="add mod modGraphic">
          <ac:chgData name="Guillaume Jay" userId="4e90443a-d46f-457d-acc7-a244564c661b" providerId="ADAL" clId="{F84E7B77-F2E7-4DAC-97A9-9828BB256D46}" dt="2025-11-21T09:29:27.244" v="699" actId="108"/>
          <ac:graphicFrameMkLst>
            <pc:docMk/>
            <pc:sldMk cId="1345033992" sldId="385"/>
            <ac:graphicFrameMk id="3" creationId="{636443F8-7710-5C9E-BC32-B36D2D523060}"/>
          </ac:graphicFrameMkLst>
        </pc:graphicFrameChg>
      </pc:sldChg>
      <pc:sldChg chg="addSp delSp modSp add mod">
        <pc:chgData name="Guillaume Jay" userId="4e90443a-d46f-457d-acc7-a244564c661b" providerId="ADAL" clId="{F84E7B77-F2E7-4DAC-97A9-9828BB256D46}" dt="2025-11-21T10:26:07.270" v="864" actId="14100"/>
        <pc:sldMkLst>
          <pc:docMk/>
          <pc:sldMk cId="2337863056" sldId="386"/>
        </pc:sldMkLst>
        <pc:spChg chg="mod">
          <ac:chgData name="Guillaume Jay" userId="4e90443a-d46f-457d-acc7-a244564c661b" providerId="ADAL" clId="{F84E7B77-F2E7-4DAC-97A9-9828BB256D46}" dt="2025-11-21T10:16:06.643" v="782" actId="20577"/>
          <ac:spMkLst>
            <pc:docMk/>
            <pc:sldMk cId="2337863056" sldId="386"/>
            <ac:spMk id="2" creationId="{ED06DFE0-7EE9-DD13-BC9D-563D007E00E0}"/>
          </ac:spMkLst>
        </pc:spChg>
        <pc:graphicFrameChg chg="del">
          <ac:chgData name="Guillaume Jay" userId="4e90443a-d46f-457d-acc7-a244564c661b" providerId="ADAL" clId="{F84E7B77-F2E7-4DAC-97A9-9828BB256D46}" dt="2025-11-21T09:31:48.133" v="706" actId="478"/>
          <ac:graphicFrameMkLst>
            <pc:docMk/>
            <pc:sldMk cId="2337863056" sldId="386"/>
            <ac:graphicFrameMk id="3" creationId="{7235B421-6A9D-C988-C552-09B98E9DBA23}"/>
          </ac:graphicFrameMkLst>
        </pc:graphicFrameChg>
        <pc:graphicFrameChg chg="add mod">
          <ac:chgData name="Guillaume Jay" userId="4e90443a-d46f-457d-acc7-a244564c661b" providerId="ADAL" clId="{F84E7B77-F2E7-4DAC-97A9-9828BB256D46}" dt="2025-11-21T10:26:07.270" v="864" actId="14100"/>
          <ac:graphicFrameMkLst>
            <pc:docMk/>
            <pc:sldMk cId="2337863056" sldId="386"/>
            <ac:graphicFrameMk id="4" creationId="{61D4B66D-5EC7-BEFA-A500-93BCED61708C}"/>
          </ac:graphicFrameMkLst>
        </pc:graphicFrameChg>
        <pc:graphicFrameChg chg="add del mod">
          <ac:chgData name="Guillaume Jay" userId="4e90443a-d46f-457d-acc7-a244564c661b" providerId="ADAL" clId="{F84E7B77-F2E7-4DAC-97A9-9828BB256D46}" dt="2025-11-21T09:34:14.701" v="711" actId="478"/>
          <ac:graphicFrameMkLst>
            <pc:docMk/>
            <pc:sldMk cId="2337863056" sldId="386"/>
            <ac:graphicFrameMk id="6" creationId="{08DB71DF-616F-9621-2195-423EDCD92C88}"/>
          </ac:graphicFrameMkLst>
        </pc:graphicFrameChg>
        <pc:graphicFrameChg chg="add del mod">
          <ac:chgData name="Guillaume Jay" userId="4e90443a-d46f-457d-acc7-a244564c661b" providerId="ADAL" clId="{F84E7B77-F2E7-4DAC-97A9-9828BB256D46}" dt="2025-11-21T09:37:40.236" v="713" actId="478"/>
          <ac:graphicFrameMkLst>
            <pc:docMk/>
            <pc:sldMk cId="2337863056" sldId="386"/>
            <ac:graphicFrameMk id="7" creationId="{2FA8540E-171E-0A14-0D07-10CB6D62431B}"/>
          </ac:graphicFrameMkLst>
        </pc:graphicFrameChg>
        <pc:graphicFrameChg chg="add del mod">
          <ac:chgData name="Guillaume Jay" userId="4e90443a-d46f-457d-acc7-a244564c661b" providerId="ADAL" clId="{F84E7B77-F2E7-4DAC-97A9-9828BB256D46}" dt="2025-11-21T10:21:54.066" v="809" actId="478"/>
          <ac:graphicFrameMkLst>
            <pc:docMk/>
            <pc:sldMk cId="2337863056" sldId="386"/>
            <ac:graphicFrameMk id="9" creationId="{595C15C3-4EF1-B58C-0E47-2FB19276DC93}"/>
          </ac:graphicFrameMkLst>
        </pc:graphicFrameChg>
        <pc:graphicFrameChg chg="add mod">
          <ac:chgData name="Guillaume Jay" userId="4e90443a-d46f-457d-acc7-a244564c661b" providerId="ADAL" clId="{F84E7B77-F2E7-4DAC-97A9-9828BB256D46}" dt="2025-11-21T10:25:19.048" v="860" actId="1076"/>
          <ac:graphicFrameMkLst>
            <pc:docMk/>
            <pc:sldMk cId="2337863056" sldId="386"/>
            <ac:graphicFrameMk id="12" creationId="{2AC676B0-5819-7A9A-21A8-9CC4231A1CE7}"/>
          </ac:graphicFrameMkLst>
        </pc:graphicFrameChg>
      </pc:sldChg>
      <pc:sldChg chg="addSp delSp modSp add mod">
        <pc:chgData name="Guillaume Jay" userId="4e90443a-d46f-457d-acc7-a244564c661b" providerId="ADAL" clId="{F84E7B77-F2E7-4DAC-97A9-9828BB256D46}" dt="2025-11-21T10:15:44.781" v="768" actId="22"/>
        <pc:sldMkLst>
          <pc:docMk/>
          <pc:sldMk cId="3876620935" sldId="389"/>
        </pc:sldMkLst>
        <pc:spChg chg="mod">
          <ac:chgData name="Guillaume Jay" userId="4e90443a-d46f-457d-acc7-a244564c661b" providerId="ADAL" clId="{F84E7B77-F2E7-4DAC-97A9-9828BB256D46}" dt="2025-11-21T10:13:38.942" v="753" actId="20577"/>
          <ac:spMkLst>
            <pc:docMk/>
            <pc:sldMk cId="3876620935" sldId="389"/>
            <ac:spMk id="2" creationId="{8569E136-E65C-1AD7-B607-FD988464B6F5}"/>
          </ac:spMkLst>
        </pc:spChg>
        <pc:spChg chg="add del">
          <ac:chgData name="Guillaume Jay" userId="4e90443a-d46f-457d-acc7-a244564c661b" providerId="ADAL" clId="{F84E7B77-F2E7-4DAC-97A9-9828BB256D46}" dt="2025-11-21T10:12:23.547" v="747" actId="22"/>
          <ac:spMkLst>
            <pc:docMk/>
            <pc:sldMk cId="3876620935" sldId="389"/>
            <ac:spMk id="18" creationId="{88B9AF55-A44A-7BCE-8933-34155330C478}"/>
          </ac:spMkLst>
        </pc:spChg>
        <pc:graphicFrameChg chg="del">
          <ac:chgData name="Guillaume Jay" userId="4e90443a-d46f-457d-acc7-a244564c661b" providerId="ADAL" clId="{F84E7B77-F2E7-4DAC-97A9-9828BB256D46}" dt="2025-11-21T10:11:06.295" v="738" actId="478"/>
          <ac:graphicFrameMkLst>
            <pc:docMk/>
            <pc:sldMk cId="3876620935" sldId="389"/>
            <ac:graphicFrameMk id="4" creationId="{88C8CDF5-419D-2130-4545-B82C91E5C0AA}"/>
          </ac:graphicFrameMkLst>
        </pc:graphicFrameChg>
        <pc:graphicFrameChg chg="del">
          <ac:chgData name="Guillaume Jay" userId="4e90443a-d46f-457d-acc7-a244564c661b" providerId="ADAL" clId="{F84E7B77-F2E7-4DAC-97A9-9828BB256D46}" dt="2025-11-21T10:11:07.434" v="739" actId="478"/>
          <ac:graphicFrameMkLst>
            <pc:docMk/>
            <pc:sldMk cId="3876620935" sldId="389"/>
            <ac:graphicFrameMk id="9" creationId="{F273E41A-8620-64EF-0E5E-5C28B9896618}"/>
          </ac:graphicFrameMkLst>
        </pc:graphicFrameChg>
        <pc:picChg chg="add del mod">
          <ac:chgData name="Guillaume Jay" userId="4e90443a-d46f-457d-acc7-a244564c661b" providerId="ADAL" clId="{F84E7B77-F2E7-4DAC-97A9-9828BB256D46}" dt="2025-11-21T10:11:27.048" v="742" actId="478"/>
          <ac:picMkLst>
            <pc:docMk/>
            <pc:sldMk cId="3876620935" sldId="389"/>
            <ac:picMk id="6" creationId="{550E7AED-39D4-839F-CAC0-6B7D1DBF32F0}"/>
          </ac:picMkLst>
        </pc:picChg>
        <pc:picChg chg="add del mod">
          <ac:chgData name="Guillaume Jay" userId="4e90443a-d46f-457d-acc7-a244564c661b" providerId="ADAL" clId="{F84E7B77-F2E7-4DAC-97A9-9828BB256D46}" dt="2025-11-21T10:13:41.267" v="754" actId="478"/>
          <ac:picMkLst>
            <pc:docMk/>
            <pc:sldMk cId="3876620935" sldId="389"/>
            <ac:picMk id="12" creationId="{311D968C-F439-9637-81F7-0FF974A1E307}"/>
          </ac:picMkLst>
        </pc:picChg>
        <pc:picChg chg="add del mod">
          <ac:chgData name="Guillaume Jay" userId="4e90443a-d46f-457d-acc7-a244564c661b" providerId="ADAL" clId="{F84E7B77-F2E7-4DAC-97A9-9828BB256D46}" dt="2025-11-21T10:13:43.268" v="755" actId="478"/>
          <ac:picMkLst>
            <pc:docMk/>
            <pc:sldMk cId="3876620935" sldId="389"/>
            <ac:picMk id="20" creationId="{C137CDF5-23AD-7E93-A412-436DF5EA7929}"/>
          </ac:picMkLst>
        </pc:picChg>
        <pc:picChg chg="add del mod">
          <ac:chgData name="Guillaume Jay" userId="4e90443a-d46f-457d-acc7-a244564c661b" providerId="ADAL" clId="{F84E7B77-F2E7-4DAC-97A9-9828BB256D46}" dt="2025-11-21T10:15:44.178" v="767" actId="478"/>
          <ac:picMkLst>
            <pc:docMk/>
            <pc:sldMk cId="3876620935" sldId="389"/>
            <ac:picMk id="22" creationId="{854366BF-1F01-73A2-2C3C-495FB77DE515}"/>
          </ac:picMkLst>
        </pc:picChg>
        <pc:picChg chg="add">
          <ac:chgData name="Guillaume Jay" userId="4e90443a-d46f-457d-acc7-a244564c661b" providerId="ADAL" clId="{F84E7B77-F2E7-4DAC-97A9-9828BB256D46}" dt="2025-11-21T10:15:44.781" v="768" actId="22"/>
          <ac:picMkLst>
            <pc:docMk/>
            <pc:sldMk cId="3876620935" sldId="389"/>
            <ac:picMk id="24" creationId="{5623A518-CE8D-3A00-9349-7D653F29C1E0}"/>
          </ac:picMkLst>
        </pc:picChg>
      </pc:sldChg>
      <pc:sldChg chg="modSp add mod">
        <pc:chgData name="Guillaume Jay" userId="4e90443a-d46f-457d-acc7-a244564c661b" providerId="ADAL" clId="{F84E7B77-F2E7-4DAC-97A9-9828BB256D46}" dt="2025-11-21T10:14:04.688" v="763" actId="1076"/>
        <pc:sldMkLst>
          <pc:docMk/>
          <pc:sldMk cId="1742535516" sldId="390"/>
        </pc:sldMkLst>
        <pc:spChg chg="mod">
          <ac:chgData name="Guillaume Jay" userId="4e90443a-d46f-457d-acc7-a244564c661b" providerId="ADAL" clId="{F84E7B77-F2E7-4DAC-97A9-9828BB256D46}" dt="2025-11-21T10:13:59.894" v="762" actId="20577"/>
          <ac:spMkLst>
            <pc:docMk/>
            <pc:sldMk cId="1742535516" sldId="390"/>
            <ac:spMk id="2" creationId="{3B77AF8F-3A13-C4AD-330E-E1FFC90D1EE8}"/>
          </ac:spMkLst>
        </pc:spChg>
        <pc:picChg chg="mod">
          <ac:chgData name="Guillaume Jay" userId="4e90443a-d46f-457d-acc7-a244564c661b" providerId="ADAL" clId="{F84E7B77-F2E7-4DAC-97A9-9828BB256D46}" dt="2025-11-21T10:14:04.688" v="763" actId="1076"/>
          <ac:picMkLst>
            <pc:docMk/>
            <pc:sldMk cId="1742535516" sldId="390"/>
            <ac:picMk id="12" creationId="{D402533E-6A9A-6B13-98E8-25397C3BCBCF}"/>
          </ac:picMkLst>
        </pc:picChg>
      </pc:sldChg>
      <pc:sldChg chg="addSp delSp modSp add mod">
        <pc:chgData name="Guillaume Jay" userId="4e90443a-d46f-457d-acc7-a244564c661b" providerId="ADAL" clId="{F84E7B77-F2E7-4DAC-97A9-9828BB256D46}" dt="2025-11-21T10:21:51.004" v="808" actId="478"/>
        <pc:sldMkLst>
          <pc:docMk/>
          <pc:sldMk cId="3950837525" sldId="391"/>
        </pc:sldMkLst>
        <pc:spChg chg="mod">
          <ac:chgData name="Guillaume Jay" userId="4e90443a-d46f-457d-acc7-a244564c661b" providerId="ADAL" clId="{F84E7B77-F2E7-4DAC-97A9-9828BB256D46}" dt="2025-11-21T10:16:16.337" v="791" actId="20577"/>
          <ac:spMkLst>
            <pc:docMk/>
            <pc:sldMk cId="3950837525" sldId="391"/>
            <ac:spMk id="2" creationId="{C6EA6E55-CBFC-FA36-44E4-6F20C0D6A768}"/>
          </ac:spMkLst>
        </pc:spChg>
        <pc:graphicFrameChg chg="add del mod">
          <ac:chgData name="Guillaume Jay" userId="4e90443a-d46f-457d-acc7-a244564c661b" providerId="ADAL" clId="{F84E7B77-F2E7-4DAC-97A9-9828BB256D46}" dt="2025-11-21T10:17:44.105" v="803" actId="478"/>
          <ac:graphicFrameMkLst>
            <pc:docMk/>
            <pc:sldMk cId="3950837525" sldId="391"/>
            <ac:graphicFrameMk id="3" creationId="{D589BECD-5038-9C1F-A6AE-7AB927218C34}"/>
          </ac:graphicFrameMkLst>
        </pc:graphicFrameChg>
        <pc:graphicFrameChg chg="del mod">
          <ac:chgData name="Guillaume Jay" userId="4e90443a-d46f-457d-acc7-a244564c661b" providerId="ADAL" clId="{F84E7B77-F2E7-4DAC-97A9-9828BB256D46}" dt="2025-11-21T10:16:32.733" v="793" actId="478"/>
          <ac:graphicFrameMkLst>
            <pc:docMk/>
            <pc:sldMk cId="3950837525" sldId="391"/>
            <ac:graphicFrameMk id="4" creationId="{9D51363E-3CBC-C942-1C5F-A159A44C2F7E}"/>
          </ac:graphicFrameMkLst>
        </pc:graphicFrameChg>
        <pc:graphicFrameChg chg="add mod">
          <ac:chgData name="Guillaume Jay" userId="4e90443a-d46f-457d-acc7-a244564c661b" providerId="ADAL" clId="{F84E7B77-F2E7-4DAC-97A9-9828BB256D46}" dt="2025-11-21T10:21:47.355" v="807" actId="1076"/>
          <ac:graphicFrameMkLst>
            <pc:docMk/>
            <pc:sldMk cId="3950837525" sldId="391"/>
            <ac:graphicFrameMk id="6" creationId="{D589BECD-5038-9C1F-A6AE-7AB927218C34}"/>
          </ac:graphicFrameMkLst>
        </pc:graphicFrameChg>
        <pc:graphicFrameChg chg="del mod">
          <ac:chgData name="Guillaume Jay" userId="4e90443a-d46f-457d-acc7-a244564c661b" providerId="ADAL" clId="{F84E7B77-F2E7-4DAC-97A9-9828BB256D46}" dt="2025-11-21T10:21:51.004" v="808" actId="478"/>
          <ac:graphicFrameMkLst>
            <pc:docMk/>
            <pc:sldMk cId="3950837525" sldId="391"/>
            <ac:graphicFrameMk id="9" creationId="{986CED7C-8449-7A0B-3628-0BEE47867910}"/>
          </ac:graphicFrameMkLst>
        </pc:graphicFrameChg>
      </pc:sldChg>
      <pc:sldChg chg="addSp delSp modSp add mod">
        <pc:chgData name="Guillaume Jay" userId="4e90443a-d46f-457d-acc7-a244564c661b" providerId="ADAL" clId="{F84E7B77-F2E7-4DAC-97A9-9828BB256D46}" dt="2025-11-21T10:22:58.803" v="858" actId="20577"/>
        <pc:sldMkLst>
          <pc:docMk/>
          <pc:sldMk cId="2252569770" sldId="392"/>
        </pc:sldMkLst>
        <pc:spChg chg="mod">
          <ac:chgData name="Guillaume Jay" userId="4e90443a-d46f-457d-acc7-a244564c661b" providerId="ADAL" clId="{F84E7B77-F2E7-4DAC-97A9-9828BB256D46}" dt="2025-11-21T10:22:58.803" v="858" actId="20577"/>
          <ac:spMkLst>
            <pc:docMk/>
            <pc:sldMk cId="2252569770" sldId="392"/>
            <ac:spMk id="2" creationId="{E12105C1-9A5A-A46E-2050-E3D8855D79A8}"/>
          </ac:spMkLst>
        </pc:spChg>
        <pc:graphicFrameChg chg="add mod">
          <ac:chgData name="Guillaume Jay" userId="4e90443a-d46f-457d-acc7-a244564c661b" providerId="ADAL" clId="{F84E7B77-F2E7-4DAC-97A9-9828BB256D46}" dt="2025-11-21T10:22:48.345" v="820" actId="1076"/>
          <ac:graphicFrameMkLst>
            <pc:docMk/>
            <pc:sldMk cId="2252569770" sldId="392"/>
            <ac:graphicFrameMk id="3" creationId="{7D2E17CD-8F51-859B-0B2A-9E643829C04F}"/>
          </ac:graphicFrameMkLst>
        </pc:graphicFrameChg>
        <pc:graphicFrameChg chg="del mod">
          <ac:chgData name="Guillaume Jay" userId="4e90443a-d46f-457d-acc7-a244564c661b" providerId="ADAL" clId="{F84E7B77-F2E7-4DAC-97A9-9828BB256D46}" dt="2025-11-21T10:22:41.158" v="813" actId="478"/>
          <ac:graphicFrameMkLst>
            <pc:docMk/>
            <pc:sldMk cId="2252569770" sldId="392"/>
            <ac:graphicFrameMk id="6" creationId="{FBF5273D-587C-EE60-9B66-C5C66EFBD530}"/>
          </ac:graphicFrameMkLst>
        </pc:graphicFrameChg>
      </pc:sldChg>
      <pc:sldChg chg="modSp add mod">
        <pc:chgData name="Guillaume Jay" userId="4e90443a-d46f-457d-acc7-a244564c661b" providerId="ADAL" clId="{F84E7B77-F2E7-4DAC-97A9-9828BB256D46}" dt="2025-11-21T10:46:57.510" v="1129" actId="20577"/>
        <pc:sldMkLst>
          <pc:docMk/>
          <pc:sldMk cId="3198886704" sldId="393"/>
        </pc:sldMkLst>
        <pc:spChg chg="mod">
          <ac:chgData name="Guillaume Jay" userId="4e90443a-d46f-457d-acc7-a244564c661b" providerId="ADAL" clId="{F84E7B77-F2E7-4DAC-97A9-9828BB256D46}" dt="2025-11-21T10:34:10.538" v="906" actId="20577"/>
          <ac:spMkLst>
            <pc:docMk/>
            <pc:sldMk cId="3198886704" sldId="393"/>
            <ac:spMk id="2" creationId="{8DF983B4-4FF7-C82E-9C83-F19B2456CD12}"/>
          </ac:spMkLst>
        </pc:spChg>
        <pc:graphicFrameChg chg="mod modGraphic">
          <ac:chgData name="Guillaume Jay" userId="4e90443a-d46f-457d-acc7-a244564c661b" providerId="ADAL" clId="{F84E7B77-F2E7-4DAC-97A9-9828BB256D46}" dt="2025-11-21T10:46:57.510" v="1129" actId="20577"/>
          <ac:graphicFrameMkLst>
            <pc:docMk/>
            <pc:sldMk cId="3198886704" sldId="393"/>
            <ac:graphicFrameMk id="10" creationId="{50B19626-3B04-3A51-85F5-013976094A8A}"/>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Feuille_de_calcul_182_8B58F590.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F:\Teragone\audit_cisac\docs\resources\Azure%20Cost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F:\Teragone\audit_cisac\docs\resources\Azure%20Costs.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a:t>Azure Costs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manualLayout>
          <c:layoutTarget val="inner"/>
          <c:xMode val="edge"/>
          <c:yMode val="edge"/>
          <c:x val="5.9762738353667293E-2"/>
          <c:y val="0.14425234902962003"/>
          <c:w val="0.92688981126283643"/>
          <c:h val="0.71000563411248985"/>
        </c:manualLayout>
      </c:layout>
      <c:lineChart>
        <c:grouping val="standard"/>
        <c:varyColors val="0"/>
        <c:ser>
          <c:idx val="0"/>
          <c:order val="0"/>
          <c:tx>
            <c:strRef>
              <c:f>Total!$A$2</c:f>
              <c:strCache>
                <c:ptCount val="1"/>
                <c:pt idx="0">
                  <c:v>PROD</c:v>
                </c:pt>
              </c:strCache>
            </c:strRef>
          </c:tx>
          <c:spPr>
            <a:ln w="28575" cap="rnd">
              <a:solidFill>
                <a:schemeClr val="accent1"/>
              </a:solidFill>
              <a:round/>
            </a:ln>
            <a:effectLst/>
          </c:spPr>
          <c:marker>
            <c:symbol val="none"/>
          </c:marker>
          <c:cat>
            <c:numRef>
              <c:f>Total!$B$1:$N$1</c:f>
              <c:numCache>
                <c:formatCode>mmm\-yy</c:formatCode>
                <c:ptCount val="13"/>
                <c:pt idx="0">
                  <c:v>45931</c:v>
                </c:pt>
                <c:pt idx="1">
                  <c:v>45901</c:v>
                </c:pt>
                <c:pt idx="2">
                  <c:v>45870</c:v>
                </c:pt>
                <c:pt idx="3">
                  <c:v>45839</c:v>
                </c:pt>
                <c:pt idx="4">
                  <c:v>45809</c:v>
                </c:pt>
                <c:pt idx="5">
                  <c:v>45778</c:v>
                </c:pt>
                <c:pt idx="6" formatCode="d\-mmm">
                  <c:v>45748</c:v>
                </c:pt>
                <c:pt idx="7">
                  <c:v>45717</c:v>
                </c:pt>
                <c:pt idx="8">
                  <c:v>45689</c:v>
                </c:pt>
                <c:pt idx="9">
                  <c:v>45658</c:v>
                </c:pt>
                <c:pt idx="10">
                  <c:v>45627</c:v>
                </c:pt>
                <c:pt idx="11">
                  <c:v>45597</c:v>
                </c:pt>
                <c:pt idx="12">
                  <c:v>45566</c:v>
                </c:pt>
              </c:numCache>
            </c:numRef>
          </c:cat>
          <c:val>
            <c:numRef>
              <c:f>Total!$B$2:$N$2</c:f>
              <c:numCache>
                <c:formatCode>General</c:formatCode>
                <c:ptCount val="13"/>
                <c:pt idx="0">
                  <c:v>28089</c:v>
                </c:pt>
                <c:pt idx="1">
                  <c:v>27937</c:v>
                </c:pt>
                <c:pt idx="2">
                  <c:v>27448</c:v>
                </c:pt>
                <c:pt idx="3">
                  <c:v>26073</c:v>
                </c:pt>
                <c:pt idx="4">
                  <c:v>26088</c:v>
                </c:pt>
                <c:pt idx="5">
                  <c:v>27625</c:v>
                </c:pt>
                <c:pt idx="6">
                  <c:v>30740</c:v>
                </c:pt>
                <c:pt idx="7">
                  <c:v>29820</c:v>
                </c:pt>
                <c:pt idx="8">
                  <c:v>34242</c:v>
                </c:pt>
                <c:pt idx="9">
                  <c:v>29690</c:v>
                </c:pt>
                <c:pt idx="10">
                  <c:v>23550</c:v>
                </c:pt>
                <c:pt idx="11">
                  <c:v>20182</c:v>
                </c:pt>
                <c:pt idx="12">
                  <c:v>23323</c:v>
                </c:pt>
              </c:numCache>
            </c:numRef>
          </c:val>
          <c:smooth val="0"/>
          <c:extLst>
            <c:ext xmlns:c16="http://schemas.microsoft.com/office/drawing/2014/chart" uri="{C3380CC4-5D6E-409C-BE32-E72D297353CC}">
              <c16:uniqueId val="{00000000-5B28-4D0C-8C10-DC07D652E345}"/>
            </c:ext>
          </c:extLst>
        </c:ser>
        <c:ser>
          <c:idx val="1"/>
          <c:order val="1"/>
          <c:tx>
            <c:strRef>
              <c:f>Total!$A$3</c:f>
              <c:strCache>
                <c:ptCount val="1"/>
                <c:pt idx="0">
                  <c:v>UAT</c:v>
                </c:pt>
              </c:strCache>
            </c:strRef>
          </c:tx>
          <c:spPr>
            <a:ln w="28575" cap="rnd">
              <a:solidFill>
                <a:schemeClr val="accent2"/>
              </a:solidFill>
              <a:round/>
            </a:ln>
            <a:effectLst/>
          </c:spPr>
          <c:marker>
            <c:symbol val="none"/>
          </c:marker>
          <c:cat>
            <c:numRef>
              <c:f>Total!$B$1:$N$1</c:f>
              <c:numCache>
                <c:formatCode>mmm\-yy</c:formatCode>
                <c:ptCount val="13"/>
                <c:pt idx="0">
                  <c:v>45931</c:v>
                </c:pt>
                <c:pt idx="1">
                  <c:v>45901</c:v>
                </c:pt>
                <c:pt idx="2">
                  <c:v>45870</c:v>
                </c:pt>
                <c:pt idx="3">
                  <c:v>45839</c:v>
                </c:pt>
                <c:pt idx="4">
                  <c:v>45809</c:v>
                </c:pt>
                <c:pt idx="5">
                  <c:v>45778</c:v>
                </c:pt>
                <c:pt idx="6" formatCode="d\-mmm">
                  <c:v>45748</c:v>
                </c:pt>
                <c:pt idx="7">
                  <c:v>45717</c:v>
                </c:pt>
                <c:pt idx="8">
                  <c:v>45689</c:v>
                </c:pt>
                <c:pt idx="9">
                  <c:v>45658</c:v>
                </c:pt>
                <c:pt idx="10">
                  <c:v>45627</c:v>
                </c:pt>
                <c:pt idx="11">
                  <c:v>45597</c:v>
                </c:pt>
                <c:pt idx="12">
                  <c:v>45566</c:v>
                </c:pt>
              </c:numCache>
            </c:numRef>
          </c:cat>
          <c:val>
            <c:numRef>
              <c:f>Total!$B$3:$N$3</c:f>
              <c:numCache>
                <c:formatCode>General</c:formatCode>
                <c:ptCount val="13"/>
                <c:pt idx="0">
                  <c:v>2655</c:v>
                </c:pt>
                <c:pt idx="1">
                  <c:v>2669</c:v>
                </c:pt>
                <c:pt idx="2">
                  <c:v>2831</c:v>
                </c:pt>
                <c:pt idx="3">
                  <c:v>2725</c:v>
                </c:pt>
                <c:pt idx="4">
                  <c:v>3191</c:v>
                </c:pt>
                <c:pt idx="5">
                  <c:v>2782</c:v>
                </c:pt>
                <c:pt idx="6">
                  <c:v>2975</c:v>
                </c:pt>
                <c:pt idx="7">
                  <c:v>3160</c:v>
                </c:pt>
                <c:pt idx="8">
                  <c:v>2463</c:v>
                </c:pt>
                <c:pt idx="9">
                  <c:v>3039</c:v>
                </c:pt>
                <c:pt idx="10">
                  <c:v>4194</c:v>
                </c:pt>
                <c:pt idx="11">
                  <c:v>2363</c:v>
                </c:pt>
                <c:pt idx="12">
                  <c:v>2482</c:v>
                </c:pt>
              </c:numCache>
            </c:numRef>
          </c:val>
          <c:smooth val="0"/>
          <c:extLst>
            <c:ext xmlns:c16="http://schemas.microsoft.com/office/drawing/2014/chart" uri="{C3380CC4-5D6E-409C-BE32-E72D297353CC}">
              <c16:uniqueId val="{00000001-5B28-4D0C-8C10-DC07D652E345}"/>
            </c:ext>
          </c:extLst>
        </c:ser>
        <c:ser>
          <c:idx val="2"/>
          <c:order val="2"/>
          <c:tx>
            <c:strRef>
              <c:f>Total!$A$4</c:f>
              <c:strCache>
                <c:ptCount val="1"/>
                <c:pt idx="0">
                  <c:v>DEV</c:v>
                </c:pt>
              </c:strCache>
            </c:strRef>
          </c:tx>
          <c:spPr>
            <a:ln w="28575" cap="rnd">
              <a:solidFill>
                <a:schemeClr val="accent3"/>
              </a:solidFill>
              <a:round/>
            </a:ln>
            <a:effectLst/>
          </c:spPr>
          <c:marker>
            <c:symbol val="none"/>
          </c:marker>
          <c:cat>
            <c:numRef>
              <c:f>Total!$B$1:$N$1</c:f>
              <c:numCache>
                <c:formatCode>mmm\-yy</c:formatCode>
                <c:ptCount val="13"/>
                <c:pt idx="0">
                  <c:v>45931</c:v>
                </c:pt>
                <c:pt idx="1">
                  <c:v>45901</c:v>
                </c:pt>
                <c:pt idx="2">
                  <c:v>45870</c:v>
                </c:pt>
                <c:pt idx="3">
                  <c:v>45839</c:v>
                </c:pt>
                <c:pt idx="4">
                  <c:v>45809</c:v>
                </c:pt>
                <c:pt idx="5">
                  <c:v>45778</c:v>
                </c:pt>
                <c:pt idx="6" formatCode="d\-mmm">
                  <c:v>45748</c:v>
                </c:pt>
                <c:pt idx="7">
                  <c:v>45717</c:v>
                </c:pt>
                <c:pt idx="8">
                  <c:v>45689</c:v>
                </c:pt>
                <c:pt idx="9">
                  <c:v>45658</c:v>
                </c:pt>
                <c:pt idx="10">
                  <c:v>45627</c:v>
                </c:pt>
                <c:pt idx="11">
                  <c:v>45597</c:v>
                </c:pt>
                <c:pt idx="12">
                  <c:v>45566</c:v>
                </c:pt>
              </c:numCache>
            </c:numRef>
          </c:cat>
          <c:val>
            <c:numRef>
              <c:f>Total!$B$4:$N$4</c:f>
              <c:numCache>
                <c:formatCode>General</c:formatCode>
                <c:ptCount val="13"/>
                <c:pt idx="0">
                  <c:v>1268</c:v>
                </c:pt>
                <c:pt idx="1">
                  <c:v>1463</c:v>
                </c:pt>
                <c:pt idx="2">
                  <c:v>1511</c:v>
                </c:pt>
                <c:pt idx="3">
                  <c:v>1488</c:v>
                </c:pt>
                <c:pt idx="4">
                  <c:v>1528</c:v>
                </c:pt>
                <c:pt idx="5">
                  <c:v>1442</c:v>
                </c:pt>
                <c:pt idx="6">
                  <c:v>1603</c:v>
                </c:pt>
                <c:pt idx="7">
                  <c:v>1911</c:v>
                </c:pt>
                <c:pt idx="8">
                  <c:v>1508</c:v>
                </c:pt>
                <c:pt idx="9">
                  <c:v>1245</c:v>
                </c:pt>
                <c:pt idx="10">
                  <c:v>1118</c:v>
                </c:pt>
                <c:pt idx="11">
                  <c:v>1121</c:v>
                </c:pt>
                <c:pt idx="12">
                  <c:v>1194</c:v>
                </c:pt>
              </c:numCache>
            </c:numRef>
          </c:val>
          <c:smooth val="0"/>
          <c:extLst>
            <c:ext xmlns:c16="http://schemas.microsoft.com/office/drawing/2014/chart" uri="{C3380CC4-5D6E-409C-BE32-E72D297353CC}">
              <c16:uniqueId val="{00000002-5B28-4D0C-8C10-DC07D652E345}"/>
            </c:ext>
          </c:extLst>
        </c:ser>
        <c:ser>
          <c:idx val="3"/>
          <c:order val="3"/>
          <c:tx>
            <c:strRef>
              <c:f>Total!$A$5</c:f>
              <c:strCache>
                <c:ptCount val="1"/>
                <c:pt idx="0">
                  <c:v>TOTAL</c:v>
                </c:pt>
              </c:strCache>
            </c:strRef>
          </c:tx>
          <c:spPr>
            <a:ln w="28575" cap="rnd">
              <a:solidFill>
                <a:schemeClr val="accent4"/>
              </a:solidFill>
              <a:round/>
            </a:ln>
            <a:effectLst/>
          </c:spPr>
          <c:marker>
            <c:symbol val="none"/>
          </c:marker>
          <c:cat>
            <c:numRef>
              <c:f>Total!$B$1:$N$1</c:f>
              <c:numCache>
                <c:formatCode>mmm\-yy</c:formatCode>
                <c:ptCount val="13"/>
                <c:pt idx="0">
                  <c:v>45931</c:v>
                </c:pt>
                <c:pt idx="1">
                  <c:v>45901</c:v>
                </c:pt>
                <c:pt idx="2">
                  <c:v>45870</c:v>
                </c:pt>
                <c:pt idx="3">
                  <c:v>45839</c:v>
                </c:pt>
                <c:pt idx="4">
                  <c:v>45809</c:v>
                </c:pt>
                <c:pt idx="5">
                  <c:v>45778</c:v>
                </c:pt>
                <c:pt idx="6" formatCode="d\-mmm">
                  <c:v>45748</c:v>
                </c:pt>
                <c:pt idx="7">
                  <c:v>45717</c:v>
                </c:pt>
                <c:pt idx="8">
                  <c:v>45689</c:v>
                </c:pt>
                <c:pt idx="9">
                  <c:v>45658</c:v>
                </c:pt>
                <c:pt idx="10">
                  <c:v>45627</c:v>
                </c:pt>
                <c:pt idx="11">
                  <c:v>45597</c:v>
                </c:pt>
                <c:pt idx="12">
                  <c:v>45566</c:v>
                </c:pt>
              </c:numCache>
            </c:numRef>
          </c:cat>
          <c:val>
            <c:numRef>
              <c:f>Total!$B$5:$N$5</c:f>
              <c:numCache>
                <c:formatCode>#\ ##0.00\ "€"</c:formatCode>
                <c:ptCount val="13"/>
                <c:pt idx="0">
                  <c:v>32012</c:v>
                </c:pt>
                <c:pt idx="1">
                  <c:v>32069</c:v>
                </c:pt>
                <c:pt idx="2">
                  <c:v>31790</c:v>
                </c:pt>
                <c:pt idx="3">
                  <c:v>30286</c:v>
                </c:pt>
                <c:pt idx="4">
                  <c:v>30807</c:v>
                </c:pt>
                <c:pt idx="5">
                  <c:v>31849</c:v>
                </c:pt>
                <c:pt idx="6">
                  <c:v>35318</c:v>
                </c:pt>
                <c:pt idx="7">
                  <c:v>34891</c:v>
                </c:pt>
                <c:pt idx="8">
                  <c:v>38213</c:v>
                </c:pt>
                <c:pt idx="9">
                  <c:v>33974</c:v>
                </c:pt>
                <c:pt idx="10">
                  <c:v>28862</c:v>
                </c:pt>
                <c:pt idx="11">
                  <c:v>23666</c:v>
                </c:pt>
                <c:pt idx="12">
                  <c:v>26999</c:v>
                </c:pt>
              </c:numCache>
            </c:numRef>
          </c:val>
          <c:smooth val="0"/>
          <c:extLst>
            <c:ext xmlns:c16="http://schemas.microsoft.com/office/drawing/2014/chart" uri="{C3380CC4-5D6E-409C-BE32-E72D297353CC}">
              <c16:uniqueId val="{00000003-5B28-4D0C-8C10-DC07D652E345}"/>
            </c:ext>
          </c:extLst>
        </c:ser>
        <c:dLbls>
          <c:showLegendKey val="0"/>
          <c:showVal val="0"/>
          <c:showCatName val="0"/>
          <c:showSerName val="0"/>
          <c:showPercent val="0"/>
          <c:showBubbleSize val="0"/>
        </c:dLbls>
        <c:smooth val="0"/>
        <c:axId val="698375231"/>
        <c:axId val="698375711"/>
      </c:lineChart>
      <c:dateAx>
        <c:axId val="698375231"/>
        <c:scaling>
          <c:orientation val="minMax"/>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698375711"/>
        <c:crosses val="autoZero"/>
        <c:auto val="1"/>
        <c:lblOffset val="100"/>
        <c:baseTimeUnit val="months"/>
      </c:dateAx>
      <c:valAx>
        <c:axId val="69837571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69837523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a:t>Itemized</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lineChart>
        <c:grouping val="standard"/>
        <c:varyColors val="0"/>
        <c:ser>
          <c:idx val="0"/>
          <c:order val="0"/>
          <c:tx>
            <c:strRef>
              <c:f>Itemized!$A$2</c:f>
              <c:strCache>
                <c:ptCount val="1"/>
                <c:pt idx="0">
                  <c:v>CosmoDb</c:v>
                </c:pt>
              </c:strCache>
            </c:strRef>
          </c:tx>
          <c:spPr>
            <a:ln w="28575" cap="rnd">
              <a:solidFill>
                <a:schemeClr val="accent1"/>
              </a:solidFill>
              <a:round/>
            </a:ln>
            <a:effectLst/>
          </c:spPr>
          <c:marker>
            <c:symbol val="none"/>
          </c:marker>
          <c:cat>
            <c:strRef>
              <c:f>Itemized!$I$1:$N$1</c:f>
              <c:strCache>
                <c:ptCount val="6"/>
                <c:pt idx="0">
                  <c:v>mars-25</c:v>
                </c:pt>
                <c:pt idx="1">
                  <c:v>févr-25</c:v>
                </c:pt>
                <c:pt idx="2">
                  <c:v>janv-25</c:v>
                </c:pt>
                <c:pt idx="3">
                  <c:v>déc-24</c:v>
                </c:pt>
                <c:pt idx="4">
                  <c:v>nov-24</c:v>
                </c:pt>
                <c:pt idx="5">
                  <c:v>oct-24</c:v>
                </c:pt>
              </c:strCache>
              <c:extLst/>
            </c:strRef>
          </c:cat>
          <c:val>
            <c:numRef>
              <c:f>Itemized!$I$2:$N$2</c:f>
              <c:numCache>
                <c:formatCode>General</c:formatCode>
                <c:ptCount val="6"/>
                <c:pt idx="0">
                  <c:v>16161</c:v>
                </c:pt>
                <c:pt idx="1">
                  <c:v>24135</c:v>
                </c:pt>
                <c:pt idx="2">
                  <c:v>18829</c:v>
                </c:pt>
                <c:pt idx="3">
                  <c:v>12909</c:v>
                </c:pt>
                <c:pt idx="4">
                  <c:v>11329</c:v>
                </c:pt>
                <c:pt idx="5">
                  <c:v>13483</c:v>
                </c:pt>
              </c:numCache>
              <c:extLst/>
            </c:numRef>
          </c:val>
          <c:smooth val="0"/>
          <c:extLst>
            <c:ext xmlns:c16="http://schemas.microsoft.com/office/drawing/2014/chart" uri="{C3380CC4-5D6E-409C-BE32-E72D297353CC}">
              <c16:uniqueId val="{00000000-BDE6-4D4B-9C68-F14DA828D620}"/>
            </c:ext>
          </c:extLst>
        </c:ser>
        <c:ser>
          <c:idx val="1"/>
          <c:order val="1"/>
          <c:tx>
            <c:strRef>
              <c:f>Itemized!$A$3</c:f>
              <c:strCache>
                <c:ptCount val="1"/>
                <c:pt idx="0">
                  <c:v>SQL</c:v>
                </c:pt>
              </c:strCache>
            </c:strRef>
          </c:tx>
          <c:spPr>
            <a:ln w="28575" cap="rnd">
              <a:solidFill>
                <a:schemeClr val="accent2"/>
              </a:solidFill>
              <a:round/>
            </a:ln>
            <a:effectLst/>
          </c:spPr>
          <c:marker>
            <c:symbol val="none"/>
          </c:marker>
          <c:cat>
            <c:strRef>
              <c:f>Itemized!$I$1:$N$1</c:f>
              <c:strCache>
                <c:ptCount val="6"/>
                <c:pt idx="0">
                  <c:v>mars-25</c:v>
                </c:pt>
                <c:pt idx="1">
                  <c:v>févr-25</c:v>
                </c:pt>
                <c:pt idx="2">
                  <c:v>janv-25</c:v>
                </c:pt>
                <c:pt idx="3">
                  <c:v>déc-24</c:v>
                </c:pt>
                <c:pt idx="4">
                  <c:v>nov-24</c:v>
                </c:pt>
                <c:pt idx="5">
                  <c:v>oct-24</c:v>
                </c:pt>
              </c:strCache>
              <c:extLst/>
            </c:strRef>
          </c:cat>
          <c:val>
            <c:numRef>
              <c:f>Itemized!$I$3:$N$3</c:f>
              <c:numCache>
                <c:formatCode>General</c:formatCode>
                <c:ptCount val="6"/>
                <c:pt idx="0">
                  <c:v>4614</c:v>
                </c:pt>
                <c:pt idx="1">
                  <c:v>4487</c:v>
                </c:pt>
                <c:pt idx="2">
                  <c:v>4971</c:v>
                </c:pt>
                <c:pt idx="3">
                  <c:v>4915</c:v>
                </c:pt>
                <c:pt idx="4">
                  <c:v>4624</c:v>
                </c:pt>
                <c:pt idx="5">
                  <c:v>4620</c:v>
                </c:pt>
              </c:numCache>
              <c:extLst/>
            </c:numRef>
          </c:val>
          <c:smooth val="0"/>
          <c:extLst>
            <c:ext xmlns:c16="http://schemas.microsoft.com/office/drawing/2014/chart" uri="{C3380CC4-5D6E-409C-BE32-E72D297353CC}">
              <c16:uniqueId val="{00000001-BDE6-4D4B-9C68-F14DA828D620}"/>
            </c:ext>
          </c:extLst>
        </c:ser>
        <c:ser>
          <c:idx val="2"/>
          <c:order val="2"/>
          <c:tx>
            <c:strRef>
              <c:f>Itemized!$A$4</c:f>
              <c:strCache>
                <c:ptCount val="1"/>
                <c:pt idx="0">
                  <c:v>Databrick</c:v>
                </c:pt>
              </c:strCache>
            </c:strRef>
          </c:tx>
          <c:spPr>
            <a:ln w="28575" cap="rnd">
              <a:solidFill>
                <a:schemeClr val="accent3"/>
              </a:solidFill>
              <a:round/>
            </a:ln>
            <a:effectLst/>
          </c:spPr>
          <c:marker>
            <c:symbol val="none"/>
          </c:marker>
          <c:cat>
            <c:strRef>
              <c:f>Itemized!$I$1:$N$1</c:f>
              <c:strCache>
                <c:ptCount val="6"/>
                <c:pt idx="0">
                  <c:v>mars-25</c:v>
                </c:pt>
                <c:pt idx="1">
                  <c:v>févr-25</c:v>
                </c:pt>
                <c:pt idx="2">
                  <c:v>janv-25</c:v>
                </c:pt>
                <c:pt idx="3">
                  <c:v>déc-24</c:v>
                </c:pt>
                <c:pt idx="4">
                  <c:v>nov-24</c:v>
                </c:pt>
                <c:pt idx="5">
                  <c:v>oct-24</c:v>
                </c:pt>
              </c:strCache>
              <c:extLst/>
            </c:strRef>
          </c:cat>
          <c:val>
            <c:numRef>
              <c:f>Itemized!$I$4:$N$4</c:f>
              <c:numCache>
                <c:formatCode>General</c:formatCode>
                <c:ptCount val="6"/>
                <c:pt idx="0">
                  <c:v>4614</c:v>
                </c:pt>
                <c:pt idx="1">
                  <c:v>2375</c:v>
                </c:pt>
                <c:pt idx="2">
                  <c:v>2596</c:v>
                </c:pt>
                <c:pt idx="3">
                  <c:v>2441</c:v>
                </c:pt>
                <c:pt idx="4">
                  <c:v>1296</c:v>
                </c:pt>
                <c:pt idx="5">
                  <c:v>2192</c:v>
                </c:pt>
              </c:numCache>
              <c:extLst/>
            </c:numRef>
          </c:val>
          <c:smooth val="0"/>
          <c:extLst>
            <c:ext xmlns:c16="http://schemas.microsoft.com/office/drawing/2014/chart" uri="{C3380CC4-5D6E-409C-BE32-E72D297353CC}">
              <c16:uniqueId val="{00000002-BDE6-4D4B-9C68-F14DA828D620}"/>
            </c:ext>
          </c:extLst>
        </c:ser>
        <c:ser>
          <c:idx val="3"/>
          <c:order val="3"/>
          <c:tx>
            <c:strRef>
              <c:f>Itemized!$A$5</c:f>
              <c:strCache>
                <c:ptCount val="1"/>
                <c:pt idx="0">
                  <c:v>API Management</c:v>
                </c:pt>
              </c:strCache>
            </c:strRef>
          </c:tx>
          <c:spPr>
            <a:ln w="28575" cap="rnd">
              <a:solidFill>
                <a:schemeClr val="accent4"/>
              </a:solidFill>
              <a:round/>
            </a:ln>
            <a:effectLst/>
          </c:spPr>
          <c:marker>
            <c:symbol val="none"/>
          </c:marker>
          <c:cat>
            <c:strRef>
              <c:f>Itemized!$I$1:$N$1</c:f>
              <c:strCache>
                <c:ptCount val="6"/>
                <c:pt idx="0">
                  <c:v>mars-25</c:v>
                </c:pt>
                <c:pt idx="1">
                  <c:v>févr-25</c:v>
                </c:pt>
                <c:pt idx="2">
                  <c:v>janv-25</c:v>
                </c:pt>
                <c:pt idx="3">
                  <c:v>déc-24</c:v>
                </c:pt>
                <c:pt idx="4">
                  <c:v>nov-24</c:v>
                </c:pt>
                <c:pt idx="5">
                  <c:v>oct-24</c:v>
                </c:pt>
              </c:strCache>
              <c:extLst/>
            </c:strRef>
          </c:cat>
          <c:val>
            <c:numRef>
              <c:f>Itemized!$I$5:$N$5</c:f>
              <c:numCache>
                <c:formatCode>General</c:formatCode>
                <c:ptCount val="6"/>
                <c:pt idx="0">
                  <c:v>1332</c:v>
                </c:pt>
                <c:pt idx="1">
                  <c:v>1213</c:v>
                </c:pt>
                <c:pt idx="2">
                  <c:v>1343</c:v>
                </c:pt>
                <c:pt idx="3">
                  <c:v>1335</c:v>
                </c:pt>
                <c:pt idx="4">
                  <c:v>1254</c:v>
                </c:pt>
                <c:pt idx="5">
                  <c:v>1253</c:v>
                </c:pt>
              </c:numCache>
              <c:extLst/>
            </c:numRef>
          </c:val>
          <c:smooth val="0"/>
          <c:extLst>
            <c:ext xmlns:c16="http://schemas.microsoft.com/office/drawing/2014/chart" uri="{C3380CC4-5D6E-409C-BE32-E72D297353CC}">
              <c16:uniqueId val="{00000003-BDE6-4D4B-9C68-F14DA828D620}"/>
            </c:ext>
          </c:extLst>
        </c:ser>
        <c:ser>
          <c:idx val="4"/>
          <c:order val="4"/>
          <c:tx>
            <c:strRef>
              <c:f>Itemized!$A$6</c:f>
              <c:strCache>
                <c:ptCount val="1"/>
                <c:pt idx="0">
                  <c:v>App Service</c:v>
                </c:pt>
              </c:strCache>
            </c:strRef>
          </c:tx>
          <c:spPr>
            <a:ln w="28575" cap="rnd">
              <a:solidFill>
                <a:schemeClr val="accent5"/>
              </a:solidFill>
              <a:round/>
            </a:ln>
            <a:effectLst/>
          </c:spPr>
          <c:marker>
            <c:symbol val="none"/>
          </c:marker>
          <c:cat>
            <c:strRef>
              <c:f>Itemized!$I$1:$N$1</c:f>
              <c:strCache>
                <c:ptCount val="6"/>
                <c:pt idx="0">
                  <c:v>mars-25</c:v>
                </c:pt>
                <c:pt idx="1">
                  <c:v>févr-25</c:v>
                </c:pt>
                <c:pt idx="2">
                  <c:v>janv-25</c:v>
                </c:pt>
                <c:pt idx="3">
                  <c:v>déc-24</c:v>
                </c:pt>
                <c:pt idx="4">
                  <c:v>nov-24</c:v>
                </c:pt>
                <c:pt idx="5">
                  <c:v>oct-24</c:v>
                </c:pt>
              </c:strCache>
              <c:extLst/>
            </c:strRef>
          </c:cat>
          <c:val>
            <c:numRef>
              <c:f>Itemized!$I$6:$N$6</c:f>
              <c:numCache>
                <c:formatCode>General</c:formatCode>
                <c:ptCount val="6"/>
                <c:pt idx="0">
                  <c:v>1306</c:v>
                </c:pt>
                <c:pt idx="1">
                  <c:v>1172</c:v>
                </c:pt>
                <c:pt idx="2">
                  <c:v>1273</c:v>
                </c:pt>
                <c:pt idx="3">
                  <c:v>1281</c:v>
                </c:pt>
                <c:pt idx="4">
                  <c:v>1102</c:v>
                </c:pt>
                <c:pt idx="5">
                  <c:v>1156</c:v>
                </c:pt>
              </c:numCache>
              <c:extLst/>
            </c:numRef>
          </c:val>
          <c:smooth val="0"/>
          <c:extLst>
            <c:ext xmlns:c16="http://schemas.microsoft.com/office/drawing/2014/chart" uri="{C3380CC4-5D6E-409C-BE32-E72D297353CC}">
              <c16:uniqueId val="{00000004-BDE6-4D4B-9C68-F14DA828D620}"/>
            </c:ext>
          </c:extLst>
        </c:ser>
        <c:ser>
          <c:idx val="5"/>
          <c:order val="5"/>
          <c:tx>
            <c:strRef>
              <c:f>Itemized!$A$7</c:f>
              <c:strCache>
                <c:ptCount val="1"/>
                <c:pt idx="0">
                  <c:v>Bandwith</c:v>
                </c:pt>
              </c:strCache>
            </c:strRef>
          </c:tx>
          <c:spPr>
            <a:ln w="28575" cap="rnd">
              <a:solidFill>
                <a:schemeClr val="accent6"/>
              </a:solidFill>
              <a:round/>
            </a:ln>
            <a:effectLst/>
          </c:spPr>
          <c:marker>
            <c:symbol val="none"/>
          </c:marker>
          <c:cat>
            <c:strRef>
              <c:f>Itemized!$I$1:$N$1</c:f>
              <c:strCache>
                <c:ptCount val="6"/>
                <c:pt idx="0">
                  <c:v>mars-25</c:v>
                </c:pt>
                <c:pt idx="1">
                  <c:v>févr-25</c:v>
                </c:pt>
                <c:pt idx="2">
                  <c:v>janv-25</c:v>
                </c:pt>
                <c:pt idx="3">
                  <c:v>déc-24</c:v>
                </c:pt>
                <c:pt idx="4">
                  <c:v>nov-24</c:v>
                </c:pt>
                <c:pt idx="5">
                  <c:v>oct-24</c:v>
                </c:pt>
              </c:strCache>
              <c:extLst/>
            </c:strRef>
          </c:cat>
          <c:val>
            <c:numRef>
              <c:f>Itemized!$I$7:$N$7</c:f>
              <c:numCache>
                <c:formatCode>General</c:formatCode>
                <c:ptCount val="6"/>
                <c:pt idx="0">
                  <c:v>7</c:v>
                </c:pt>
                <c:pt idx="1">
                  <c:v>3.61</c:v>
                </c:pt>
                <c:pt idx="2">
                  <c:v>3.69</c:v>
                </c:pt>
                <c:pt idx="3">
                  <c:v>7.85</c:v>
                </c:pt>
                <c:pt idx="4">
                  <c:v>2.77</c:v>
                </c:pt>
                <c:pt idx="5">
                  <c:v>4.72</c:v>
                </c:pt>
              </c:numCache>
              <c:extLst/>
            </c:numRef>
          </c:val>
          <c:smooth val="0"/>
          <c:extLst>
            <c:ext xmlns:c16="http://schemas.microsoft.com/office/drawing/2014/chart" uri="{C3380CC4-5D6E-409C-BE32-E72D297353CC}">
              <c16:uniqueId val="{00000005-BDE6-4D4B-9C68-F14DA828D620}"/>
            </c:ext>
          </c:extLst>
        </c:ser>
        <c:ser>
          <c:idx val="6"/>
          <c:order val="6"/>
          <c:tx>
            <c:strRef>
              <c:f>Itemized!$A$8</c:f>
              <c:strCache>
                <c:ptCount val="1"/>
                <c:pt idx="0">
                  <c:v>Total</c:v>
                </c:pt>
              </c:strCache>
            </c:strRef>
          </c:tx>
          <c:spPr>
            <a:ln w="28575" cap="rnd">
              <a:solidFill>
                <a:schemeClr val="accent1">
                  <a:lumMod val="60000"/>
                </a:schemeClr>
              </a:solidFill>
              <a:round/>
            </a:ln>
            <a:effectLst/>
          </c:spPr>
          <c:marker>
            <c:symbol val="none"/>
          </c:marker>
          <c:cat>
            <c:strRef>
              <c:f>Itemized!$I$1:$N$1</c:f>
              <c:strCache>
                <c:ptCount val="6"/>
                <c:pt idx="0">
                  <c:v>mars-25</c:v>
                </c:pt>
                <c:pt idx="1">
                  <c:v>févr-25</c:v>
                </c:pt>
                <c:pt idx="2">
                  <c:v>janv-25</c:v>
                </c:pt>
                <c:pt idx="3">
                  <c:v>déc-24</c:v>
                </c:pt>
                <c:pt idx="4">
                  <c:v>nov-24</c:v>
                </c:pt>
                <c:pt idx="5">
                  <c:v>oct-24</c:v>
                </c:pt>
              </c:strCache>
              <c:extLst/>
            </c:strRef>
          </c:cat>
          <c:val>
            <c:numRef>
              <c:f>Itemized!$I$8:$N$8</c:f>
              <c:numCache>
                <c:formatCode>#\ ##0.00\ "€"</c:formatCode>
                <c:ptCount val="6"/>
                <c:pt idx="0">
                  <c:v>28034</c:v>
                </c:pt>
                <c:pt idx="1">
                  <c:v>33385.61</c:v>
                </c:pt>
                <c:pt idx="2">
                  <c:v>29015.69</c:v>
                </c:pt>
                <c:pt idx="3">
                  <c:v>22888.85</c:v>
                </c:pt>
                <c:pt idx="4">
                  <c:v>19607.77</c:v>
                </c:pt>
                <c:pt idx="5">
                  <c:v>22708.720000000001</c:v>
                </c:pt>
              </c:numCache>
              <c:extLst/>
            </c:numRef>
          </c:val>
          <c:smooth val="0"/>
          <c:extLst>
            <c:ext xmlns:c16="http://schemas.microsoft.com/office/drawing/2014/chart" uri="{C3380CC4-5D6E-409C-BE32-E72D297353CC}">
              <c16:uniqueId val="{00000006-BDE6-4D4B-9C68-F14DA828D620}"/>
            </c:ext>
          </c:extLst>
        </c:ser>
        <c:dLbls>
          <c:showLegendKey val="0"/>
          <c:showVal val="0"/>
          <c:showCatName val="0"/>
          <c:showSerName val="0"/>
          <c:showPercent val="0"/>
          <c:showBubbleSize val="0"/>
        </c:dLbls>
        <c:smooth val="0"/>
        <c:axId val="936731471"/>
        <c:axId val="936732431"/>
      </c:lineChart>
      <c:catAx>
        <c:axId val="936731471"/>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936732431"/>
        <c:crosses val="autoZero"/>
        <c:auto val="1"/>
        <c:lblAlgn val="ctr"/>
        <c:lblOffset val="100"/>
        <c:noMultiLvlLbl val="0"/>
      </c:catAx>
      <c:valAx>
        <c:axId val="93673243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93673147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a:t>Weekly</a:t>
            </a:r>
            <a:r>
              <a:rPr lang="fr-FR" baseline="0"/>
              <a:t> cost</a:t>
            </a:r>
            <a:endParaRPr lang="fr-F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barChart>
        <c:barDir val="col"/>
        <c:grouping val="clustered"/>
        <c:varyColors val="0"/>
        <c:ser>
          <c:idx val="0"/>
          <c:order val="0"/>
          <c:tx>
            <c:strRef>
              <c:f>Week!$A$2</c:f>
              <c:strCache>
                <c:ptCount val="1"/>
                <c:pt idx="0">
                  <c:v>Cosmo</c:v>
                </c:pt>
              </c:strCache>
            </c:strRef>
          </c:tx>
          <c:spPr>
            <a:solidFill>
              <a:schemeClr val="accent1"/>
            </a:solidFill>
            <a:ln>
              <a:noFill/>
            </a:ln>
            <a:effectLst/>
          </c:spPr>
          <c:invertIfNegative val="0"/>
          <c:cat>
            <c:strRef>
              <c:f>Week!$B$1:$L$1</c:f>
              <c:strCache>
                <c:ptCount val="11"/>
                <c:pt idx="0">
                  <c:v>13-19</c:v>
                </c:pt>
                <c:pt idx="1">
                  <c:v>20-26</c:v>
                </c:pt>
                <c:pt idx="2">
                  <c:v>27/1-2/2</c:v>
                </c:pt>
                <c:pt idx="3">
                  <c:v>3/2-9/2</c:v>
                </c:pt>
                <c:pt idx="4">
                  <c:v>10/3-16/2</c:v>
                </c:pt>
                <c:pt idx="5">
                  <c:v>17-2/23-2</c:v>
                </c:pt>
                <c:pt idx="6">
                  <c:v>24/2-2-/3</c:v>
                </c:pt>
                <c:pt idx="7">
                  <c:v>3/3-9/3</c:v>
                </c:pt>
                <c:pt idx="8">
                  <c:v>10/3-16/3</c:v>
                </c:pt>
                <c:pt idx="9">
                  <c:v>17/3-23/3</c:v>
                </c:pt>
                <c:pt idx="10">
                  <c:v>24/3-30-3</c:v>
                </c:pt>
              </c:strCache>
            </c:strRef>
          </c:cat>
          <c:val>
            <c:numRef>
              <c:f>Week!$B$2:$L$2</c:f>
              <c:numCache>
                <c:formatCode>General</c:formatCode>
                <c:ptCount val="11"/>
                <c:pt idx="0">
                  <c:v>3450</c:v>
                </c:pt>
                <c:pt idx="1">
                  <c:v>6093</c:v>
                </c:pt>
                <c:pt idx="2">
                  <c:v>5923</c:v>
                </c:pt>
                <c:pt idx="3">
                  <c:v>5390</c:v>
                </c:pt>
                <c:pt idx="4">
                  <c:v>6848</c:v>
                </c:pt>
                <c:pt idx="5">
                  <c:v>6643</c:v>
                </c:pt>
                <c:pt idx="6">
                  <c:v>5072</c:v>
                </c:pt>
                <c:pt idx="7">
                  <c:v>4075</c:v>
                </c:pt>
                <c:pt idx="8">
                  <c:v>3023</c:v>
                </c:pt>
                <c:pt idx="9">
                  <c:v>4486</c:v>
                </c:pt>
                <c:pt idx="10">
                  <c:v>3256</c:v>
                </c:pt>
              </c:numCache>
            </c:numRef>
          </c:val>
          <c:extLst>
            <c:ext xmlns:c16="http://schemas.microsoft.com/office/drawing/2014/chart" uri="{C3380CC4-5D6E-409C-BE32-E72D297353CC}">
              <c16:uniqueId val="{00000000-0925-4318-82CA-B9EF447A3AB8}"/>
            </c:ext>
          </c:extLst>
        </c:ser>
        <c:ser>
          <c:idx val="1"/>
          <c:order val="1"/>
          <c:tx>
            <c:strRef>
              <c:f>Week!$A$3</c:f>
              <c:strCache>
                <c:ptCount val="1"/>
                <c:pt idx="0">
                  <c:v>Total</c:v>
                </c:pt>
              </c:strCache>
            </c:strRef>
          </c:tx>
          <c:spPr>
            <a:solidFill>
              <a:schemeClr val="accent2"/>
            </a:solidFill>
            <a:ln>
              <a:noFill/>
            </a:ln>
            <a:effectLst/>
          </c:spPr>
          <c:invertIfNegative val="0"/>
          <c:cat>
            <c:strRef>
              <c:f>Week!$B$1:$L$1</c:f>
              <c:strCache>
                <c:ptCount val="11"/>
                <c:pt idx="0">
                  <c:v>13-19</c:v>
                </c:pt>
                <c:pt idx="1">
                  <c:v>20-26</c:v>
                </c:pt>
                <c:pt idx="2">
                  <c:v>27/1-2/2</c:v>
                </c:pt>
                <c:pt idx="3">
                  <c:v>3/2-9/2</c:v>
                </c:pt>
                <c:pt idx="4">
                  <c:v>10/3-16/2</c:v>
                </c:pt>
                <c:pt idx="5">
                  <c:v>17-2/23-2</c:v>
                </c:pt>
                <c:pt idx="6">
                  <c:v>24/2-2-/3</c:v>
                </c:pt>
                <c:pt idx="7">
                  <c:v>3/3-9/3</c:v>
                </c:pt>
                <c:pt idx="8">
                  <c:v>10/3-16/3</c:v>
                </c:pt>
                <c:pt idx="9">
                  <c:v>17/3-23/3</c:v>
                </c:pt>
                <c:pt idx="10">
                  <c:v>24/3-30-3</c:v>
                </c:pt>
              </c:strCache>
            </c:strRef>
          </c:cat>
          <c:val>
            <c:numRef>
              <c:f>Week!$B$3:$L$3</c:f>
              <c:numCache>
                <c:formatCode>General</c:formatCode>
                <c:ptCount val="11"/>
                <c:pt idx="0">
                  <c:v>5900</c:v>
                </c:pt>
                <c:pt idx="1">
                  <c:v>8629</c:v>
                </c:pt>
                <c:pt idx="2">
                  <c:v>8470</c:v>
                </c:pt>
                <c:pt idx="3">
                  <c:v>7837</c:v>
                </c:pt>
                <c:pt idx="4">
                  <c:v>9284</c:v>
                </c:pt>
                <c:pt idx="5">
                  <c:v>9041</c:v>
                </c:pt>
                <c:pt idx="6">
                  <c:v>7919</c:v>
                </c:pt>
                <c:pt idx="7">
                  <c:v>6759</c:v>
                </c:pt>
                <c:pt idx="8">
                  <c:v>5741</c:v>
                </c:pt>
                <c:pt idx="9">
                  <c:v>8027</c:v>
                </c:pt>
                <c:pt idx="10">
                  <c:v>6793</c:v>
                </c:pt>
              </c:numCache>
            </c:numRef>
          </c:val>
          <c:extLst>
            <c:ext xmlns:c16="http://schemas.microsoft.com/office/drawing/2014/chart" uri="{C3380CC4-5D6E-409C-BE32-E72D297353CC}">
              <c16:uniqueId val="{00000001-0925-4318-82CA-B9EF447A3AB8}"/>
            </c:ext>
          </c:extLst>
        </c:ser>
        <c:dLbls>
          <c:showLegendKey val="0"/>
          <c:showVal val="0"/>
          <c:showCatName val="0"/>
          <c:showSerName val="0"/>
          <c:showPercent val="0"/>
          <c:showBubbleSize val="0"/>
        </c:dLbls>
        <c:gapWidth val="219"/>
        <c:overlap val="-27"/>
        <c:axId val="850196608"/>
        <c:axId val="850203808"/>
      </c:barChart>
      <c:catAx>
        <c:axId val="8501966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850203808"/>
        <c:crosses val="autoZero"/>
        <c:auto val="1"/>
        <c:lblAlgn val="ctr"/>
        <c:lblOffset val="100"/>
        <c:noMultiLvlLbl val="0"/>
      </c:catAx>
      <c:valAx>
        <c:axId val="8502038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8501966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13F_C5AFC6EF.xml><?xml version="1.0" encoding="utf-8"?>
<p188:cmLst xmlns:a="http://schemas.openxmlformats.org/drawingml/2006/main" xmlns:r="http://schemas.openxmlformats.org/officeDocument/2006/relationships" xmlns:p188="http://schemas.microsoft.com/office/powerpoint/2018/8/main">
  <p188:cm id="{27557564-3DB2-4C50-AB6A-8FEBB779C5F9}" authorId="{0A37A641-B25C-CFE0-3D12-A022C751F0CB}" created="2025-11-18T15:48:29.797">
    <pc:sldMkLst xmlns:pc="http://schemas.microsoft.com/office/powerpoint/2013/main/command">
      <pc:docMk/>
      <pc:sldMk cId="3316631279" sldId="319"/>
    </pc:sldMkLst>
    <p188:txBody>
      <a:bodyPr/>
      <a:lstStyle/>
      <a:p>
        <a:r>
          <a:rPr lang="fr-FR"/>
          <a:t>Improve "eye catching" examples of pilots</a:t>
        </a:r>
      </a:p>
    </p188:txBody>
  </p188:cm>
</p188:cmLst>
</file>

<file path=ppt/comments/modernComment_17B_E0DECB34.xml><?xml version="1.0" encoding="utf-8"?>
<p188:cmLst xmlns:a="http://schemas.openxmlformats.org/drawingml/2006/main" xmlns:r="http://schemas.openxmlformats.org/officeDocument/2006/relationships" xmlns:p188="http://schemas.microsoft.com/office/powerpoint/2018/8/main">
  <p188:cm id="{4BDEE23C-1BB1-4397-82E7-5D0FCD913376}" authorId="{0A37A641-B25C-CFE0-3D12-A022C751F0CB}" created="2025-11-21T08:27:09.822">
    <pc:sldMkLst xmlns:pc="http://schemas.microsoft.com/office/powerpoint/2013/main/command">
      <pc:docMk/>
      <pc:sldMk cId="650176614" sldId="360"/>
    </pc:sldMkLst>
    <p188:replyLst>
      <p188:reply id="{3DF60A00-6448-47ED-9B9B-2AD0A253140F}" authorId="{0A37A641-B25C-CFE0-3D12-A022C751F0CB}" created="2025-11-21T08:27:36.479">
        <p188:txBody>
          <a:bodyPr/>
          <a:lstStyle/>
          <a:p>
            <a:r>
              <a:rPr lang="fr-FR"/>
              <a:t>Annexe: liste complète des patterns</a:t>
            </a:r>
          </a:p>
        </p188:txBody>
      </p188:reply>
    </p188:replyLst>
    <p188:txBody>
      <a:bodyPr/>
      <a:lstStyle/>
      <a:p>
        <a:r>
          <a:rPr lang="fr-FR"/>
          <a:t>A mentionner: utilisation de Cosmos DB comme cache</a:t>
        </a:r>
      </a:p>
    </p188:txBody>
  </p188:cm>
</p188:cmLst>
</file>

<file path=ppt/comments/modernComment_17D_9B829A06.xml><?xml version="1.0" encoding="utf-8"?>
<p188:cmLst xmlns:a="http://schemas.openxmlformats.org/drawingml/2006/main" xmlns:r="http://schemas.openxmlformats.org/officeDocument/2006/relationships" xmlns:p188="http://schemas.microsoft.com/office/powerpoint/2018/8/main">
  <p188:cm id="{6682497C-AAF9-E94C-9F53-BA1AF28988F3}" authorId="{0A37A641-B25C-CFE0-3D12-A022C751F0CB}" status="resolved" created="2025-11-18T15:37:39.331">
    <ac:deMkLst xmlns:ac="http://schemas.microsoft.com/office/drawing/2013/main/command">
      <pc:docMk xmlns:pc="http://schemas.microsoft.com/office/powerpoint/2013/main/command"/>
      <pc:sldMk xmlns:pc="http://schemas.microsoft.com/office/powerpoint/2013/main/command" cId="67116177" sldId="342"/>
      <ac:spMk id="3" creationId="{00000000-0000-0000-0000-000000000000}"/>
    </ac:deMkLst>
    <p188:txBody>
      <a:bodyPr/>
      <a:lstStyle/>
      <a:p>
        <a:r>
          <a:rPr lang="fr-FR"/>
          <a:t>Too much details --&gt; improve concistancy by moving some 2nd levels to detailled sections</a:t>
        </a:r>
      </a:p>
    </p188:txBody>
  </p188:cm>
</p188:cmLst>
</file>

<file path=ppt/comments/modernComment_124_50D3ADC4.xml><?xml version="1.0" encoding="utf-8"?>
<p188:cmLst xmlns:a="http://schemas.openxmlformats.org/drawingml/2006/main" xmlns:r="http://schemas.openxmlformats.org/officeDocument/2006/relationships" xmlns:p188="http://schemas.microsoft.com/office/powerpoint/2018/8/main">
  <p188:cm id="{618CBFF2-C916-4EDC-A211-7939CFAF5436}" authorId="{0A37A641-B25C-CFE0-3D12-A022C751F0CB}" created="2025-11-21T08:21:12.891">
    <ac:deMkLst xmlns:ac="http://schemas.microsoft.com/office/drawing/2013/main/command">
      <pc:docMk xmlns:pc="http://schemas.microsoft.com/office/powerpoint/2013/main/command"/>
      <pc:sldMk xmlns:pc="http://schemas.microsoft.com/office/powerpoint/2013/main/command" cId="1356049860" sldId="292"/>
      <ac:spMk id="4" creationId="{00000000-0000-0000-0000-000000000000}"/>
    </ac:deMkLst>
    <p188:txBody>
      <a:bodyPr/>
      <a:lstStyle/>
      <a:p>
        <a:r>
          <a:rPr lang="fr-FR"/>
          <a:t>Annexe:
- Règles de validation
- (low)Jours et heure de workshops
- schémas / diagrammes infra
- "tree" source code / projet</a:t>
        </a:r>
      </a:p>
    </p188:txBody>
  </p188:cm>
</p188:cmLst>
</file>

<file path=ppt/comments/modernComment_125_8CC7FDA4.xml><?xml version="1.0" encoding="utf-8"?>
<p188:cmLst xmlns:a="http://schemas.openxmlformats.org/drawingml/2006/main" xmlns:r="http://schemas.openxmlformats.org/officeDocument/2006/relationships" xmlns:p188="http://schemas.microsoft.com/office/powerpoint/2018/8/main">
  <p188:cm id="{EBB34047-CF02-465F-BF64-6694B5B3EE43}" authorId="{0A37A641-B25C-CFE0-3D12-A022C751F0CB}" created="2025-11-18T15:35:32.485">
    <ac:deMkLst xmlns:ac="http://schemas.microsoft.com/office/drawing/2013/main/command">
      <pc:docMk xmlns:pc="http://schemas.microsoft.com/office/powerpoint/2013/main/command"/>
      <pc:sldMk xmlns:pc="http://schemas.microsoft.com/office/powerpoint/2013/main/command" cId="2361916836" sldId="293"/>
      <ac:graphicFrameMk id="5" creationId="{6A7D6915-127B-5A2C-C7D4-373A922BEAAA}"/>
    </ac:deMkLst>
    <p188:txBody>
      <a:bodyPr/>
      <a:lstStyle/>
      <a:p>
        <a:r>
          <a:rPr lang="fr-FR"/>
          <a:t>Check TOC detailled content</a:t>
        </a:r>
      </a:p>
    </p188:txBody>
  </p188:cm>
  <p188:cm id="{475C9D06-ED3A-4E84-ABE3-F7BA16706FE6}" authorId="{0A37A641-B25C-CFE0-3D12-A022C751F0CB}" created="2025-11-18T16:17:34.260">
    <ac:txMkLst xmlns:ac="http://schemas.microsoft.com/office/drawing/2013/main/command">
      <pc:docMk xmlns:pc="http://schemas.microsoft.com/office/powerpoint/2013/main/command"/>
      <pc:sldMk xmlns:pc="http://schemas.microsoft.com/office/powerpoint/2013/main/command" cId="2361916836" sldId="293"/>
      <ac:graphicFrameMk id="13" creationId="{A2BD33D0-E2A0-72A2-A6B0-82F516FCA9EA}"/>
      <ac:tblMk/>
      <ac:tcMk rowId="1126935809" colId="3622378123"/>
      <ac:txMk cp="0" len="33">
        <ac:context len="34" hash="2622179014"/>
      </ac:txMk>
    </ac:txMkLst>
    <p188:pos x="5567149" y="2632880"/>
    <p188:txBody>
      <a:bodyPr/>
      <a:lstStyle/>
      <a:p>
        <a:r>
          <a:rPr lang="fr-FR"/>
          <a:t>To be removed / replaced</a:t>
        </a:r>
      </a:p>
    </p188:txBody>
  </p188:cm>
</p188:cmLst>
</file>

<file path=ppt/comments/modernComment_140_55D2707E.xml><?xml version="1.0" encoding="utf-8"?>
<p188:cmLst xmlns:a="http://schemas.openxmlformats.org/drawingml/2006/main" xmlns:r="http://schemas.openxmlformats.org/officeDocument/2006/relationships" xmlns:p188="http://schemas.microsoft.com/office/powerpoint/2018/8/main">
  <p188:cm id="{FB73FF87-CE50-477C-8AEF-D1A4E4C0CF4D}" authorId="{0A37A641-B25C-CFE0-3D12-A022C751F0CB}" created="2025-11-18T15:49:10.064">
    <pc:sldMkLst xmlns:pc="http://schemas.microsoft.com/office/powerpoint/2013/main/command">
      <pc:docMk/>
      <pc:sldMk cId="1439854718" sldId="320"/>
    </pc:sldMkLst>
    <p188:txBody>
      <a:bodyPr/>
      <a:lstStyle/>
      <a:p>
        <a:r>
          <a:rPr lang="fr-FR"/>
          <a:t>Add insights of CISAC's strengths for renegotiation</a:t>
        </a:r>
      </a:p>
    </p188:txBody>
  </p188:cm>
</p188:cmLst>
</file>

<file path=ppt/comments/modernComment_154_6E73E397.xml><?xml version="1.0" encoding="utf-8"?>
<p188:cmLst xmlns:a="http://schemas.openxmlformats.org/drawingml/2006/main" xmlns:r="http://schemas.openxmlformats.org/officeDocument/2006/relationships" xmlns:p188="http://schemas.microsoft.com/office/powerpoint/2018/8/main">
  <p188:cm id="{80BD8EE2-E35A-412F-A474-CB9B31D41494}" authorId="{0A37A641-B25C-CFE0-3D12-A022C751F0CB}" created="2025-11-18T15:36:12.298">
    <ac:deMkLst xmlns:ac="http://schemas.microsoft.com/office/drawing/2013/main/command">
      <pc:docMk xmlns:pc="http://schemas.microsoft.com/office/powerpoint/2013/main/command"/>
      <pc:sldMk xmlns:pc="http://schemas.microsoft.com/office/powerpoint/2013/main/command" cId="1853088663" sldId="340"/>
      <ac:graphicFrameMk id="3" creationId="{B6E82E86-6D18-6EEA-35E2-E394BE8BC6B6}"/>
    </ac:deMkLst>
    <p188:txBody>
      <a:bodyPr/>
      <a:lstStyle/>
      <a:p>
        <a:r>
          <a:rPr lang="fr-FR"/>
          <a:t>(Low)Improve wording and style</a:t>
        </a:r>
      </a:p>
    </p188:txBody>
  </p188:cm>
</p188:cmLst>
</file>

<file path=ppt/comments/modernComment_155_16305657.xml><?xml version="1.0" encoding="utf-8"?>
<p188:cmLst xmlns:a="http://schemas.openxmlformats.org/drawingml/2006/main" xmlns:r="http://schemas.openxmlformats.org/officeDocument/2006/relationships" xmlns:p188="http://schemas.microsoft.com/office/powerpoint/2018/8/main">
  <p188:cm id="{1DF9C0A9-9571-41DF-9602-FC418E7DAD78}" authorId="{0A37A641-B25C-CFE0-3D12-A022C751F0CB}" created="2025-11-18T15:36:36.002">
    <ac:deMkLst xmlns:ac="http://schemas.microsoft.com/office/drawing/2013/main/command">
      <pc:docMk xmlns:pc="http://schemas.microsoft.com/office/powerpoint/2013/main/command"/>
      <pc:sldMk xmlns:pc="http://schemas.microsoft.com/office/powerpoint/2013/main/command" cId="372266583" sldId="341"/>
      <ac:graphicFrameMk id="3" creationId="{A5B73D8D-BA74-5C8F-C46C-9322290B0002}"/>
    </ac:deMkLst>
    <p188:txBody>
      <a:bodyPr/>
      <a:lstStyle/>
      <a:p>
        <a:r>
          <a:rPr lang="fr-FR"/>
          <a:t>(Medium)Reduce duplicates</a:t>
        </a:r>
      </a:p>
    </p188:txBody>
  </p188:cm>
</p188:cmLst>
</file>

<file path=ppt/comments/modernComment_156_4001C91.xml><?xml version="1.0" encoding="utf-8"?>
<p188:cmLst xmlns:a="http://schemas.openxmlformats.org/drawingml/2006/main" xmlns:r="http://schemas.openxmlformats.org/officeDocument/2006/relationships" xmlns:p188="http://schemas.microsoft.com/office/powerpoint/2018/8/main">
  <p188:cm id="{5858B808-A8E6-452B-AEBF-C298A408F92B}" authorId="{0A37A641-B25C-CFE0-3D12-A022C751F0CB}" status="resolved" created="2025-11-18T15:37:39.331" complete="100000">
    <ac:deMkLst xmlns:ac="http://schemas.microsoft.com/office/drawing/2013/main/command">
      <pc:docMk xmlns:pc="http://schemas.microsoft.com/office/powerpoint/2013/main/command"/>
      <pc:sldMk xmlns:pc="http://schemas.microsoft.com/office/powerpoint/2013/main/command" cId="67116177" sldId="342"/>
      <ac:spMk id="3" creationId="{00000000-0000-0000-0000-000000000000}"/>
    </ac:deMkLst>
    <p188:txBody>
      <a:bodyPr/>
      <a:lstStyle/>
      <a:p>
        <a:r>
          <a:rPr lang="fr-FR"/>
          <a:t>Too much details --&gt; improve concistancy by moving some 2nd levels to detailled sections</a:t>
        </a:r>
      </a:p>
    </p188:txBody>
  </p188:cm>
</p188:cmLst>
</file>

<file path=ppt/comments/modernComment_157_4DB278D6.xml><?xml version="1.0" encoding="utf-8"?>
<p188:cmLst xmlns:a="http://schemas.openxmlformats.org/drawingml/2006/main" xmlns:r="http://schemas.openxmlformats.org/officeDocument/2006/relationships" xmlns:p188="http://schemas.microsoft.com/office/powerpoint/2018/8/main">
  <p188:cm id="{5F6EA8DD-0DAE-4913-AE27-E87D10F50D4C}" authorId="{0A37A641-B25C-CFE0-3D12-A022C751F0CB}" created="2025-11-18T15:39:37.004">
    <ac:deMkLst xmlns:ac="http://schemas.microsoft.com/office/drawing/2013/main/command">
      <pc:docMk xmlns:pc="http://schemas.microsoft.com/office/powerpoint/2013/main/command"/>
      <pc:sldMk xmlns:pc="http://schemas.microsoft.com/office/powerpoint/2013/main/command" cId="1303541974" sldId="343"/>
      <ac:graphicFrameMk id="3" creationId="{761376F3-58FB-5917-922B-F83962C3562E}"/>
    </ac:deMkLst>
    <p188:txBody>
      <a:bodyPr/>
      <a:lstStyle/>
      <a:p>
        <a:r>
          <a:rPr lang="fr-FR"/>
          <a:t>Invert order</a:t>
        </a:r>
      </a:p>
    </p188:txBody>
  </p188:cm>
</p188:cmLst>
</file>

<file path=ppt/comments/modernComment_167_45682422.xml><?xml version="1.0" encoding="utf-8"?>
<p188:cmLst xmlns:a="http://schemas.openxmlformats.org/drawingml/2006/main" xmlns:r="http://schemas.openxmlformats.org/officeDocument/2006/relationships" xmlns:p188="http://schemas.microsoft.com/office/powerpoint/2018/8/main">
  <p188:cm id="{51EC95C5-99F0-4074-8281-F7F1449B06A3}" authorId="{0A37A641-B25C-CFE0-3D12-A022C751F0CB}" created="2025-11-21T08:26:20.931">
    <pc:sldMkLst xmlns:pc="http://schemas.microsoft.com/office/powerpoint/2013/main/command">
      <pc:docMk/>
      <pc:sldMk cId="1164452898" sldId="359"/>
    </pc:sldMkLst>
    <p188:txBody>
      <a:bodyPr/>
      <a:lstStyle/>
      <a:p>
        <a:r>
          <a:rPr lang="fr-FR"/>
          <a:t>Annexe: Liste des fichiers concernés "trouvés"</a:t>
        </a:r>
      </a:p>
    </p188:txBody>
  </p188:cm>
</p188:cmLst>
</file>

<file path=ppt/comments/modernComment_168_26C0E866.xml><?xml version="1.0" encoding="utf-8"?>
<p188:cmLst xmlns:a="http://schemas.openxmlformats.org/drawingml/2006/main" xmlns:r="http://schemas.openxmlformats.org/officeDocument/2006/relationships" xmlns:p188="http://schemas.microsoft.com/office/powerpoint/2018/8/main">
  <p188:cm id="{05B8C6F3-C562-4453-BD7E-32F415E736DA}" authorId="{0A37A641-B25C-CFE0-3D12-A022C751F0CB}" created="2025-11-21T08:27:09.822">
    <pc:sldMkLst xmlns:pc="http://schemas.microsoft.com/office/powerpoint/2013/main/command">
      <pc:docMk/>
      <pc:sldMk cId="650176614" sldId="360"/>
    </pc:sldMkLst>
    <p188:replyLst>
      <p188:reply id="{3DF60A00-6448-47ED-9B9B-2AD0A253140F}" authorId="{0A37A641-B25C-CFE0-3D12-A022C751F0CB}" created="2025-11-21T08:27:36.479">
        <p188:txBody>
          <a:bodyPr/>
          <a:lstStyle/>
          <a:p>
            <a:r>
              <a:rPr lang="fr-FR"/>
              <a:t>Annexe: liste complète des patterns</a:t>
            </a:r>
          </a:p>
        </p188:txBody>
      </p188:reply>
    </p188:replyLst>
    <p188:txBody>
      <a:bodyPr/>
      <a:lstStyle/>
      <a:p>
        <a:r>
          <a:rPr lang="fr-FR"/>
          <a:t>A mentionner: utilisation de Cosmos DB comme cache</a:t>
        </a:r>
      </a:p>
    </p188:txBody>
  </p188:cm>
</p188:cmLst>
</file>

<file path=ppt/comments/modernComment_170_56221954.xml><?xml version="1.0" encoding="utf-8"?>
<p188:cmLst xmlns:a="http://schemas.openxmlformats.org/drawingml/2006/main" xmlns:r="http://schemas.openxmlformats.org/officeDocument/2006/relationships" xmlns:p188="http://schemas.microsoft.com/office/powerpoint/2018/8/main">
  <p188:cm id="{540397BA-C543-4163-9B81-2C12DCC9AB88}" authorId="{0A37A641-B25C-CFE0-3D12-A022C751F0CB}" status="resolved" created="2025-11-18T15:37:39.331">
    <ac:deMkLst xmlns:ac="http://schemas.microsoft.com/office/drawing/2013/main/command">
      <pc:docMk xmlns:pc="http://schemas.microsoft.com/office/powerpoint/2013/main/command"/>
      <pc:sldMk xmlns:pc="http://schemas.microsoft.com/office/powerpoint/2013/main/command" cId="67116177" sldId="342"/>
      <ac:spMk id="3" creationId="{00000000-0000-0000-0000-000000000000}"/>
    </ac:deMkLst>
    <p188:txBody>
      <a:bodyPr/>
      <a:lstStyle/>
      <a:p>
        <a:r>
          <a:rPr lang="fr-FR"/>
          <a:t>Too much details --&gt; improve concistancy by moving some 2nd levels to detailled sections</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AB1A88F4-90BB-F8B7-0A56-B983A17A355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89D53CE9-BDFD-796D-B753-C6A822084E1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28FD029-AC0E-C54A-9E5D-F8560E322100}" type="datetimeFigureOut">
              <a:rPr lang="fr-FR" smtClean="0"/>
              <a:t>21/11/2025</a:t>
            </a:fld>
            <a:endParaRPr lang="fr-FR"/>
          </a:p>
        </p:txBody>
      </p:sp>
      <p:sp>
        <p:nvSpPr>
          <p:cNvPr id="4" name="Espace réservé du pied de page 3">
            <a:extLst>
              <a:ext uri="{FF2B5EF4-FFF2-40B4-BE49-F238E27FC236}">
                <a16:creationId xmlns:a16="http://schemas.microsoft.com/office/drawing/2014/main" id="{862046B9-8E2F-55C8-37A1-6B2EB35E979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BBC1F606-657D-D166-0327-A0393863FE2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579ACE4-D1AA-FF41-B3BA-656DD478A72B}" type="slidenum">
              <a:rPr lang="fr-FR" smtClean="0"/>
              <a:t>‹#›</a:t>
            </a:fld>
            <a:endParaRPr lang="fr-FR"/>
          </a:p>
        </p:txBody>
      </p:sp>
    </p:spTree>
    <p:extLst>
      <p:ext uri="{BB962C8B-B14F-4D97-AF65-F5344CB8AC3E}">
        <p14:creationId xmlns:p14="http://schemas.microsoft.com/office/powerpoint/2010/main" val="32205940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75F42A-E20F-446D-A1C9-D0175890FAAA}" type="datetimeFigureOut">
              <a:t>11/21/2025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F00CBF-FEA0-47F5-A1D9-CA5111806FDF}" type="slidenum">
              <a:t>‹#›</a:t>
            </a:fld>
            <a:endParaRPr lang="fr-FR"/>
          </a:p>
        </p:txBody>
      </p:sp>
    </p:spTree>
    <p:extLst>
      <p:ext uri="{BB962C8B-B14F-4D97-AF65-F5344CB8AC3E}">
        <p14:creationId xmlns:p14="http://schemas.microsoft.com/office/powerpoint/2010/main" val="4099134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morning/afternoon. Thank you for your time today. Over the past six weeks, we've conducted a comprehensive audit of your ISWC system. What started as a technical assessment evolved into something much more strategic - an evaluation of vendor independence and governance.</a:t>
            </a:r>
          </a:p>
          <a:p>
            <a:endParaRPr/>
          </a:p>
          <a:p>
            <a:r>
              <a:t>Today we'll share what we found, what it means, and most importantly, what we recommend CISAC do next.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audit journey has been revealing. We started October 7 with what seemed like a straightforward technical assessment - validate the infrastructure upgrade proposal, assess the architecture, identify technical debt.</a:t>
            </a:r>
          </a:p>
          <a:p>
            <a:endParaRPr/>
          </a:p>
          <a:p>
            <a:r>
              <a:t>But in our very first conversation with Yann, something became clear: the real question wasn't "is this system technically sound?" The question was "does CISAC control this system?"</a:t>
            </a:r>
          </a:p>
          <a:p>
            <a:endParaRPr/>
          </a:p>
          <a:p>
            <a:r>
              <a:t>This shifted everything. By October 21, after our first workshops with Spanish Point, we had a frank discussion about what CISAC actually needs from this audit. Yann stated it directly: "My medium-term vision is to get rid of them."</a:t>
            </a:r>
          </a:p>
          <a:p>
            <a:endParaRPr/>
          </a:p>
          <a:p>
            <a:r>
              <a:t>Not because the system is bad - but because CISAC cannot manage a strategic information system without control.</a:t>
            </a:r>
          </a:p>
          <a:p>
            <a:endParaRPr/>
          </a:p>
          <a:p>
            <a:r>
              <a:t>We spent 25% of our audit duration waiting for code access. We encountered systematic questions about "for what purpose?" when requesting information. We documented governance gaps and transparency issues.</a:t>
            </a:r>
          </a:p>
          <a:p>
            <a:endParaRPr/>
          </a:p>
          <a:p>
            <a:r>
              <a:t>By November 6, we completed the investigation phase with high confidence in our findings. Today, we share those conclusions.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4F00CBF-FEA0-47F5-A1D9-CA5111806FDF}" type="slidenum">
              <a:rPr lang="fr-FR" smtClean="0"/>
              <a:t>3</a:t>
            </a:fld>
            <a:endParaRPr lang="fr-FR"/>
          </a:p>
        </p:txBody>
      </p:sp>
    </p:spTree>
    <p:extLst>
      <p:ext uri="{BB962C8B-B14F-4D97-AF65-F5344CB8AC3E}">
        <p14:creationId xmlns:p14="http://schemas.microsoft.com/office/powerpoint/2010/main" val="40043559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what we learned: the ISWC platform is technically sound. The architecture is well-designed. The code quality is reasonable. Auto-scaling is working correctly. Spanish Point upgraded you to .NET 8 just before this audit.</a:t>
            </a:r>
          </a:p>
          <a:p>
            <a:endParaRPr/>
          </a:p>
          <a:p>
            <a:r>
              <a:t>These are not the problems.</a:t>
            </a:r>
          </a:p>
          <a:p>
            <a:endParaRPr/>
          </a:p>
          <a:p>
            <a:r>
              <a:t>The problems are:</a:t>
            </a:r>
          </a:p>
          <a:p>
            <a:endParaRPr/>
          </a:p>
          <a:p>
            <a:r>
              <a:t>1. Governance gaps - A May 2024 production incident that took 6 months to recover from, caused by POC code accidentally merged to production. No deployment tracking existed until Yann established a CAB in response.</a:t>
            </a:r>
          </a:p>
          <a:p>
            <a:endParaRPr/>
          </a:p>
          <a:p>
            <a:r>
              <a:t>2. Cost control gap - €50,000/month cloud spending with no automated correlation between usage and costs. Financial stakeholders cannot explain monthly variations.</a:t>
            </a:r>
          </a:p>
          <a:p>
            <a:endParaRPr/>
          </a:p>
          <a:p>
            <a:r>
              <a:t>3. Vendor transparency - Systematic defensive posture, access requests questioned, information shared reluctantly.</a:t>
            </a:r>
          </a:p>
          <a:p>
            <a:endParaRPr/>
          </a:p>
          <a:p>
            <a:r>
              <a:t>4. Knowledge transfer viability - Unknown whether another vendor could maintain this system. Minimal code comments, significant duplication, "knowledge locked in people's heads."</a:t>
            </a:r>
          </a:p>
          <a:p>
            <a:endParaRPr/>
          </a:p>
          <a:p>
            <a:r>
              <a:t>5. Vendor lock-in mechanisms - Matching Engine (contractual restriction), IaC templates (proprietary library), implicit knowledge (no onboarding process).</a:t>
            </a:r>
          </a:p>
          <a:p>
            <a:endParaRPr/>
          </a:p>
          <a:p>
            <a:r>
              <a:t>This audit became an assessment of CISAC's ability to control its own strategic infrastructure. Everything we found must be evaluated through that lens.</a:t>
            </a:r>
          </a:p>
          <a:p>
            <a:endParaRPr/>
          </a:p>
          <a:p>
            <a:r>
              <a:t>Discussion Prompt: Does this evolution match CISAC's understanding of the situation?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morning/afternoon. Thank you for your time today. Over the past six weeks, we've conducted a comprehensive audit of your ISWC system. What started as a technical assessment evolved into something much more strategic - an evaluation of vendor independence and governance.</a:t>
            </a:r>
          </a:p>
          <a:p>
            <a:endParaRPr/>
          </a:p>
          <a:p>
            <a:r>
              <a:t>Today we'll share what we found, what it means, and most importantly, what we recommend CISAC do next.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challenges. These are not technical failures - they are control gaps.</a:t>
            </a:r>
          </a:p>
          <a:p>
            <a:endParaRPr/>
          </a:p>
          <a:p>
            <a:r>
              <a:t>**Vendor Lock-in (CRITICAL):**</a:t>
            </a:r>
          </a:p>
          <a:p>
            <a:endParaRPr/>
          </a:p>
          <a:p>
            <a:r>
              <a:t>We identified three lock-in mechanisms:</a:t>
            </a:r>
          </a:p>
          <a:p>
            <a:endParaRPr/>
          </a:p>
          <a:p>
            <a:r>
              <a:t>1. **Matching Engine contractual restriction** - The source code is only accessible upon contract termination. This creates a catch-22: you cannot assess alternatives without leaving your current vendor. And as Yann noted, even if you got the code, "we wouldn't be able to maintain it ourselves."</a:t>
            </a:r>
          </a:p>
          <a:p>
            <a:endParaRPr/>
          </a:p>
          <a:p>
            <a:r>
              <a:t>   </a:t>
            </a:r>
          </a:p>
          <a:p>
            <a:endParaRPr/>
          </a:p>
          <a:p>
            <a:r>
              <a:t>2. **IaC proprietary library** - The infrastructure-as-code templates and CI/CD pipeline definitions are NOT included in the source code delivery. Spanish Point considers these part of their "Smart AIM library." If you switch vendors, you must either (a) reverse-engineer 343 Azure resources from the portal, or (b) license the Smart AIM library for your new vendor.</a:t>
            </a:r>
          </a:p>
          <a:p>
            <a:endParaRPr/>
          </a:p>
          <a:p>
            <a:r>
              <a:t>   </a:t>
            </a:r>
          </a:p>
          <a:p>
            <a:endParaRPr/>
          </a:p>
          <a:p>
            <a:r>
              <a:t>3. **Implicit knowledge** - Very little code commenting. Significant duplication. No onboarding process. Knowledge locked in developers' heads. Guillaume said it bluntly: "Even for them, onboarding new developers must be hard."</a:t>
            </a:r>
          </a:p>
          <a:p>
            <a:endParaRPr/>
          </a:p>
          <a:p>
            <a:r>
              <a:t>   </a:t>
            </a:r>
          </a:p>
          <a:p>
            <a:endParaRPr/>
          </a:p>
          <a:p>
            <a:r>
              <a:t>**Knowledge Transfer Risk (CRITICAL):**</a:t>
            </a:r>
          </a:p>
          <a:p>
            <a:endParaRPr/>
          </a:p>
          <a:p>
            <a:r>
              <a:t>This is the biggest unknown. Can another vendor take over this system? We don't know. The code is readable but under-documented. The architecture is complex ("tentacular" dependencies). Spanish Point themselves warned us: "You're going to be surprised... it's actually very complicated."</a:t>
            </a:r>
          </a:p>
          <a:p>
            <a:endParaRPr/>
          </a:p>
          <a:p>
            <a:r>
              <a:t>**Before CISAC commits to any vendor switch strategy, this must be tested.** We recommend a pilot: assign a small feature to an independent vendor. See if they can deliver with only the handover materials available. This is a €10-20K litmus test for a multi-million-euro strategic decision.</a:t>
            </a:r>
          </a:p>
          <a:p>
            <a:endParaRPr/>
          </a:p>
          <a:p>
            <a:r>
              <a:t>**Cost Control Gap (CRITICAL):**</a:t>
            </a:r>
          </a:p>
          <a:p>
            <a:endParaRPr/>
          </a:p>
          <a:p>
            <a:r>
              <a:t>€600K/year is being spent with no automated correlation between usage and costs. When we asked Spanish Point if there's tooling to correlate monthly cost spikes with usage patterns, Xiyuan said: "Not really... there's no tooling."</a:t>
            </a:r>
          </a:p>
          <a:p>
            <a:endParaRPr/>
          </a:p>
          <a:p>
            <a:r>
              <a:t>Cost investigations require manual support tickets. Spanish Point can dig into specific months, but logs are only kept 3 months. There's no proactive monitoring.</a:t>
            </a:r>
          </a:p>
          <a:p>
            <a:endParaRPr/>
          </a:p>
          <a:p>
            <a:r>
              <a:t>They acknowledged "noisy neighbor" agencies - a few agencies drive most of the costs - but no allocation model exists. All agencies pay flat rates regardless of usage.</a:t>
            </a:r>
          </a:p>
          <a:p>
            <a:endParaRPr/>
          </a:p>
          <a:p>
            <a:r>
              <a:t>**Governance Gaps (HIGH):**</a:t>
            </a:r>
          </a:p>
          <a:p>
            <a:endParaRPr/>
          </a:p>
          <a:p>
            <a:r>
              <a:t>The May-June 2024 production incident speaks volumes. POC code from an unrelated project was merged to the production branch and deployed. It took 6 months to recover. Yann's words: "Six mois de galère, d'incidents incessants" (six months of hell, incessant incidents).</a:t>
            </a:r>
          </a:p>
          <a:p>
            <a:endParaRPr/>
          </a:p>
          <a:p>
            <a:r>
              <a:t>Why did this happen? Because there was no deployment tracking, no change control, no governance. Spanish Point "did everything when they wanted without even warning." Yann established the CAB in response - reactively, not proactively.</a:t>
            </a:r>
          </a:p>
          <a:p>
            <a:endParaRPr/>
          </a:p>
          <a:p>
            <a:r>
              <a:t>The Definition of Done doesn't include documentation updates. Specs drift from implementation. Knowledge accumulates in people's heads instead of in shared artifacts.</a:t>
            </a:r>
          </a:p>
          <a:p>
            <a:endParaRPr/>
          </a:p>
          <a:p>
            <a:r>
              <a:t>**Discussion Prompt:** Which of these challenges resonates most with your experience?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morning/afternoon. Thank you for your time today. Over the past six weeks, we've conducted a comprehensive audit of your ISWC system. What started as a technical assessment evolved into something much more strategic - an evaluation of vendor independence and governance.</a:t>
            </a:r>
          </a:p>
          <a:p>
            <a:endParaRPr/>
          </a:p>
          <a:p>
            <a:r>
              <a:t>Today we'll share what we found, what it means, and most importantly, what we recommend CISAC do next.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20D9D-5983-40D9-9BD5-6F7913DC0E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60161C-AE16-958D-AA83-22924130ADB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FEC99FD-0192-3E1E-D3FE-8E13460D77FD}"/>
              </a:ext>
            </a:extLst>
          </p:cNvPr>
          <p:cNvSpPr>
            <a:spLocks noGrp="1"/>
          </p:cNvSpPr>
          <p:nvPr>
            <p:ph type="body" sz="quarter" idx="3"/>
          </p:nvPr>
        </p:nvSpPr>
        <p:spPr/>
        <p:txBody>
          <a:bodyPr/>
          <a:lstStyle/>
          <a:p>
            <a:r>
              <a:t>Now the challenges. These are not technical failures - they are control gaps.</a:t>
            </a:r>
          </a:p>
          <a:p>
            <a:endParaRPr/>
          </a:p>
          <a:p>
            <a:r>
              <a:t>**Vendor Lock-in (CRITICAL):**</a:t>
            </a:r>
          </a:p>
          <a:p>
            <a:endParaRPr/>
          </a:p>
          <a:p>
            <a:r>
              <a:t>We identified three lock-in mechanisms:</a:t>
            </a:r>
          </a:p>
          <a:p>
            <a:endParaRPr/>
          </a:p>
          <a:p>
            <a:r>
              <a:t>1. **Matching Engine contractual restriction** - The source code is only accessible upon contract termination. This creates a catch-22: you cannot assess alternatives without leaving your current vendor. And as Yann noted, even if you got the code, "we wouldn't be able to maintain it ourselves."</a:t>
            </a:r>
          </a:p>
          <a:p>
            <a:endParaRPr/>
          </a:p>
          <a:p>
            <a:r>
              <a:t>   </a:t>
            </a:r>
          </a:p>
          <a:p>
            <a:endParaRPr/>
          </a:p>
          <a:p>
            <a:r>
              <a:t>2. **IaC proprietary library** - The infrastructure-as-code templates and CI/CD pipeline definitions are NOT included in the source code delivery. Spanish Point considers these part of their "Smart AIM library." If you switch vendors, you must either (a) reverse-engineer 343 Azure resources from the portal, or (b) license the Smart AIM library for your new vendor.</a:t>
            </a:r>
          </a:p>
          <a:p>
            <a:endParaRPr/>
          </a:p>
          <a:p>
            <a:r>
              <a:t>   </a:t>
            </a:r>
          </a:p>
          <a:p>
            <a:endParaRPr/>
          </a:p>
          <a:p>
            <a:r>
              <a:t>3. **Implicit knowledge** - Very little code commenting. Significant duplication. No onboarding process. Knowledge locked in developers' heads. Guillaume said it bluntly: "Even for them, onboarding new developers must be hard."</a:t>
            </a:r>
          </a:p>
          <a:p>
            <a:endParaRPr/>
          </a:p>
          <a:p>
            <a:r>
              <a:t>   </a:t>
            </a:r>
          </a:p>
          <a:p>
            <a:endParaRPr/>
          </a:p>
          <a:p>
            <a:r>
              <a:t>**Knowledge Transfer Risk (CRITICAL):**</a:t>
            </a:r>
          </a:p>
          <a:p>
            <a:endParaRPr/>
          </a:p>
          <a:p>
            <a:r>
              <a:t>This is the biggest unknown. Can another vendor take over this system? We don't know. The code is readable but under-documented. The architecture is complex ("tentacular" dependencies). Spanish Point themselves warned us: "You're going to be surprised... it's actually very complicated."</a:t>
            </a:r>
          </a:p>
          <a:p>
            <a:endParaRPr/>
          </a:p>
          <a:p>
            <a:r>
              <a:t>**Before CISAC commits to any vendor switch strategy, this must be tested.** We recommend a pilot: assign a small feature to an independent vendor. See if they can deliver with only the handover materials available. This is a €10-20K litmus test for a multi-million-euro strategic decision.</a:t>
            </a:r>
          </a:p>
          <a:p>
            <a:endParaRPr/>
          </a:p>
          <a:p>
            <a:r>
              <a:t>**Cost Control Gap (CRITICAL):**</a:t>
            </a:r>
          </a:p>
          <a:p>
            <a:endParaRPr/>
          </a:p>
          <a:p>
            <a:r>
              <a:t>€600K/year is being spent with no automated correlation between usage and costs. When we asked Spanish Point if there's tooling to correlate monthly cost spikes with usage patterns, Xiyuan said: "Not really... there's no tooling."</a:t>
            </a:r>
          </a:p>
          <a:p>
            <a:endParaRPr/>
          </a:p>
          <a:p>
            <a:r>
              <a:t>Cost investigations require manual support tickets. Spanish Point can dig into specific months, but logs are only kept 3 months. There's no proactive monitoring.</a:t>
            </a:r>
          </a:p>
          <a:p>
            <a:endParaRPr/>
          </a:p>
          <a:p>
            <a:r>
              <a:t>They acknowledged "noisy neighbor" agencies - a few agencies drive most of the costs - but no allocation model exists. All agencies pay flat rates regardless of usage.</a:t>
            </a:r>
          </a:p>
          <a:p>
            <a:endParaRPr/>
          </a:p>
          <a:p>
            <a:r>
              <a:t>**Governance Gaps (HIGH):**</a:t>
            </a:r>
          </a:p>
          <a:p>
            <a:endParaRPr/>
          </a:p>
          <a:p>
            <a:r>
              <a:t>The May-June 2024 production incident speaks volumes. POC code from an unrelated project was merged to the production branch and deployed. It took 6 months to recover. Yann's words: "Six mois de galère, d'incidents incessants" (six months of hell, incessant incidents).</a:t>
            </a:r>
          </a:p>
          <a:p>
            <a:endParaRPr/>
          </a:p>
          <a:p>
            <a:r>
              <a:t>Why did this happen? Because there was no deployment tracking, no change control, no governance. Spanish Point "did everything when they wanted without even warning." Yann established the CAB in response - reactively, not proactively.</a:t>
            </a:r>
          </a:p>
          <a:p>
            <a:endParaRPr/>
          </a:p>
          <a:p>
            <a:r>
              <a:t>The Definition of Done doesn't include documentation updates. Specs drift from implementation. Knowledge accumulates in people's heads instead of in shared artifacts.</a:t>
            </a:r>
          </a:p>
          <a:p>
            <a:endParaRPr/>
          </a:p>
          <a:p>
            <a:r>
              <a:t>**Discussion Prompt:** Which of these challenges resonates most with your experience?</a:t>
            </a:r>
          </a:p>
        </p:txBody>
      </p:sp>
      <p:sp>
        <p:nvSpPr>
          <p:cNvPr id="4" name="Slide Number Placeholder 3">
            <a:extLst>
              <a:ext uri="{FF2B5EF4-FFF2-40B4-BE49-F238E27FC236}">
                <a16:creationId xmlns:a16="http://schemas.microsoft.com/office/drawing/2014/main" id="{1EFBFB0C-BB7A-D3AE-89C7-B9F99EAD827D}"/>
              </a:ext>
            </a:extLst>
          </p:cNvPr>
          <p:cNvSpPr>
            <a:spLocks noGrp="1"/>
          </p:cNvSpPr>
          <p:nvPr>
            <p:ph type="sldNum" sz="quarter" idx="5"/>
          </p:nvPr>
        </p:nvSpPr>
        <p:spPr/>
      </p:sp>
    </p:spTree>
    <p:extLst>
      <p:ext uri="{BB962C8B-B14F-4D97-AF65-F5344CB8AC3E}">
        <p14:creationId xmlns:p14="http://schemas.microsoft.com/office/powerpoint/2010/main" val="9048519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morning/afternoon. Thank you for your time today. Over the past six weeks, we've conducted a comprehensive audit of your ISWC system. What started as a technical assessment evolved into something much more strategic - an evaluation of vendor independence and governance.</a:t>
            </a:r>
          </a:p>
          <a:p>
            <a:endParaRPr/>
          </a:p>
          <a:p>
            <a:r>
              <a:t>Today we'll share what we found, what it means, and most importantly, what we recommend CISAC do next.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89681-5A1E-9D3F-D984-0890F98AE9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18BE1D-FDFA-AA39-C807-78A93A15EE4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E5F72C7-3DB5-F9A5-C93D-C9AE91E3E173}"/>
              </a:ext>
            </a:extLst>
          </p:cNvPr>
          <p:cNvSpPr>
            <a:spLocks noGrp="1"/>
          </p:cNvSpPr>
          <p:nvPr>
            <p:ph type="body" sz="quarter" idx="3"/>
          </p:nvPr>
        </p:nvSpPr>
        <p:spPr/>
        <p:txBody>
          <a:bodyPr/>
          <a:lstStyle/>
          <a:p>
            <a:r>
              <a:t>Now the challenges. These are not technical failures - they are control gaps.</a:t>
            </a:r>
          </a:p>
          <a:p>
            <a:endParaRPr/>
          </a:p>
          <a:p>
            <a:r>
              <a:t>**Vendor Lock-in (CRITICAL):**</a:t>
            </a:r>
          </a:p>
          <a:p>
            <a:endParaRPr/>
          </a:p>
          <a:p>
            <a:r>
              <a:t>We identified three lock-in mechanisms:</a:t>
            </a:r>
          </a:p>
          <a:p>
            <a:endParaRPr/>
          </a:p>
          <a:p>
            <a:r>
              <a:t>1. **Matching Engine contractual restriction** - The source code is only accessible upon contract termination. This creates a catch-22: you cannot assess alternatives without leaving your current vendor. And as Yann noted, even if you got the code, "we wouldn't be able to maintain it ourselves."</a:t>
            </a:r>
          </a:p>
          <a:p>
            <a:endParaRPr/>
          </a:p>
          <a:p>
            <a:r>
              <a:t>   </a:t>
            </a:r>
          </a:p>
          <a:p>
            <a:endParaRPr/>
          </a:p>
          <a:p>
            <a:r>
              <a:t>2. **IaC proprietary library** - The infrastructure-as-code templates and CI/CD pipeline definitions are NOT included in the source code delivery. Spanish Point considers these part of their "Smart AIM library." If you switch vendors, you must either (a) reverse-engineer 343 Azure resources from the portal, or (b) license the Smart AIM library for your new vendor.</a:t>
            </a:r>
          </a:p>
          <a:p>
            <a:endParaRPr/>
          </a:p>
          <a:p>
            <a:r>
              <a:t>   </a:t>
            </a:r>
          </a:p>
          <a:p>
            <a:endParaRPr/>
          </a:p>
          <a:p>
            <a:r>
              <a:t>3. **Implicit knowledge** - Very little code commenting. Significant duplication. No onboarding process. Knowledge locked in developers' heads. Guillaume said it bluntly: "Even for them, onboarding new developers must be hard."</a:t>
            </a:r>
          </a:p>
          <a:p>
            <a:endParaRPr/>
          </a:p>
          <a:p>
            <a:r>
              <a:t>   </a:t>
            </a:r>
          </a:p>
          <a:p>
            <a:endParaRPr/>
          </a:p>
          <a:p>
            <a:r>
              <a:t>**Knowledge Transfer Risk (CRITICAL):**</a:t>
            </a:r>
          </a:p>
          <a:p>
            <a:endParaRPr/>
          </a:p>
          <a:p>
            <a:r>
              <a:t>This is the biggest unknown. Can another vendor take over this system? We don't know. The code is readable but under-documented. The architecture is complex ("tentacular" dependencies). Spanish Point themselves warned us: "You're going to be surprised... it's actually very complicated."</a:t>
            </a:r>
          </a:p>
          <a:p>
            <a:endParaRPr/>
          </a:p>
          <a:p>
            <a:r>
              <a:t>**Before CISAC commits to any vendor switch strategy, this must be tested.** We recommend a pilot: assign a small feature to an independent vendor. See if they can deliver with only the handover materials available. This is a €10-20K litmus test for a multi-million-euro strategic decision.</a:t>
            </a:r>
          </a:p>
          <a:p>
            <a:endParaRPr/>
          </a:p>
          <a:p>
            <a:r>
              <a:t>**Cost Control Gap (CRITICAL):**</a:t>
            </a:r>
          </a:p>
          <a:p>
            <a:endParaRPr/>
          </a:p>
          <a:p>
            <a:r>
              <a:t>€600K/year is being spent with no automated correlation between usage and costs. When we asked Spanish Point if there's tooling to correlate monthly cost spikes with usage patterns, Xiyuan said: "Not really... there's no tooling."</a:t>
            </a:r>
          </a:p>
          <a:p>
            <a:endParaRPr/>
          </a:p>
          <a:p>
            <a:r>
              <a:t>Cost investigations require manual support tickets. Spanish Point can dig into specific months, but logs are only kept 3 months. There's no proactive monitoring.</a:t>
            </a:r>
          </a:p>
          <a:p>
            <a:endParaRPr/>
          </a:p>
          <a:p>
            <a:r>
              <a:t>They acknowledged "noisy neighbor" agencies - a few agencies drive most of the costs - but no allocation model exists. All agencies pay flat rates regardless of usage.</a:t>
            </a:r>
          </a:p>
          <a:p>
            <a:endParaRPr/>
          </a:p>
          <a:p>
            <a:r>
              <a:t>**Governance Gaps (HIGH):**</a:t>
            </a:r>
          </a:p>
          <a:p>
            <a:endParaRPr/>
          </a:p>
          <a:p>
            <a:r>
              <a:t>The May-June 2024 production incident speaks volumes. POC code from an unrelated project was merged to the production branch and deployed. It took 6 months to recover. Yann's words: "Six mois de galère, d'incidents incessants" (six months of hell, incessant incidents).</a:t>
            </a:r>
          </a:p>
          <a:p>
            <a:endParaRPr/>
          </a:p>
          <a:p>
            <a:r>
              <a:t>Why did this happen? Because there was no deployment tracking, no change control, no governance. Spanish Point "did everything when they wanted without even warning." Yann established the CAB in response - reactively, not proactively.</a:t>
            </a:r>
          </a:p>
          <a:p>
            <a:endParaRPr/>
          </a:p>
          <a:p>
            <a:r>
              <a:t>The Definition of Done doesn't include documentation updates. Specs drift from implementation. Knowledge accumulates in people's heads instead of in shared artifacts.</a:t>
            </a:r>
          </a:p>
          <a:p>
            <a:endParaRPr/>
          </a:p>
          <a:p>
            <a:r>
              <a:t>**Discussion Prompt:** Which of these challenges resonates most with your experience?</a:t>
            </a:r>
          </a:p>
        </p:txBody>
      </p:sp>
      <p:sp>
        <p:nvSpPr>
          <p:cNvPr id="4" name="Slide Number Placeholder 3">
            <a:extLst>
              <a:ext uri="{FF2B5EF4-FFF2-40B4-BE49-F238E27FC236}">
                <a16:creationId xmlns:a16="http://schemas.microsoft.com/office/drawing/2014/main" id="{DDC872B0-6B7A-60E2-7721-9B09CA26D5EF}"/>
              </a:ext>
            </a:extLst>
          </p:cNvPr>
          <p:cNvSpPr>
            <a:spLocks noGrp="1"/>
          </p:cNvSpPr>
          <p:nvPr>
            <p:ph type="sldNum" sz="quarter" idx="5"/>
          </p:nvPr>
        </p:nvSpPr>
        <p:spPr/>
      </p:sp>
    </p:spTree>
    <p:extLst>
      <p:ext uri="{BB962C8B-B14F-4D97-AF65-F5344CB8AC3E}">
        <p14:creationId xmlns:p14="http://schemas.microsoft.com/office/powerpoint/2010/main" val="28345861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morning/afternoon. Thank you for your time today. Over the past six weeks, we've conducted a comprehensive audit of your ISWC system. What started as a technical assessment evolved into something much more strategic - an evaluation of vendor independence and governance.</a:t>
            </a:r>
          </a:p>
          <a:p>
            <a:endParaRPr/>
          </a:p>
          <a:p>
            <a:r>
              <a:t>Today we'll share what we found, what it means, and most importantly, what we recommend CISAC do next.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C7EAF-2C11-6D5D-5E78-CA03AC6F96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60F864-8DD4-CCF7-B901-D510324A4EA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DC559A1-6D4B-6D70-6C1D-D0D846A58EED}"/>
              </a:ext>
            </a:extLst>
          </p:cNvPr>
          <p:cNvSpPr>
            <a:spLocks noGrp="1"/>
          </p:cNvSpPr>
          <p:nvPr>
            <p:ph type="body" sz="quarter" idx="3"/>
          </p:nvPr>
        </p:nvSpPr>
        <p:spPr/>
        <p:txBody>
          <a:bodyPr/>
          <a:lstStyle/>
          <a:p>
            <a:r>
              <a:t>Now the challenges. These are not technical failures - they are control gaps.</a:t>
            </a:r>
          </a:p>
          <a:p>
            <a:endParaRPr/>
          </a:p>
          <a:p>
            <a:r>
              <a:t>**Vendor Lock-in (CRITICAL):**</a:t>
            </a:r>
          </a:p>
          <a:p>
            <a:endParaRPr/>
          </a:p>
          <a:p>
            <a:r>
              <a:t>We identified three lock-in mechanisms:</a:t>
            </a:r>
          </a:p>
          <a:p>
            <a:endParaRPr/>
          </a:p>
          <a:p>
            <a:r>
              <a:t>1. **Matching Engine contractual restriction** - The source code is only accessible upon contract termination. This creates a catch-22: you cannot assess alternatives without leaving your current vendor. And as Yann noted, even if you got the code, "we wouldn't be able to maintain it ourselves."</a:t>
            </a:r>
          </a:p>
          <a:p>
            <a:endParaRPr/>
          </a:p>
          <a:p>
            <a:r>
              <a:t>   </a:t>
            </a:r>
          </a:p>
          <a:p>
            <a:endParaRPr/>
          </a:p>
          <a:p>
            <a:r>
              <a:t>2. **IaC proprietary library** - The infrastructure-as-code templates and CI/CD pipeline definitions are NOT included in the source code delivery. Spanish Point considers these part of their "Smart AIM library." If you switch vendors, you must either (a) reverse-engineer 343 Azure resources from the portal, or (b) license the Smart AIM library for your new vendor.</a:t>
            </a:r>
          </a:p>
          <a:p>
            <a:endParaRPr/>
          </a:p>
          <a:p>
            <a:r>
              <a:t>   </a:t>
            </a:r>
          </a:p>
          <a:p>
            <a:endParaRPr/>
          </a:p>
          <a:p>
            <a:r>
              <a:t>3. **Implicit knowledge** - Very little code commenting. Significant duplication. No onboarding process. Knowledge locked in developers' heads. Guillaume said it bluntly: "Even for them, onboarding new developers must be hard."</a:t>
            </a:r>
          </a:p>
          <a:p>
            <a:endParaRPr/>
          </a:p>
          <a:p>
            <a:r>
              <a:t>   </a:t>
            </a:r>
          </a:p>
          <a:p>
            <a:endParaRPr/>
          </a:p>
          <a:p>
            <a:r>
              <a:t>**Knowledge Transfer Risk (CRITICAL):**</a:t>
            </a:r>
          </a:p>
          <a:p>
            <a:endParaRPr/>
          </a:p>
          <a:p>
            <a:r>
              <a:t>This is the biggest unknown. Can another vendor take over this system? We don't know. The code is readable but under-documented. The architecture is complex ("tentacular" dependencies). Spanish Point themselves warned us: "You're going to be surprised... it's actually very complicated."</a:t>
            </a:r>
          </a:p>
          <a:p>
            <a:endParaRPr/>
          </a:p>
          <a:p>
            <a:r>
              <a:t>**Before CISAC commits to any vendor switch strategy, this must be tested.** We recommend a pilot: assign a small feature to an independent vendor. See if they can deliver with only the handover materials available. This is a €10-20K litmus test for a multi-million-euro strategic decision.</a:t>
            </a:r>
          </a:p>
          <a:p>
            <a:endParaRPr/>
          </a:p>
          <a:p>
            <a:r>
              <a:t>**Cost Control Gap (CRITICAL):**</a:t>
            </a:r>
          </a:p>
          <a:p>
            <a:endParaRPr/>
          </a:p>
          <a:p>
            <a:r>
              <a:t>€600K/year is being spent with no automated correlation between usage and costs. When we asked Spanish Point if there's tooling to correlate monthly cost spikes with usage patterns, Xiyuan said: "Not really... there's no tooling."</a:t>
            </a:r>
          </a:p>
          <a:p>
            <a:endParaRPr/>
          </a:p>
          <a:p>
            <a:r>
              <a:t>Cost investigations require manual support tickets. Spanish Point can dig into specific months, but logs are only kept 3 months. There's no proactive monitoring.</a:t>
            </a:r>
          </a:p>
          <a:p>
            <a:endParaRPr/>
          </a:p>
          <a:p>
            <a:r>
              <a:t>They acknowledged "noisy neighbor" agencies - a few agencies drive most of the costs - but no allocation model exists. All agencies pay flat rates regardless of usage.</a:t>
            </a:r>
          </a:p>
          <a:p>
            <a:endParaRPr/>
          </a:p>
          <a:p>
            <a:r>
              <a:t>**Governance Gaps (HIGH):**</a:t>
            </a:r>
          </a:p>
          <a:p>
            <a:endParaRPr/>
          </a:p>
          <a:p>
            <a:r>
              <a:t>The May-June 2024 production incident speaks volumes. POC code from an unrelated project was merged to the production branch and deployed. It took 6 months to recover. Yann's words: "Six mois de galère, d'incidents incessants" (six months of hell, incessant incidents).</a:t>
            </a:r>
          </a:p>
          <a:p>
            <a:endParaRPr/>
          </a:p>
          <a:p>
            <a:r>
              <a:t>Why did this happen? Because there was no deployment tracking, no change control, no governance. Spanish Point "did everything when they wanted without even warning." Yann established the CAB in response - reactively, not proactively.</a:t>
            </a:r>
          </a:p>
          <a:p>
            <a:endParaRPr/>
          </a:p>
          <a:p>
            <a:r>
              <a:t>The Definition of Done doesn't include documentation updates. Specs drift from implementation. Knowledge accumulates in people's heads instead of in shared artifacts.</a:t>
            </a:r>
          </a:p>
          <a:p>
            <a:endParaRPr/>
          </a:p>
          <a:p>
            <a:r>
              <a:t>**Discussion Prompt:** Which of these challenges resonates most with your experience?</a:t>
            </a:r>
          </a:p>
        </p:txBody>
      </p:sp>
      <p:sp>
        <p:nvSpPr>
          <p:cNvPr id="4" name="Slide Number Placeholder 3">
            <a:extLst>
              <a:ext uri="{FF2B5EF4-FFF2-40B4-BE49-F238E27FC236}">
                <a16:creationId xmlns:a16="http://schemas.microsoft.com/office/drawing/2014/main" id="{51B7EEF0-EEDA-099C-D5DB-15078B0FDCA6}"/>
              </a:ext>
            </a:extLst>
          </p:cNvPr>
          <p:cNvSpPr>
            <a:spLocks noGrp="1"/>
          </p:cNvSpPr>
          <p:nvPr>
            <p:ph type="sldNum" sz="quarter" idx="5"/>
          </p:nvPr>
        </p:nvSpPr>
        <p:spPr/>
      </p:sp>
    </p:spTree>
    <p:extLst>
      <p:ext uri="{BB962C8B-B14F-4D97-AF65-F5344CB8AC3E}">
        <p14:creationId xmlns:p14="http://schemas.microsoft.com/office/powerpoint/2010/main" val="31100008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morning/afternoon. Thank you for your time today. Over the past six weeks, we've conducted a comprehensive audit of your ISWC system. What started as a technical assessment evolved into something much more strategic - an evaluation of vendor independence and governance.</a:t>
            </a:r>
          </a:p>
          <a:p>
            <a:endParaRPr/>
          </a:p>
          <a:p>
            <a:r>
              <a:t>Today we'll share what we found, what it means, and most importantly, what we recommend CISAC do next.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6E5C5-493E-C802-B771-7D8C76E12D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ACD32F-21C2-6C40-9466-7BFEC86B535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4D30903-430B-E47D-18BC-CFF7E009AE1B}"/>
              </a:ext>
            </a:extLst>
          </p:cNvPr>
          <p:cNvSpPr>
            <a:spLocks noGrp="1"/>
          </p:cNvSpPr>
          <p:nvPr>
            <p:ph type="body" sz="quarter" idx="3"/>
          </p:nvPr>
        </p:nvSpPr>
        <p:spPr/>
        <p:txBody>
          <a:bodyPr/>
          <a:lstStyle/>
          <a:p>
            <a:r>
              <a:t>Now the challenges. These are not technical failures - they are control gaps.</a:t>
            </a:r>
          </a:p>
          <a:p>
            <a:endParaRPr/>
          </a:p>
          <a:p>
            <a:r>
              <a:t>**Vendor Lock-in (CRITICAL):**</a:t>
            </a:r>
          </a:p>
          <a:p>
            <a:endParaRPr/>
          </a:p>
          <a:p>
            <a:r>
              <a:t>We identified three lock-in mechanisms:</a:t>
            </a:r>
          </a:p>
          <a:p>
            <a:endParaRPr/>
          </a:p>
          <a:p>
            <a:r>
              <a:t>1. **Matching Engine contractual restriction** - The source code is only accessible upon contract termination. This creates a catch-22: you cannot assess alternatives without leaving your current vendor. And as Yann noted, even if you got the code, "we wouldn't be able to maintain it ourselves."</a:t>
            </a:r>
          </a:p>
          <a:p>
            <a:endParaRPr/>
          </a:p>
          <a:p>
            <a:r>
              <a:t>   </a:t>
            </a:r>
          </a:p>
          <a:p>
            <a:endParaRPr/>
          </a:p>
          <a:p>
            <a:r>
              <a:t>2. **IaC proprietary library** - The infrastructure-as-code templates and CI/CD pipeline definitions are NOT included in the source code delivery. Spanish Point considers these part of their "Smart AIM library." If you switch vendors, you must either (a) reverse-engineer 343 Azure resources from the portal, or (b) license the Smart AIM library for your new vendor.</a:t>
            </a:r>
          </a:p>
          <a:p>
            <a:endParaRPr/>
          </a:p>
          <a:p>
            <a:r>
              <a:t>   </a:t>
            </a:r>
          </a:p>
          <a:p>
            <a:endParaRPr/>
          </a:p>
          <a:p>
            <a:r>
              <a:t>3. **Implicit knowledge** - Very little code commenting. Significant duplication. No onboarding process. Knowledge locked in developers' heads. Guillaume said it bluntly: "Even for them, onboarding new developers must be hard."</a:t>
            </a:r>
          </a:p>
          <a:p>
            <a:endParaRPr/>
          </a:p>
          <a:p>
            <a:r>
              <a:t>   </a:t>
            </a:r>
          </a:p>
          <a:p>
            <a:endParaRPr/>
          </a:p>
          <a:p>
            <a:r>
              <a:t>**Knowledge Transfer Risk (CRITICAL):**</a:t>
            </a:r>
          </a:p>
          <a:p>
            <a:endParaRPr/>
          </a:p>
          <a:p>
            <a:r>
              <a:t>This is the biggest unknown. Can another vendor take over this system? We don't know. The code is readable but under-documented. The architecture is complex ("tentacular" dependencies). Spanish Point themselves warned us: "You're going to be surprised... it's actually very complicated."</a:t>
            </a:r>
          </a:p>
          <a:p>
            <a:endParaRPr/>
          </a:p>
          <a:p>
            <a:r>
              <a:t>**Before CISAC commits to any vendor switch strategy, this must be tested.** We recommend a pilot: assign a small feature to an independent vendor. See if they can deliver with only the handover materials available. This is a €10-20K litmus test for a multi-million-euro strategic decision.</a:t>
            </a:r>
          </a:p>
          <a:p>
            <a:endParaRPr/>
          </a:p>
          <a:p>
            <a:r>
              <a:t>**Cost Control Gap (CRITICAL):**</a:t>
            </a:r>
          </a:p>
          <a:p>
            <a:endParaRPr/>
          </a:p>
          <a:p>
            <a:r>
              <a:t>€600K/year is being spent with no automated correlation between usage and costs. When we asked Spanish Point if there's tooling to correlate monthly cost spikes with usage patterns, Xiyuan said: "Not really... there's no tooling."</a:t>
            </a:r>
          </a:p>
          <a:p>
            <a:endParaRPr/>
          </a:p>
          <a:p>
            <a:r>
              <a:t>Cost investigations require manual support tickets. Spanish Point can dig into specific months, but logs are only kept 3 months. There's no proactive monitoring.</a:t>
            </a:r>
          </a:p>
          <a:p>
            <a:endParaRPr/>
          </a:p>
          <a:p>
            <a:r>
              <a:t>They acknowledged "noisy neighbor" agencies - a few agencies drive most of the costs - but no allocation model exists. All agencies pay flat rates regardless of usage.</a:t>
            </a:r>
          </a:p>
          <a:p>
            <a:endParaRPr/>
          </a:p>
          <a:p>
            <a:r>
              <a:t>**Governance Gaps (HIGH):**</a:t>
            </a:r>
          </a:p>
          <a:p>
            <a:endParaRPr/>
          </a:p>
          <a:p>
            <a:r>
              <a:t>The May-June 2024 production incident speaks volumes. POC code from an unrelated project was merged to the production branch and deployed. It took 6 months to recover. Yann's words: "Six mois de galère, d'incidents incessants" (six months of hell, incessant incidents).</a:t>
            </a:r>
          </a:p>
          <a:p>
            <a:endParaRPr/>
          </a:p>
          <a:p>
            <a:r>
              <a:t>Why did this happen? Because there was no deployment tracking, no change control, no governance. Spanish Point "did everything when they wanted without even warning." Yann established the CAB in response - reactively, not proactively.</a:t>
            </a:r>
          </a:p>
          <a:p>
            <a:endParaRPr/>
          </a:p>
          <a:p>
            <a:r>
              <a:t>The Definition of Done doesn't include documentation updates. Specs drift from implementation. Knowledge accumulates in people's heads instead of in shared artifacts.</a:t>
            </a:r>
          </a:p>
          <a:p>
            <a:endParaRPr/>
          </a:p>
          <a:p>
            <a:r>
              <a:t>**Discussion Prompt:** Which of these challenges resonates most with your experience?</a:t>
            </a:r>
          </a:p>
        </p:txBody>
      </p:sp>
      <p:sp>
        <p:nvSpPr>
          <p:cNvPr id="4" name="Slide Number Placeholder 3">
            <a:extLst>
              <a:ext uri="{FF2B5EF4-FFF2-40B4-BE49-F238E27FC236}">
                <a16:creationId xmlns:a16="http://schemas.microsoft.com/office/drawing/2014/main" id="{7CF10FF4-19D8-6E20-197A-75160B4BBD30}"/>
              </a:ext>
            </a:extLst>
          </p:cNvPr>
          <p:cNvSpPr>
            <a:spLocks noGrp="1"/>
          </p:cNvSpPr>
          <p:nvPr>
            <p:ph type="sldNum" sz="quarter" idx="5"/>
          </p:nvPr>
        </p:nvSpPr>
        <p:spPr/>
      </p:sp>
    </p:spTree>
    <p:extLst>
      <p:ext uri="{BB962C8B-B14F-4D97-AF65-F5344CB8AC3E}">
        <p14:creationId xmlns:p14="http://schemas.microsoft.com/office/powerpoint/2010/main" val="30043926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morning/afternoon. Thank you for your time today. Over the past six weeks, we've conducted a comprehensive audit of your ISWC system. What started as a technical assessment evolved into something much more strategic - an evaluation of vendor independence and governance.</a:t>
            </a:r>
          </a:p>
          <a:p>
            <a:endParaRPr/>
          </a:p>
          <a:p>
            <a:r>
              <a:t>Today we'll share what we found, what it means, and most importantly, what we recommend CISAC do next.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morning/afternoon. Thank you for your time today. Over the past six weeks, we've conducted a comprehensive audit of your ISWC system. What started as a technical assessment evolved into something much more strategic - an evaluation of vendor independence and governance.</a:t>
            </a:r>
          </a:p>
          <a:p>
            <a:endParaRPr/>
          </a:p>
          <a:p>
            <a:r>
              <a:t>Today we'll share what we found, what it means, and most importantly, what we recommend CISAC do next.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2B1B9-6430-7373-6E56-5E634B13D2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D55C17-A948-3E42-627B-DDFCD971B9B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23BB068-EBD2-6FD7-F79E-D782F421AF92}"/>
              </a:ext>
            </a:extLst>
          </p:cNvPr>
          <p:cNvSpPr>
            <a:spLocks noGrp="1"/>
          </p:cNvSpPr>
          <p:nvPr>
            <p:ph type="body" sz="quarter" idx="3"/>
          </p:nvPr>
        </p:nvSpPr>
        <p:spPr/>
        <p:txBody>
          <a:bodyPr/>
          <a:lstStyle/>
          <a:p>
            <a:r>
              <a:t>Good morning/afternoon. Thank you for your time today. Over the past six weeks, we've conducted a comprehensive audit of your ISWC system. What started as a technical assessment evolved into something much more strategic - an evaluation of vendor independence and governance.</a:t>
            </a:r>
          </a:p>
          <a:p>
            <a:endParaRPr/>
          </a:p>
          <a:p>
            <a:r>
              <a:t>Today we'll share what we found, what it means, and most importantly, what we recommend CISAC do next.</a:t>
            </a:r>
          </a:p>
        </p:txBody>
      </p:sp>
      <p:sp>
        <p:nvSpPr>
          <p:cNvPr id="4" name="Slide Number Placeholder 3">
            <a:extLst>
              <a:ext uri="{FF2B5EF4-FFF2-40B4-BE49-F238E27FC236}">
                <a16:creationId xmlns:a16="http://schemas.microsoft.com/office/drawing/2014/main" id="{D1C33C68-5797-9610-9DF0-28CB05C9BDBA}"/>
              </a:ext>
            </a:extLst>
          </p:cNvPr>
          <p:cNvSpPr>
            <a:spLocks noGrp="1"/>
          </p:cNvSpPr>
          <p:nvPr>
            <p:ph type="sldNum" sz="quarter" idx="5"/>
          </p:nvPr>
        </p:nvSpPr>
        <p:spPr/>
      </p:sp>
    </p:spTree>
    <p:extLst>
      <p:ext uri="{BB962C8B-B14F-4D97-AF65-F5344CB8AC3E}">
        <p14:creationId xmlns:p14="http://schemas.microsoft.com/office/powerpoint/2010/main" val="10323010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address the Hyperscale proposal (PSA 5499). Our recommendation: **HOLD pending validation.**</a:t>
            </a:r>
          </a:p>
          <a:p>
            <a:endParaRPr/>
          </a:p>
          <a:p>
            <a:r>
              <a:t>**What Spanish Point proposes:**</a:t>
            </a:r>
          </a:p>
          <a:p>
            <a:endParaRPr/>
          </a:p>
          <a:p>
            <a:r>
              <a:t>Three objectives:</a:t>
            </a:r>
          </a:p>
          <a:p>
            <a:endParaRPr/>
          </a:p>
          <a:p>
            <a:r>
              <a:t>1. Networking security (public → private endpoints)</a:t>
            </a:r>
          </a:p>
          <a:p>
            <a:r>
              <a:t>2. SQL tier change (Business Critical → Hyperscale)</a:t>
            </a:r>
          </a:p>
          <a:p>
            <a:r>
              <a:t>3. Platform modernization (Microsoft best practices)</a:t>
            </a:r>
          </a:p>
          <a:p>
            <a:endParaRPr/>
          </a:p>
          <a:p>
            <a:r>
              <a:t>Net cost: -€1,800/month savings (-€21,600/year)</a:t>
            </a:r>
          </a:p>
          <a:p>
            <a:r>
              <a:t>Migration investment: €40,000 one-time</a:t>
            </a:r>
          </a:p>
          <a:p>
            <a:r>
              <a:t>ROI: ~22 month payback</a:t>
            </a:r>
          </a:p>
          <a:p>
            <a:endParaRPr/>
          </a:p>
          <a:p>
            <a:r>
              <a:t>**Why HOLD?**</a:t>
            </a:r>
          </a:p>
          <a:p>
            <a:endParaRPr/>
          </a:p>
          <a:p>
            <a:r>
              <a:t>We haven't validated that SQL Server is actually the performance bottleneck. Spanish Point claims no significant performance issues. So why the urgent need for Hyperscale?</a:t>
            </a:r>
          </a:p>
          <a:p>
            <a:endParaRPr/>
          </a:p>
          <a:p>
            <a:r>
              <a:t>**Four validation questions:**</a:t>
            </a:r>
          </a:p>
          <a:p>
            <a:endParaRPr/>
          </a:p>
          <a:p>
            <a:r>
              <a:t>1. **Is SQL Server the bottleneck?**</a:t>
            </a:r>
          </a:p>
          <a:p>
            <a:endParaRPr/>
          </a:p>
          <a:p>
            <a:r>
              <a:t>   We don't have production performance metrics. Spanish Point claims "no issues" but hasn't shared dashboards or query performance data. We need Moïse's operational perspective: What do users actually complain about? Where are the pain points?</a:t>
            </a:r>
          </a:p>
          <a:p>
            <a:endParaRPr/>
          </a:p>
          <a:p>
            <a:r>
              <a:t>2. **Can query optimization achieve similar results?**</a:t>
            </a:r>
          </a:p>
          <a:p>
            <a:endParaRPr/>
          </a:p>
          <a:p>
            <a:r>
              <a:t>   Hyperscale is expensive (€40K migration + €3,300/month savings requires optimal performance). Have simpler alternatives been tried?</a:t>
            </a:r>
          </a:p>
          <a:p>
            <a:endParaRPr/>
          </a:p>
          <a:p>
            <a:r>
              <a:t>   - Missing indexes identified and added?</a:t>
            </a:r>
          </a:p>
          <a:p>
            <a:r>
              <a:t>   - Inefficient queries optimized?</a:t>
            </a:r>
          </a:p>
          <a:p>
            <a:r>
              <a:t>   - Caching implemented where appropriate?</a:t>
            </a:r>
          </a:p>
          <a:p>
            <a:endParaRPr/>
          </a:p>
          <a:p>
            <a:r>
              <a:t>   Hyperscale may mask inefficient queries rather than fix root causes.</a:t>
            </a:r>
          </a:p>
          <a:p>
            <a:endParaRPr/>
          </a:p>
          <a:p>
            <a:r>
              <a:t>3. **Are cost estimates accurate?**</a:t>
            </a:r>
          </a:p>
          <a:p>
            <a:endParaRPr/>
          </a:p>
          <a:p>
            <a:r>
              <a:t>   Spanish Point's estimates are based on a single month average. But auto-scaling means costs vary month-to-month. Reserved instances commit CISAC to 1-year contract. If usage patterns change, savings may not materialize.</a:t>
            </a:r>
          </a:p>
          <a:p>
            <a:endParaRPr/>
          </a:p>
          <a:p>
            <a:r>
              <a:t>4. **Can networking upgrade be decoupled?**</a:t>
            </a:r>
          </a:p>
          <a:p>
            <a:endParaRPr/>
          </a:p>
          <a:p>
            <a:r>
              <a:t>   Private networking (+€1,500/month) may be valuable for security regardless of SQL tier. Hyperscale migration (-€3,300/month) needs performance justification. Why bundle them? Evaluate each independently.</a:t>
            </a:r>
          </a:p>
          <a:p>
            <a:endParaRPr/>
          </a:p>
          <a:p>
            <a:r>
              <a:t>**Alternative approach: Query optimization first**</a:t>
            </a:r>
          </a:p>
          <a:p>
            <a:endParaRPr/>
          </a:p>
          <a:p>
            <a:r>
              <a:t>BEFORE committing €40K migration:</a:t>
            </a:r>
          </a:p>
          <a:p>
            <a:endParaRPr/>
          </a:p>
          <a:p>
            <a:r>
              <a:t>**Option 1: Performance Audit** (€5-10K, 1-2 months)</a:t>
            </a:r>
          </a:p>
          <a:p>
            <a:endParaRPr/>
          </a:p>
          <a:p>
            <a:r>
              <a:t>- Analyze slow queries via Application Insights</a:t>
            </a:r>
          </a:p>
          <a:p>
            <a:r>
              <a:t>- Identify missing indexes</a:t>
            </a:r>
          </a:p>
          <a:p>
            <a:r>
              <a:t>- Implement caching where appropriate</a:t>
            </a:r>
          </a:p>
          <a:p>
            <a:r>
              <a:t>- Measure improvement</a:t>
            </a:r>
          </a:p>
          <a:p>
            <a:endParaRPr/>
          </a:p>
          <a:p>
            <a:r>
              <a:t>**IF optimization resolves issues:**</a:t>
            </a:r>
          </a:p>
          <a:p>
            <a:endParaRPr/>
          </a:p>
          <a:p>
            <a:r>
              <a:t>- Save €40K migration cost</a:t>
            </a:r>
          </a:p>
          <a:p>
            <a:r>
              <a:t>- Avoid 1-year reserved instance commitment</a:t>
            </a:r>
          </a:p>
          <a:p>
            <a:r>
              <a:t>- Keep Hyperscale as future option if needed</a:t>
            </a:r>
          </a:p>
          <a:p>
            <a:endParaRPr/>
          </a:p>
          <a:p>
            <a:r>
              <a:t>**IF issues persist after optimization:**</a:t>
            </a:r>
          </a:p>
          <a:p>
            <a:endParaRPr/>
          </a:p>
          <a:p>
            <a:r>
              <a:t>- THEN consider Hyperscale</a:t>
            </a:r>
          </a:p>
          <a:p>
            <a:r>
              <a:t>- Data-driven decision, not assumption</a:t>
            </a:r>
          </a:p>
          <a:p>
            <a:endParaRPr/>
          </a:p>
          <a:p>
            <a:r>
              <a:t>**Networking security component:**</a:t>
            </a:r>
          </a:p>
          <a:p>
            <a:endParaRPr/>
          </a:p>
          <a:p>
            <a:r>
              <a:t>Private endpoints, VPN Gateway, Private DNS, optional WAF - these may be valuable independently for security posture. Cost: +€1,500/month. This could be approved separately from SQL tier change if security justifies it.</a:t>
            </a:r>
          </a:p>
          <a:p>
            <a:endParaRPr/>
          </a:p>
          <a:p>
            <a:r>
              <a:t>**Our recommendation:**</a:t>
            </a:r>
          </a:p>
          <a:p>
            <a:endParaRPr/>
          </a:p>
          <a:p>
            <a:r>
              <a:t>**HOLD Hyperscale approval.** Take 2 months (Jan-Feb 2026) to:</a:t>
            </a:r>
          </a:p>
          <a:p>
            <a:endParaRPr/>
          </a:p>
          <a:p>
            <a:r>
              <a:t>1. Meet with Moïse - gather production performance data and user complaints</a:t>
            </a:r>
          </a:p>
          <a:p>
            <a:r>
              <a:t>2. Validate SQL Server is actual bottleneck</a:t>
            </a:r>
          </a:p>
          <a:p>
            <a:r>
              <a:t>3. Explore query optimization (€5-10K investment)</a:t>
            </a:r>
          </a:p>
          <a:p>
            <a:r>
              <a:t>4. Separate networking security decision from SQL tier decision</a:t>
            </a:r>
          </a:p>
          <a:p>
            <a:endParaRPr/>
          </a:p>
          <a:p>
            <a:r>
              <a:t>Decision by March 2026 with actual data.</a:t>
            </a:r>
          </a:p>
          <a:p>
            <a:endParaRPr/>
          </a:p>
          <a:p>
            <a:r>
              <a:t>**Why this is SECONDARY priority:**</a:t>
            </a:r>
          </a:p>
          <a:p>
            <a:endParaRPr/>
          </a:p>
          <a:p>
            <a:r>
              <a:t>Strategic vendor decisions (pilot test, contract renegotiation, matching engine research) are MORE IMPORTANT than infrastructure optimization. €40K is material, but €300-600K vendor switch decision or €600K/year cost control are bigger strategic priorities.</a:t>
            </a:r>
          </a:p>
          <a:p>
            <a:endParaRPr/>
          </a:p>
          <a:p>
            <a:r>
              <a:t>Don't let Hyperscale distract from the real governance challenges.</a:t>
            </a:r>
          </a:p>
          <a:p>
            <a:endParaRPr/>
          </a:p>
          <a:p>
            <a:r>
              <a:t>**Discussion Prompt:** What performance issues have been reported by users or agencies?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9A69F-092A-94ED-70FB-35B3AA6F72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67C6E9-5E60-5A92-E695-B8318EC756F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A5D4A1F-F42F-4B12-CAA6-F9A2A0737C13}"/>
              </a:ext>
            </a:extLst>
          </p:cNvPr>
          <p:cNvSpPr>
            <a:spLocks noGrp="1"/>
          </p:cNvSpPr>
          <p:nvPr>
            <p:ph type="body" sz="quarter" idx="3"/>
          </p:nvPr>
        </p:nvSpPr>
        <p:spPr/>
        <p:txBody>
          <a:bodyPr/>
          <a:lstStyle/>
          <a:p>
            <a:r>
              <a:t>Good morning/afternoon. Thank you for your time today. Over the past six weeks, we've conducted a comprehensive audit of your ISWC system. What started as a technical assessment evolved into something much more strategic - an evaluation of vendor independence and governance.</a:t>
            </a:r>
          </a:p>
          <a:p>
            <a:endParaRPr/>
          </a:p>
          <a:p>
            <a:r>
              <a:t>Today we'll share what we found, what it means, and most importantly, what we recommend CISAC do next.</a:t>
            </a:r>
          </a:p>
        </p:txBody>
      </p:sp>
      <p:sp>
        <p:nvSpPr>
          <p:cNvPr id="4" name="Slide Number Placeholder 3">
            <a:extLst>
              <a:ext uri="{FF2B5EF4-FFF2-40B4-BE49-F238E27FC236}">
                <a16:creationId xmlns:a16="http://schemas.microsoft.com/office/drawing/2014/main" id="{199B2428-4D6D-4408-E275-D8221E4EDD73}"/>
              </a:ext>
            </a:extLst>
          </p:cNvPr>
          <p:cNvSpPr>
            <a:spLocks noGrp="1"/>
          </p:cNvSpPr>
          <p:nvPr>
            <p:ph type="sldNum" sz="quarter" idx="5"/>
          </p:nvPr>
        </p:nvSpPr>
        <p:spPr/>
      </p:sp>
    </p:spTree>
    <p:extLst>
      <p:ext uri="{BB962C8B-B14F-4D97-AF65-F5344CB8AC3E}">
        <p14:creationId xmlns:p14="http://schemas.microsoft.com/office/powerpoint/2010/main" val="1956160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3A1D4-5CB2-1B6C-6ABF-D24C5C39DC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ACBB43-C821-CDFE-FE51-D5BBC0EF3A5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9F52AB3-7B2C-48ED-B250-51DECB6A92D5}"/>
              </a:ext>
            </a:extLst>
          </p:cNvPr>
          <p:cNvSpPr>
            <a:spLocks noGrp="1"/>
          </p:cNvSpPr>
          <p:nvPr>
            <p:ph type="body" sz="quarter" idx="3"/>
          </p:nvPr>
        </p:nvSpPr>
        <p:spPr/>
        <p:txBody>
          <a:bodyPr/>
          <a:lstStyle/>
          <a:p>
            <a:r>
              <a:t>Good morning/afternoon. Thank you for your time today. Over the past six weeks, we've conducted a comprehensive audit of your ISWC system. What started as a technical assessment evolved into something much more strategic - an evaluation of vendor independence and governance.</a:t>
            </a:r>
          </a:p>
          <a:p>
            <a:endParaRPr/>
          </a:p>
          <a:p>
            <a:r>
              <a:t>Today we'll share what we found, what it means, and most importantly, what we recommend CISAC do next.</a:t>
            </a:r>
          </a:p>
        </p:txBody>
      </p:sp>
      <p:sp>
        <p:nvSpPr>
          <p:cNvPr id="4" name="Slide Number Placeholder 3">
            <a:extLst>
              <a:ext uri="{FF2B5EF4-FFF2-40B4-BE49-F238E27FC236}">
                <a16:creationId xmlns:a16="http://schemas.microsoft.com/office/drawing/2014/main" id="{364FF9D3-6290-E97C-8750-9D5880C1197B}"/>
              </a:ext>
            </a:extLst>
          </p:cNvPr>
          <p:cNvSpPr>
            <a:spLocks noGrp="1"/>
          </p:cNvSpPr>
          <p:nvPr>
            <p:ph type="sldNum" sz="quarter" idx="5"/>
          </p:nvPr>
        </p:nvSpPr>
        <p:spPr/>
      </p:sp>
    </p:spTree>
    <p:extLst>
      <p:ext uri="{BB962C8B-B14F-4D97-AF65-F5344CB8AC3E}">
        <p14:creationId xmlns:p14="http://schemas.microsoft.com/office/powerpoint/2010/main" val="23648090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5BCAD085-E8A6-8845-BD4E-CB4CCA059FC4}" type="datetimeFigureOut">
              <a:rPr lang="en-US" smtClean="0"/>
              <a:t>11/21/2025</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defRPr lang="en-US"/>
            </a:lvl1pPr>
          </a:lstStyle>
          <a:p>
            <a:pPr marL="0" lvl="0" algn="l"/>
            <a:r>
              <a:rPr lang="en-US"/>
              <a:t>Click to edit Master title style</a:t>
            </a:r>
          </a:p>
        </p:txBody>
      </p:sp>
      <p:sp>
        <p:nvSpPr>
          <p:cNvPr id="3" name="Content Placeholder 2"/>
          <p:cNvSpPr>
            <a:spLocks noGrp="1"/>
          </p:cNvSpPr>
          <p:nvPr>
            <p:ph idx="1" hasCustomPrompt="1"/>
          </p:nvPr>
        </p:nvSpPr>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Espace réservé du pied de page 2">
            <a:extLst>
              <a:ext uri="{FF2B5EF4-FFF2-40B4-BE49-F238E27FC236}">
                <a16:creationId xmlns:a16="http://schemas.microsoft.com/office/drawing/2014/main" id="{28E67520-51B7-D044-8097-FFF2022A0E40}"/>
              </a:ext>
            </a:extLst>
          </p:cNvPr>
          <p:cNvSpPr>
            <a:spLocks noGrp="1"/>
          </p:cNvSpPr>
          <p:nvPr>
            <p:ph type="ftr" sz="quarter" idx="3"/>
          </p:nvPr>
        </p:nvSpPr>
        <p:spPr>
          <a:xfrm>
            <a:off x="-593" y="6444952"/>
            <a:ext cx="12193181" cy="412389"/>
          </a:xfrm>
          <a:prstGeom prst="rect">
            <a:avLst/>
          </a:prstGeom>
          <a:solidFill>
            <a:srgbClr val="F8F9FB"/>
          </a:solidFill>
          <a:ln>
            <a:solidFill>
              <a:srgbClr val="E1E4E8"/>
            </a:solidFill>
          </a:ln>
        </p:spPr>
        <p:txBody>
          <a:bodyPr/>
          <a:lstStyle/>
          <a:p>
            <a:pPr algn="l"/>
            <a:r>
              <a:rPr lang="fr-FR" sz="1100">
                <a:solidFill>
                  <a:srgbClr val="6B7C93"/>
                </a:solidFill>
                <a:latin typeface="Segoe UI"/>
                <a:ea typeface="+mn-lt"/>
                <a:cs typeface="Segoe UI"/>
              </a:rPr>
              <a:t>  ISWC System Audit – </a:t>
            </a:r>
            <a:r>
              <a:rPr lang="fr-FR" sz="1100" err="1">
                <a:solidFill>
                  <a:srgbClr val="6B7C93"/>
                </a:solidFill>
                <a:latin typeface="Segoe UI"/>
                <a:ea typeface="+mn-lt"/>
                <a:cs typeface="Segoe UI"/>
              </a:rPr>
              <a:t>Findings</a:t>
            </a:r>
            <a:r>
              <a:rPr lang="fr-FR" sz="1100">
                <a:solidFill>
                  <a:srgbClr val="6B7C93"/>
                </a:solidFill>
                <a:latin typeface="Segoe UI"/>
                <a:ea typeface="+mn-lt"/>
                <a:cs typeface="Segoe UI"/>
              </a:rPr>
              <a:t> &amp; Strategic </a:t>
            </a:r>
            <a:r>
              <a:rPr lang="fr-FR" sz="1100" err="1">
                <a:solidFill>
                  <a:srgbClr val="6B7C93"/>
                </a:solidFill>
                <a:latin typeface="Segoe UI"/>
                <a:ea typeface="+mn-lt"/>
                <a:cs typeface="Segoe UI"/>
              </a:rPr>
              <a:t>Recommendations</a:t>
            </a:r>
            <a:r>
              <a:rPr lang="fr-FR" sz="1100">
                <a:solidFill>
                  <a:srgbClr val="6B7C93"/>
                </a:solidFill>
                <a:latin typeface="Segoe UI"/>
                <a:ea typeface="+mn-lt"/>
                <a:cs typeface="Segoe UI"/>
              </a:rPr>
              <a:t> • </a:t>
            </a:r>
            <a:r>
              <a:rPr lang="fr-FR" sz="1100" err="1">
                <a:solidFill>
                  <a:srgbClr val="6B7C93"/>
                </a:solidFill>
                <a:latin typeface="Segoe UI"/>
                <a:ea typeface="+mn-lt"/>
                <a:cs typeface="Segoe UI"/>
              </a:rPr>
              <a:t>November</a:t>
            </a:r>
            <a:r>
              <a:rPr lang="fr-FR" sz="1100">
                <a:solidFill>
                  <a:srgbClr val="6B7C93"/>
                </a:solidFill>
                <a:latin typeface="Segoe UI"/>
                <a:ea typeface="+mn-lt"/>
                <a:cs typeface="Segoe UI"/>
              </a:rPr>
              <a:t> 24, 2025</a:t>
            </a:r>
            <a:endParaRPr lang="fr-FR" sz="1100">
              <a:latin typeface="Segoe UI"/>
              <a:cs typeface="Segoe UI"/>
            </a:endParaRPr>
          </a:p>
        </p:txBody>
      </p:sp>
      <p:sp>
        <p:nvSpPr>
          <p:cNvPr id="8" name="Espace réservé du numéro de diapositive 6">
            <a:extLst>
              <a:ext uri="{FF2B5EF4-FFF2-40B4-BE49-F238E27FC236}">
                <a16:creationId xmlns:a16="http://schemas.microsoft.com/office/drawing/2014/main" id="{CC2E3C7E-F5FE-3895-E482-E396145AFA92}"/>
              </a:ext>
            </a:extLst>
          </p:cNvPr>
          <p:cNvSpPr>
            <a:spLocks noGrp="1"/>
          </p:cNvSpPr>
          <p:nvPr>
            <p:ph type="sldNum" sz="quarter" idx="4"/>
          </p:nvPr>
        </p:nvSpPr>
        <p:spPr>
          <a:xfrm>
            <a:off x="11196082" y="6521742"/>
            <a:ext cx="367414" cy="264713"/>
          </a:xfrm>
          <a:prstGeom prst="rect">
            <a:avLst/>
          </a:prstGeom>
          <a:solidFill>
            <a:schemeClr val="bg1"/>
          </a:solidFill>
          <a:ln w="12700">
            <a:solidFill>
              <a:srgbClr val="E1E4E8"/>
            </a:solidFill>
          </a:ln>
        </p:spPr>
        <p:txBody>
          <a:bodyPr/>
          <a:lstStyle>
            <a:lvl1pPr>
              <a:defRPr sz="1100"/>
            </a:lvl1pPr>
          </a:lstStyle>
          <a:p>
            <a:pPr algn="ctr"/>
            <a:fld id="{C1FF6DA9-008F-8B48-92A6-B652298478BF}" type="slidenum">
              <a:rPr lang="en-US" smtClean="0">
                <a:solidFill>
                  <a:srgbClr val="1E3A5F"/>
                </a:solidFill>
                <a:latin typeface="Segoe UI"/>
                <a:cs typeface="Segoe UI"/>
              </a:rPr>
              <a:pPr algn="ctr"/>
              <a:t>‹#›</a:t>
            </a:fld>
            <a:endParaRPr lang="fr-FR">
              <a:solidFill>
                <a:srgbClr val="1E3A5F"/>
              </a:solidFill>
              <a:latin typeface="Segoe UI"/>
              <a:ea typeface="Calibri"/>
              <a:cs typeface="Segoe UI"/>
            </a:endParaRP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5BCAD085-E8A6-8845-BD4E-CB4CCA059FC4}" type="datetimeFigureOut">
              <a:rPr lang="en-US" smtClean="0"/>
              <a:t>11/21/2025</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Espace réservé du pied de page 2">
            <a:extLst>
              <a:ext uri="{FF2B5EF4-FFF2-40B4-BE49-F238E27FC236}">
                <a16:creationId xmlns:a16="http://schemas.microsoft.com/office/drawing/2014/main" id="{0810A4F9-DC3B-9EA6-AC76-D1489DF2A587}"/>
              </a:ext>
            </a:extLst>
          </p:cNvPr>
          <p:cNvSpPr txBox="1">
            <a:spLocks/>
          </p:cNvSpPr>
          <p:nvPr userDrawn="1"/>
        </p:nvSpPr>
        <p:spPr>
          <a:xfrm>
            <a:off x="-593" y="6444952"/>
            <a:ext cx="12193181" cy="412389"/>
          </a:xfrm>
          <a:prstGeom prst="rect">
            <a:avLst/>
          </a:prstGeom>
          <a:solidFill>
            <a:srgbClr val="F8F9FB"/>
          </a:solidFill>
          <a:ln>
            <a:solidFill>
              <a:srgbClr val="E1E4E8"/>
            </a:solidFill>
          </a:ln>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sz="1100">
                <a:solidFill>
                  <a:srgbClr val="6B7C93"/>
                </a:solidFill>
                <a:latin typeface="Segoe UI"/>
                <a:ea typeface="+mn-lt"/>
                <a:cs typeface="Segoe UI"/>
              </a:rPr>
              <a:t>  ISWC System Audit – </a:t>
            </a:r>
            <a:r>
              <a:rPr lang="fr-FR" sz="1100" err="1">
                <a:solidFill>
                  <a:srgbClr val="6B7C93"/>
                </a:solidFill>
                <a:latin typeface="Segoe UI"/>
                <a:ea typeface="+mn-lt"/>
                <a:cs typeface="Segoe UI"/>
              </a:rPr>
              <a:t>Findings</a:t>
            </a:r>
            <a:r>
              <a:rPr lang="fr-FR" sz="1100">
                <a:solidFill>
                  <a:srgbClr val="6B7C93"/>
                </a:solidFill>
                <a:latin typeface="Segoe UI"/>
                <a:ea typeface="+mn-lt"/>
                <a:cs typeface="Segoe UI"/>
              </a:rPr>
              <a:t> &amp; Strategic </a:t>
            </a:r>
            <a:r>
              <a:rPr lang="fr-FR" sz="1100" err="1">
                <a:solidFill>
                  <a:srgbClr val="6B7C93"/>
                </a:solidFill>
                <a:latin typeface="Segoe UI"/>
                <a:ea typeface="+mn-lt"/>
                <a:cs typeface="Segoe UI"/>
              </a:rPr>
              <a:t>Recommendations</a:t>
            </a:r>
            <a:r>
              <a:rPr lang="fr-FR" sz="1100">
                <a:solidFill>
                  <a:srgbClr val="6B7C93"/>
                </a:solidFill>
                <a:latin typeface="Segoe UI"/>
                <a:ea typeface="+mn-lt"/>
                <a:cs typeface="Segoe UI"/>
              </a:rPr>
              <a:t> • </a:t>
            </a:r>
            <a:r>
              <a:rPr lang="fr-FR" sz="1100" err="1">
                <a:solidFill>
                  <a:srgbClr val="6B7C93"/>
                </a:solidFill>
                <a:latin typeface="Segoe UI"/>
                <a:ea typeface="+mn-lt"/>
                <a:cs typeface="Segoe UI"/>
              </a:rPr>
              <a:t>November</a:t>
            </a:r>
            <a:r>
              <a:rPr lang="fr-FR" sz="1100">
                <a:solidFill>
                  <a:srgbClr val="6B7C93"/>
                </a:solidFill>
                <a:latin typeface="Segoe UI"/>
                <a:ea typeface="+mn-lt"/>
                <a:cs typeface="Segoe UI"/>
              </a:rPr>
              <a:t> 24, 2025</a:t>
            </a:r>
            <a:endParaRPr lang="fr-FR" sz="1100">
              <a:latin typeface="Segoe UI"/>
              <a:cs typeface="Segoe UI"/>
            </a:endParaRPr>
          </a:p>
        </p:txBody>
      </p:sp>
      <p:sp>
        <p:nvSpPr>
          <p:cNvPr id="9" name="Espace réservé du numéro de diapositive 6">
            <a:extLst>
              <a:ext uri="{FF2B5EF4-FFF2-40B4-BE49-F238E27FC236}">
                <a16:creationId xmlns:a16="http://schemas.microsoft.com/office/drawing/2014/main" id="{CB339000-BD4F-784C-B891-261ABEADC7C5}"/>
              </a:ext>
            </a:extLst>
          </p:cNvPr>
          <p:cNvSpPr txBox="1">
            <a:spLocks/>
          </p:cNvSpPr>
          <p:nvPr userDrawn="1"/>
        </p:nvSpPr>
        <p:spPr>
          <a:xfrm>
            <a:off x="11196082" y="6521742"/>
            <a:ext cx="367414" cy="264713"/>
          </a:xfrm>
          <a:prstGeom prst="rect">
            <a:avLst/>
          </a:prstGeom>
          <a:solidFill>
            <a:schemeClr val="bg1"/>
          </a:solidFill>
          <a:ln w="12700">
            <a:solidFill>
              <a:srgbClr val="E1E4E8"/>
            </a:solidFill>
          </a:ln>
        </p:spPr>
        <p:txBody>
          <a:bodyPr/>
          <a:lstStyle>
            <a:defPPr>
              <a:defRPr lang="en-US"/>
            </a:defPPr>
            <a:lvl1pPr marL="0" algn="l" defTabSz="457200" rtl="0" eaLnBrk="1" latinLnBrk="0" hangingPunct="1">
              <a:defRPr sz="11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C1FF6DA9-008F-8B48-92A6-B652298478BF}" type="slidenum">
              <a:rPr lang="en-US" smtClean="0">
                <a:solidFill>
                  <a:srgbClr val="1E3A5F"/>
                </a:solidFill>
                <a:latin typeface="Segoe UI"/>
                <a:cs typeface="Segoe UI"/>
              </a:rPr>
              <a:pPr algn="ctr"/>
              <a:t>‹#›</a:t>
            </a:fld>
            <a:endParaRPr lang="fr-FR">
              <a:solidFill>
                <a:srgbClr val="1E3A5F"/>
              </a:solidFill>
              <a:latin typeface="Segoe UI"/>
              <a:ea typeface="Calibri"/>
              <a:cs typeface="Segoe UI"/>
            </a:endParaRP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5BCAD085-E8A6-8845-BD4E-CB4CCA059FC4}" type="datetimeFigureOut">
              <a:rPr lang="en-US" smtClean="0"/>
              <a:t>11/21/2025</a:t>
            </a:fld>
            <a:endParaRPr lang="en-US"/>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5BCAD085-E8A6-8845-BD4E-CB4CCA059FC4}" type="datetimeFigureOut">
              <a:rPr lang="en-US" smtClean="0"/>
              <a:t>11/21/2025</a:t>
            </a:fld>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5BCAD085-E8A6-8845-BD4E-CB4CCA059FC4}" type="datetimeFigureOut">
              <a:rPr lang="en-US" smtClean="0"/>
              <a:t>11/21/2025</a:t>
            </a:fld>
            <a:endParaRPr lang="en-US"/>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5BCAD085-E8A6-8845-BD4E-CB4CCA059FC4}" type="datetimeFigureOut">
              <a:rPr lang="en-US" smtClean="0"/>
              <a:t>11/21/2025</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5BCAD085-E8A6-8845-BD4E-CB4CCA059FC4}" type="datetimeFigureOut">
              <a:rPr lang="en-US" smtClean="0"/>
              <a:t>11/21/2025</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5BCAD085-E8A6-8845-BD4E-CB4CCA059FC4}" type="datetimeFigureOut">
              <a:rPr lang="en-US" smtClean="0"/>
              <a:t>11/21/2025</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5BCAD085-E8A6-8845-BD4E-CB4CCA059FC4}" type="datetimeFigureOut">
              <a:rPr lang="en-US" smtClean="0"/>
              <a:t>11/21/2025</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199" y="329820"/>
            <a:ext cx="1131868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lvl="0" algn="l"/>
            <a:r>
              <a:rPr lang="en-US"/>
              <a:t>Click to edit Master title style</a:t>
            </a:r>
          </a:p>
        </p:txBody>
      </p:sp>
      <p:sp>
        <p:nvSpPr>
          <p:cNvPr id="3" name="Text Placeholder 2"/>
          <p:cNvSpPr>
            <a:spLocks noGrp="1"/>
          </p:cNvSpPr>
          <p:nvPr>
            <p:ph type="body" idx="1"/>
          </p:nvPr>
        </p:nvSpPr>
        <p:spPr>
          <a:xfrm>
            <a:off x="457199" y="933930"/>
            <a:ext cx="11318681" cy="519223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Espace réservé du pied de page 2">
            <a:extLst>
              <a:ext uri="{FF2B5EF4-FFF2-40B4-BE49-F238E27FC236}">
                <a16:creationId xmlns:a16="http://schemas.microsoft.com/office/drawing/2014/main" id="{817DB7D7-9DA4-9583-D776-967447E7558F}"/>
              </a:ext>
            </a:extLst>
          </p:cNvPr>
          <p:cNvSpPr>
            <a:spLocks noGrp="1"/>
          </p:cNvSpPr>
          <p:nvPr>
            <p:ph type="ftr" sz="quarter" idx="3"/>
          </p:nvPr>
        </p:nvSpPr>
        <p:spPr>
          <a:xfrm>
            <a:off x="-593" y="6444952"/>
            <a:ext cx="12193181" cy="412389"/>
          </a:xfrm>
          <a:prstGeom prst="rect">
            <a:avLst/>
          </a:prstGeom>
          <a:solidFill>
            <a:srgbClr val="F8F9FB"/>
          </a:solidFill>
          <a:ln>
            <a:solidFill>
              <a:srgbClr val="E1E4E8"/>
            </a:solidFill>
          </a:ln>
        </p:spPr>
        <p:txBody>
          <a:bodyPr anchor="ctr"/>
          <a:lstStyle/>
          <a:p>
            <a:pPr algn="l"/>
            <a:r>
              <a:rPr lang="fr-FR" sz="1100">
                <a:solidFill>
                  <a:srgbClr val="6B7C93"/>
                </a:solidFill>
                <a:latin typeface="Segoe UI"/>
                <a:ea typeface="+mn-lt"/>
                <a:cs typeface="Segoe UI"/>
              </a:rPr>
              <a:t>  ISWC System Audit – </a:t>
            </a:r>
            <a:r>
              <a:rPr lang="fr-FR" sz="1100" err="1">
                <a:solidFill>
                  <a:srgbClr val="6B7C93"/>
                </a:solidFill>
                <a:latin typeface="Segoe UI"/>
                <a:ea typeface="+mn-lt"/>
                <a:cs typeface="Segoe UI"/>
              </a:rPr>
              <a:t>Findings</a:t>
            </a:r>
            <a:r>
              <a:rPr lang="fr-FR" sz="1100">
                <a:solidFill>
                  <a:srgbClr val="6B7C93"/>
                </a:solidFill>
                <a:latin typeface="Segoe UI"/>
                <a:ea typeface="+mn-lt"/>
                <a:cs typeface="Segoe UI"/>
              </a:rPr>
              <a:t> &amp; Strategic </a:t>
            </a:r>
            <a:r>
              <a:rPr lang="fr-FR" sz="1100" err="1">
                <a:solidFill>
                  <a:srgbClr val="6B7C93"/>
                </a:solidFill>
                <a:latin typeface="Segoe UI"/>
                <a:ea typeface="+mn-lt"/>
                <a:cs typeface="Segoe UI"/>
              </a:rPr>
              <a:t>Recommendations</a:t>
            </a:r>
            <a:r>
              <a:rPr lang="fr-FR" sz="1100">
                <a:solidFill>
                  <a:srgbClr val="6B7C93"/>
                </a:solidFill>
                <a:latin typeface="Segoe UI"/>
                <a:ea typeface="+mn-lt"/>
                <a:cs typeface="Segoe UI"/>
              </a:rPr>
              <a:t> • </a:t>
            </a:r>
            <a:r>
              <a:rPr lang="fr-FR" sz="1100" err="1">
                <a:solidFill>
                  <a:srgbClr val="6B7C93"/>
                </a:solidFill>
                <a:latin typeface="Segoe UI"/>
                <a:ea typeface="+mn-lt"/>
                <a:cs typeface="Segoe UI"/>
              </a:rPr>
              <a:t>November</a:t>
            </a:r>
            <a:r>
              <a:rPr lang="fr-FR" sz="1100">
                <a:solidFill>
                  <a:srgbClr val="6B7C93"/>
                </a:solidFill>
                <a:latin typeface="Segoe UI"/>
                <a:ea typeface="+mn-lt"/>
                <a:cs typeface="Segoe UI"/>
              </a:rPr>
              <a:t> 24, 2025</a:t>
            </a:r>
            <a:endParaRPr lang="fr-FR" sz="1100">
              <a:latin typeface="Segoe UI"/>
              <a:cs typeface="Segoe UI"/>
            </a:endParaRPr>
          </a:p>
        </p:txBody>
      </p:sp>
      <p:sp>
        <p:nvSpPr>
          <p:cNvPr id="10" name="Espace réservé du numéro de diapositive 6">
            <a:extLst>
              <a:ext uri="{FF2B5EF4-FFF2-40B4-BE49-F238E27FC236}">
                <a16:creationId xmlns:a16="http://schemas.microsoft.com/office/drawing/2014/main" id="{F768B85A-5F33-AFD9-3C5B-885A7DA43FBB}"/>
              </a:ext>
            </a:extLst>
          </p:cNvPr>
          <p:cNvSpPr>
            <a:spLocks noGrp="1"/>
          </p:cNvSpPr>
          <p:nvPr>
            <p:ph type="sldNum" sz="quarter" idx="4"/>
          </p:nvPr>
        </p:nvSpPr>
        <p:spPr>
          <a:xfrm>
            <a:off x="11196082" y="6521742"/>
            <a:ext cx="367414" cy="264713"/>
          </a:xfrm>
          <a:prstGeom prst="rect">
            <a:avLst/>
          </a:prstGeom>
          <a:solidFill>
            <a:schemeClr val="bg1"/>
          </a:solidFill>
          <a:ln w="12700">
            <a:solidFill>
              <a:srgbClr val="E1E4E8"/>
            </a:solidFill>
          </a:ln>
        </p:spPr>
        <p:txBody>
          <a:bodyPr/>
          <a:lstStyle>
            <a:lvl1pPr>
              <a:defRPr sz="1100"/>
            </a:lvl1pPr>
          </a:lstStyle>
          <a:p>
            <a:pPr algn="ctr"/>
            <a:fld id="{C1FF6DA9-008F-8B48-92A6-B652298478BF}" type="slidenum">
              <a:rPr lang="en-US" smtClean="0">
                <a:solidFill>
                  <a:srgbClr val="1E3A5F"/>
                </a:solidFill>
                <a:latin typeface="Segoe UI"/>
                <a:cs typeface="Segoe UI"/>
              </a:rPr>
              <a:pPr algn="ctr"/>
              <a:t>‹#›</a:t>
            </a:fld>
            <a:endParaRPr lang="fr-FR">
              <a:solidFill>
                <a:srgbClr val="1E3A5F"/>
              </a:solidFill>
              <a:latin typeface="Segoe UI"/>
              <a:ea typeface="Calibri"/>
              <a:cs typeface="Segoe UI"/>
            </a:endParaRP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lang="en-US" sz="3200" b="1" kern="1200" dirty="0">
          <a:solidFill>
            <a:srgbClr val="002060"/>
          </a:solidFill>
          <a:latin typeface="Segoe UI"/>
          <a:ea typeface="+mj-ea"/>
          <a:cs typeface="Segoe UI"/>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microsoft.com/office/2018/10/relationships/comments" Target="../comments/modernComment_124_50D3ADC4.xml"/><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microsoft.com/office/2018/10/relationships/comments" Target="../comments/modernComment_125_8CC7FDA4.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microsoft.com/office/2018/10/relationships/comments" Target="../comments/modernComment_154_6E73E397.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microsoft.com/office/2018/10/relationships/comments" Target="../comments/modernComment_155_1630565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microsoft.com/office/2018/10/relationships/comments" Target="../comments/modernComment_156_4001C91.xm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microsoft.com/office/2018/10/relationships/comments" Target="../comments/modernComment_157_4DB278D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microsoft.com/office/2018/10/relationships/comments" Target="../comments/modernComment_17D_9B829A06.xm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microsoft.com/office/2018/10/relationships/comments" Target="../comments/modernComment_167_4568242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microsoft.com/office/2018/10/relationships/comments" Target="../comments/modernComment_168_26C0E866.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microsoft.com/office/2018/10/relationships/comments" Target="../comments/modernComment_17B_E0DECB3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microsoft.com/office/2018/10/relationships/comments" Target="../comments/modernComment_170_56221954.xm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microsoft.com/office/2018/10/relationships/comments" Target="../comments/modernComment_13F_C5AFC6EF.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microsoft.com/office/2018/10/relationships/comments" Target="../comments/modernComment_140_55D2707E.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mailto:jay@teragone-factory.com" TargetMode="External"/><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hyperlink" Target="mailto:gallay@teragone-factory.com" TargetMode="External"/><Relationship Id="rId5" Type="http://schemas.openxmlformats.org/officeDocument/2006/relationships/image" Target="../media/image4.sv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package" Target="../embeddings/Feuille_de_calcul_F2D4F3FB.xlsx"/><Relationship Id="rId2" Type="http://schemas.openxmlformats.org/officeDocument/2006/relationships/chart" Target="../charts/chart1.xml"/><Relationship Id="rId1" Type="http://schemas.openxmlformats.org/officeDocument/2006/relationships/slideLayout" Target="../slideLayouts/slideLayout7.xml"/><Relationship Id="rId4" Type="http://schemas.openxmlformats.org/officeDocument/2006/relationships/image" Target="../media/image18.emf"/></Relationships>
</file>

<file path=ppt/slides/_rels/slide5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sp>
        <p:nvSpPr>
          <p:cNvPr id="2" name="TextBox 1"/>
          <p:cNvSpPr txBox="1"/>
          <p:nvPr/>
        </p:nvSpPr>
        <p:spPr>
          <a:xfrm>
            <a:off x="2882820" y="2505502"/>
            <a:ext cx="6426055" cy="923330"/>
          </a:xfrm>
          <a:prstGeom prst="rect">
            <a:avLst/>
          </a:prstGeom>
          <a:noFill/>
        </p:spPr>
        <p:txBody>
          <a:bodyPr wrap="none">
            <a:spAutoFit/>
          </a:bodyPr>
          <a:lstStyle/>
          <a:p>
            <a:pPr algn="ctr">
              <a:defRPr sz="5400" b="1">
                <a:solidFill>
                  <a:srgbClr val="003366"/>
                </a:solidFill>
              </a:defRPr>
            </a:pPr>
            <a:r>
              <a:rPr>
                <a:solidFill>
                  <a:srgbClr val="FFFFFF"/>
                </a:solidFill>
                <a:latin typeface="Segoe UI"/>
                <a:cs typeface="Segoe UI"/>
              </a:rPr>
              <a:t>ISWC System Audit</a:t>
            </a:r>
          </a:p>
        </p:txBody>
      </p:sp>
      <p:sp>
        <p:nvSpPr>
          <p:cNvPr id="3" name="TextBox 2"/>
          <p:cNvSpPr txBox="1"/>
          <p:nvPr/>
        </p:nvSpPr>
        <p:spPr>
          <a:xfrm>
            <a:off x="2435520" y="3426498"/>
            <a:ext cx="7320658" cy="584775"/>
          </a:xfrm>
          <a:prstGeom prst="rect">
            <a:avLst/>
          </a:prstGeom>
          <a:noFill/>
        </p:spPr>
        <p:txBody>
          <a:bodyPr wrap="none" lIns="91440" tIns="45720" rIns="91440" bIns="45720" anchor="t">
            <a:spAutoFit/>
          </a:bodyPr>
          <a:lstStyle/>
          <a:p>
            <a:pPr algn="ctr">
              <a:defRPr sz="3200">
                <a:solidFill>
                  <a:srgbClr val="444444"/>
                </a:solidFill>
              </a:defRPr>
            </a:pPr>
            <a:r>
              <a:rPr lang="fr-FR" err="1">
                <a:solidFill>
                  <a:srgbClr val="FFFFFF"/>
                </a:solidFill>
                <a:latin typeface="Segoe UI"/>
                <a:cs typeface="Segoe UI"/>
              </a:rPr>
              <a:t>Findings</a:t>
            </a:r>
            <a:r>
              <a:rPr>
                <a:solidFill>
                  <a:srgbClr val="FFFFFF"/>
                </a:solidFill>
                <a:latin typeface="Segoe UI"/>
                <a:cs typeface="Segoe UI"/>
              </a:rPr>
              <a:t> &amp; Strategic Recommendations</a:t>
            </a:r>
          </a:p>
        </p:txBody>
      </p:sp>
      <p:pic>
        <p:nvPicPr>
          <p:cNvPr id="7" name="Image 6" descr="Blanc_Teragone-Factory-logo.png">
            <a:extLst>
              <a:ext uri="{FF2B5EF4-FFF2-40B4-BE49-F238E27FC236}">
                <a16:creationId xmlns:a16="http://schemas.microsoft.com/office/drawing/2014/main" id="{48A66430-1B85-0ECB-3AC6-50D700E2566C}"/>
              </a:ext>
            </a:extLst>
          </p:cNvPr>
          <p:cNvPicPr>
            <a:picLocks noChangeAspect="1"/>
          </p:cNvPicPr>
          <p:nvPr/>
        </p:nvPicPr>
        <p:blipFill>
          <a:blip r:embed="rId3"/>
          <a:stretch>
            <a:fillRect/>
          </a:stretch>
        </p:blipFill>
        <p:spPr>
          <a:xfrm>
            <a:off x="9865451" y="215537"/>
            <a:ext cx="2076450" cy="647700"/>
          </a:xfrm>
          <a:prstGeom prst="rect">
            <a:avLst/>
          </a:prstGeom>
        </p:spPr>
      </p:pic>
      <p:sp>
        <p:nvSpPr>
          <p:cNvPr id="10" name="TextBox 5">
            <a:extLst>
              <a:ext uri="{FF2B5EF4-FFF2-40B4-BE49-F238E27FC236}">
                <a16:creationId xmlns:a16="http://schemas.microsoft.com/office/drawing/2014/main" id="{30755E77-093C-6C6E-28F9-980FBE6B3B0C}"/>
              </a:ext>
            </a:extLst>
          </p:cNvPr>
          <p:cNvSpPr txBox="1"/>
          <p:nvPr/>
        </p:nvSpPr>
        <p:spPr>
          <a:xfrm>
            <a:off x="205712" y="5752808"/>
            <a:ext cx="3654975" cy="836126"/>
          </a:xfrm>
          <a:prstGeom prst="rect">
            <a:avLst/>
          </a:prstGeom>
          <a:noFill/>
        </p:spPr>
        <p:txBody>
          <a:bodyPr wrap="none" lIns="91440" tIns="45720" rIns="91440" bIns="45720"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1000"/>
              </a:spcAft>
              <a:defRPr sz="2000">
                <a:solidFill>
                  <a:srgbClr val="FFFFFF"/>
                </a:solidFill>
              </a:defRPr>
            </a:pPr>
            <a:r>
              <a:rPr lang="en-US" err="1">
                <a:solidFill>
                  <a:srgbClr val="D8D8D8"/>
                </a:solidFill>
                <a:latin typeface="Segoe UI"/>
                <a:cs typeface="Segoe UI"/>
              </a:rPr>
              <a:t>Teragone</a:t>
            </a:r>
            <a:r>
              <a:rPr lang="en-US">
                <a:solidFill>
                  <a:srgbClr val="D8D8D8"/>
                </a:solidFill>
                <a:latin typeface="Segoe UI"/>
                <a:cs typeface="Segoe UI"/>
              </a:rPr>
              <a:t> Factory</a:t>
            </a:r>
            <a:endParaRPr lang="en-US">
              <a:solidFill>
                <a:srgbClr val="D8D8D8"/>
              </a:solidFill>
              <a:latin typeface="Segoe UI"/>
              <a:ea typeface="Calibri"/>
              <a:cs typeface="Segoe UI"/>
            </a:endParaRPr>
          </a:p>
          <a:p>
            <a:pPr>
              <a:spcAft>
                <a:spcPts val="1000"/>
              </a:spcAft>
              <a:defRPr sz="2000">
                <a:solidFill>
                  <a:srgbClr val="FFFFFF"/>
                </a:solidFill>
              </a:defRPr>
            </a:pPr>
            <a:r>
              <a:rPr lang="fr-FR">
                <a:solidFill>
                  <a:srgbClr val="D8D8D8"/>
                </a:solidFill>
                <a:latin typeface="Segoe UI"/>
                <a:cs typeface="Segoe UI"/>
              </a:rPr>
              <a:t>Bastien </a:t>
            </a:r>
            <a:r>
              <a:rPr lang="fr-FR" err="1">
                <a:solidFill>
                  <a:srgbClr val="D8D8D8"/>
                </a:solidFill>
                <a:latin typeface="Segoe UI"/>
                <a:cs typeface="Segoe UI"/>
              </a:rPr>
              <a:t>Gallay</a:t>
            </a:r>
            <a:r>
              <a:rPr lang="fr-FR">
                <a:solidFill>
                  <a:srgbClr val="D8D8D8"/>
                </a:solidFill>
                <a:latin typeface="Segoe UI"/>
                <a:cs typeface="Segoe UI"/>
              </a:rPr>
              <a:t> &amp; </a:t>
            </a:r>
            <a:r>
              <a:rPr lang="en-US">
                <a:solidFill>
                  <a:srgbClr val="D8D8D8"/>
                </a:solidFill>
                <a:latin typeface="Segoe UI"/>
                <a:cs typeface="Segoe UI"/>
              </a:rPr>
              <a:t>Guillaume Jay</a:t>
            </a:r>
            <a:endParaRPr lang="en-US">
              <a:solidFill>
                <a:srgbClr val="D8D8D8"/>
              </a:solidFill>
              <a:latin typeface="Segoe UI"/>
              <a:ea typeface="Calibri"/>
              <a:cs typeface="Segoe UI"/>
            </a:endParaRPr>
          </a:p>
        </p:txBody>
      </p:sp>
      <p:sp>
        <p:nvSpPr>
          <p:cNvPr id="5" name="Rectangle 4">
            <a:extLst>
              <a:ext uri="{FF2B5EF4-FFF2-40B4-BE49-F238E27FC236}">
                <a16:creationId xmlns:a16="http://schemas.microsoft.com/office/drawing/2014/main" id="{B7C35DEA-4BFA-2090-FD3A-F16655DBC8B1}"/>
              </a:ext>
            </a:extLst>
          </p:cNvPr>
          <p:cNvSpPr/>
          <p:nvPr/>
        </p:nvSpPr>
        <p:spPr>
          <a:xfrm>
            <a:off x="1852488" y="3475175"/>
            <a:ext cx="9136776" cy="228"/>
          </a:xfrm>
          <a:prstGeom prst="rect">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latin typeface="Segoe UI"/>
              <a:cs typeface="Segoe UI"/>
            </a:endParaRPr>
          </a:p>
        </p:txBody>
      </p:sp>
      <p:sp>
        <p:nvSpPr>
          <p:cNvPr id="12" name="Triangle isocèle 11">
            <a:extLst>
              <a:ext uri="{FF2B5EF4-FFF2-40B4-BE49-F238E27FC236}">
                <a16:creationId xmlns:a16="http://schemas.microsoft.com/office/drawing/2014/main" id="{A91761D5-78F5-2B3C-A2E5-DB69755104EA}"/>
              </a:ext>
            </a:extLst>
          </p:cNvPr>
          <p:cNvSpPr/>
          <p:nvPr/>
        </p:nvSpPr>
        <p:spPr>
          <a:xfrm rot="18840000">
            <a:off x="-1599948" y="-648750"/>
            <a:ext cx="4114386" cy="2085832"/>
          </a:xfrm>
          <a:prstGeom prst="triangle">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pic>
        <p:nvPicPr>
          <p:cNvPr id="9" name="Graphique 8">
            <a:extLst>
              <a:ext uri="{FF2B5EF4-FFF2-40B4-BE49-F238E27FC236}">
                <a16:creationId xmlns:a16="http://schemas.microsoft.com/office/drawing/2014/main" id="{0061EC23-AE73-6A0B-C367-9A3E67EE17F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4787" y="214312"/>
            <a:ext cx="714375" cy="714375"/>
          </a:xfrm>
          <a:prstGeom prst="rect">
            <a:avLst/>
          </a:prstGeom>
        </p:spPr>
      </p:pic>
      <p:sp>
        <p:nvSpPr>
          <p:cNvPr id="15" name="Triangle isocèle 14">
            <a:extLst>
              <a:ext uri="{FF2B5EF4-FFF2-40B4-BE49-F238E27FC236}">
                <a16:creationId xmlns:a16="http://schemas.microsoft.com/office/drawing/2014/main" id="{1B5718CF-1A94-CC66-771D-C4ED137F8B2A}"/>
              </a:ext>
            </a:extLst>
          </p:cNvPr>
          <p:cNvSpPr/>
          <p:nvPr/>
        </p:nvSpPr>
        <p:spPr>
          <a:xfrm rot="18840000" flipV="1">
            <a:off x="8487736" y="5048850"/>
            <a:ext cx="5723684" cy="2821672"/>
          </a:xfrm>
          <a:prstGeom prst="triangle">
            <a:avLst/>
          </a:prstGeom>
          <a:solidFill>
            <a:srgbClr val="FFFFFF">
              <a:alpha val="7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6" name="TextBox 5"/>
          <p:cNvSpPr txBox="1"/>
          <p:nvPr/>
        </p:nvSpPr>
        <p:spPr>
          <a:xfrm>
            <a:off x="9537037" y="6191534"/>
            <a:ext cx="2404954" cy="400110"/>
          </a:xfrm>
          <a:prstGeom prst="rect">
            <a:avLst/>
          </a:prstGeom>
          <a:noFill/>
        </p:spPr>
        <p:txBody>
          <a:bodyPr wrap="none" lIns="91440" tIns="45720" rIns="91440" bIns="45720" anchor="t">
            <a:spAutoFit/>
          </a:bodyPr>
          <a:lstStyle/>
          <a:p>
            <a:pPr>
              <a:defRPr sz="2000">
                <a:solidFill>
                  <a:srgbClr val="FFFFFF"/>
                </a:solidFill>
              </a:defRPr>
            </a:pPr>
            <a:r>
              <a:rPr lang="fr-FR" sz="2000">
                <a:solidFill>
                  <a:srgbClr val="1E3A5F"/>
                </a:solidFill>
                <a:latin typeface="Segoe UI"/>
                <a:cs typeface="Segoe UI"/>
              </a:rPr>
              <a:t>November</a:t>
            </a:r>
            <a:r>
              <a:rPr sz="2000">
                <a:solidFill>
                  <a:srgbClr val="1E3A5F"/>
                </a:solidFill>
                <a:latin typeface="Segoe UI"/>
                <a:cs typeface="Segoe UI"/>
              </a:rPr>
              <a:t> 24, 2025</a:t>
            </a:r>
            <a:endParaRPr lang="fr-FR" sz="2000">
              <a:solidFill>
                <a:srgbClr val="1E3A5F"/>
              </a:solidFill>
              <a:latin typeface="Segoe UI"/>
              <a:cs typeface="Segoe UI"/>
            </a:endParaRPr>
          </a:p>
        </p:txBody>
      </p:sp>
    </p:spTree>
    <p:extLst>
      <p:ext uri="{BB962C8B-B14F-4D97-AF65-F5344CB8AC3E}">
        <p14:creationId xmlns:p14="http://schemas.microsoft.com/office/powerpoint/2010/main" val="2954723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9450151" cy="707886"/>
          </a:xfrm>
          <a:prstGeom prst="rect">
            <a:avLst/>
          </a:prstGeom>
          <a:noFill/>
        </p:spPr>
        <p:txBody>
          <a:bodyPr wrap="none">
            <a:spAutoFit/>
          </a:bodyPr>
          <a:lstStyle/>
          <a:p>
            <a:pPr>
              <a:defRPr sz="4000" b="1">
                <a:solidFill>
                  <a:srgbClr val="003366"/>
                </a:solidFill>
              </a:defRPr>
            </a:pPr>
            <a:r>
              <a:rPr>
                <a:latin typeface="Segoe UI"/>
                <a:cs typeface="Segoe UI"/>
              </a:rPr>
              <a:t>The Audit Journey - How We Got Here</a:t>
            </a:r>
          </a:p>
        </p:txBody>
      </p:sp>
      <p:sp>
        <p:nvSpPr>
          <p:cNvPr id="4" name="TextBox 3"/>
          <p:cNvSpPr txBox="1"/>
          <p:nvPr/>
        </p:nvSpPr>
        <p:spPr>
          <a:xfrm>
            <a:off x="2874335" y="4090196"/>
            <a:ext cx="6447331" cy="1908215"/>
          </a:xfrm>
          <a:prstGeom prst="rect">
            <a:avLst/>
          </a:prstGeom>
          <a:noFill/>
          <a:ln>
            <a:noFill/>
          </a:ln>
        </p:spPr>
        <p:txBody>
          <a:bodyPr wrap="square" lIns="91440" tIns="45720" rIns="91440" bIns="45720" anchor="t">
            <a:spAutoFit/>
          </a:bodyPr>
          <a:lstStyle/>
          <a:p>
            <a:pPr>
              <a:spcAft>
                <a:spcPts val="1200"/>
              </a:spcAft>
              <a:defRPr sz="2400" b="1">
                <a:solidFill>
                  <a:srgbClr val="0066CC"/>
                </a:solidFill>
              </a:defRPr>
            </a:pPr>
            <a:r>
              <a:rPr>
                <a:latin typeface="Segoe UI"/>
                <a:cs typeface="Segoe UI"/>
              </a:rPr>
              <a:t>Key Statistics</a:t>
            </a:r>
          </a:p>
          <a:p>
            <a:pPr>
              <a:spcAft>
                <a:spcPts val="800"/>
              </a:spcAft>
              <a:defRPr sz="1600"/>
            </a:pPr>
            <a:r>
              <a:rPr>
                <a:latin typeface="Segoe UI"/>
                <a:cs typeface="Segoe UI"/>
              </a:rPr>
              <a:t>• 20 man-days budget  (12</a:t>
            </a:r>
            <a:r>
              <a:rPr lang="fr-FR">
                <a:latin typeface="Segoe UI"/>
                <a:cs typeface="Segoe UI"/>
              </a:rPr>
              <a:t> for </a:t>
            </a:r>
            <a:r>
              <a:rPr>
                <a:latin typeface="Segoe UI"/>
                <a:cs typeface="Segoe UI"/>
              </a:rPr>
              <a:t>investigation, 8 synthesis)</a:t>
            </a:r>
            <a:endParaRPr>
              <a:latin typeface="Segoe UI"/>
              <a:ea typeface="Calibri"/>
              <a:cs typeface="Segoe UI"/>
            </a:endParaRPr>
          </a:p>
          <a:p>
            <a:pPr>
              <a:spcAft>
                <a:spcPts val="800"/>
              </a:spcAft>
              <a:defRPr sz="1600"/>
            </a:pPr>
            <a:r>
              <a:rPr>
                <a:latin typeface="Segoe UI"/>
                <a:cs typeface="Segoe UI"/>
              </a:rPr>
              <a:t>• 6+ workshops with Spanish Point</a:t>
            </a:r>
            <a:endParaRPr>
              <a:latin typeface="Segoe UI"/>
              <a:ea typeface="Calibri"/>
              <a:cs typeface="Segoe UI"/>
            </a:endParaRPr>
          </a:p>
          <a:p>
            <a:pPr>
              <a:spcAft>
                <a:spcPts val="800"/>
              </a:spcAft>
              <a:defRPr sz="1600"/>
            </a:pPr>
            <a:r>
              <a:rPr>
                <a:latin typeface="Segoe UI"/>
                <a:cs typeface="Segoe UI"/>
              </a:rPr>
              <a:t>• 343 Azure resources analyzed</a:t>
            </a:r>
            <a:endParaRPr>
              <a:latin typeface="Segoe UI"/>
              <a:ea typeface="Calibri"/>
              <a:cs typeface="Segoe UI"/>
            </a:endParaRPr>
          </a:p>
          <a:p>
            <a:pPr>
              <a:spcAft>
                <a:spcPts val="800"/>
              </a:spcAft>
              <a:defRPr sz="1600"/>
            </a:pPr>
            <a:r>
              <a:rPr>
                <a:latin typeface="Segoe UI"/>
                <a:cs typeface="Segoe UI"/>
              </a:rPr>
              <a:t>• 95+ validation rules documented</a:t>
            </a:r>
            <a:endParaRPr>
              <a:latin typeface="Segoe UI"/>
              <a:ea typeface="Calibri"/>
              <a:cs typeface="Segoe UI"/>
            </a:endParaRPr>
          </a:p>
        </p:txBody>
      </p:sp>
      <p:pic>
        <p:nvPicPr>
          <p:cNvPr id="5" name="Graphique 4">
            <a:extLst>
              <a:ext uri="{FF2B5EF4-FFF2-40B4-BE49-F238E27FC236}">
                <a16:creationId xmlns:a16="http://schemas.microsoft.com/office/drawing/2014/main" id="{49CD21DD-6C76-3118-A665-E2A6789B021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57200" y="930275"/>
            <a:ext cx="11277600" cy="3282950"/>
          </a:xfrm>
          <a:prstGeom prst="rect">
            <a:avLst/>
          </a:prstGeom>
        </p:spPr>
      </p:pic>
      <p:sp>
        <p:nvSpPr>
          <p:cNvPr id="3" name="Espace réservé du pied de page 2">
            <a:extLst>
              <a:ext uri="{FF2B5EF4-FFF2-40B4-BE49-F238E27FC236}">
                <a16:creationId xmlns:a16="http://schemas.microsoft.com/office/drawing/2014/main" id="{82EA595D-03C7-DF1F-9004-88F80B7F60DD}"/>
              </a:ext>
            </a:extLst>
          </p:cNvPr>
          <p:cNvSpPr>
            <a:spLocks noGrp="1"/>
          </p:cNvSpPr>
          <p:nvPr>
            <p:ph type="ftr" sz="quarter" idx="11"/>
          </p:nvPr>
        </p:nvSpPr>
        <p:spPr>
          <a:xfrm>
            <a:off x="-593" y="6444952"/>
            <a:ext cx="12193181" cy="412389"/>
          </a:xfrm>
          <a:solidFill>
            <a:srgbClr val="F8F9FB"/>
          </a:solidFill>
          <a:ln>
            <a:solidFill>
              <a:srgbClr val="E1E4E8"/>
            </a:solidFill>
          </a:ln>
        </p:spPr>
        <p:txBody>
          <a:bodyPr/>
          <a:lstStyle/>
          <a:p>
            <a:pPr algn="l"/>
            <a:r>
              <a:rPr lang="fr-FR" sz="1100">
                <a:solidFill>
                  <a:srgbClr val="6B7C93"/>
                </a:solidFill>
                <a:latin typeface="Segoe UI"/>
                <a:ea typeface="+mn-lt"/>
                <a:cs typeface="Segoe UI"/>
              </a:rPr>
              <a:t>  ISWC System Audit – </a:t>
            </a:r>
            <a:r>
              <a:rPr lang="fr-FR" sz="1100" err="1">
                <a:solidFill>
                  <a:srgbClr val="6B7C93"/>
                </a:solidFill>
                <a:latin typeface="Segoe UI"/>
                <a:ea typeface="+mn-lt"/>
                <a:cs typeface="Segoe UI"/>
              </a:rPr>
              <a:t>Findings</a:t>
            </a:r>
            <a:r>
              <a:rPr lang="fr-FR" sz="1100">
                <a:solidFill>
                  <a:srgbClr val="6B7C93"/>
                </a:solidFill>
                <a:latin typeface="Segoe UI"/>
                <a:ea typeface="+mn-lt"/>
                <a:cs typeface="Segoe UI"/>
              </a:rPr>
              <a:t> &amp; Strategic </a:t>
            </a:r>
            <a:r>
              <a:rPr lang="fr-FR" sz="1100" err="1">
                <a:solidFill>
                  <a:srgbClr val="6B7C93"/>
                </a:solidFill>
                <a:latin typeface="Segoe UI"/>
                <a:ea typeface="+mn-lt"/>
                <a:cs typeface="Segoe UI"/>
              </a:rPr>
              <a:t>Recommendations</a:t>
            </a:r>
            <a:r>
              <a:rPr lang="fr-FR" sz="1100">
                <a:solidFill>
                  <a:srgbClr val="6B7C93"/>
                </a:solidFill>
                <a:latin typeface="Segoe UI"/>
                <a:ea typeface="+mn-lt"/>
                <a:cs typeface="Segoe UI"/>
              </a:rPr>
              <a:t> • </a:t>
            </a:r>
            <a:r>
              <a:rPr lang="fr-FR" sz="1100" err="1">
                <a:solidFill>
                  <a:srgbClr val="6B7C93"/>
                </a:solidFill>
                <a:latin typeface="Segoe UI"/>
                <a:ea typeface="+mn-lt"/>
                <a:cs typeface="Segoe UI"/>
              </a:rPr>
              <a:t>November</a:t>
            </a:r>
            <a:r>
              <a:rPr lang="fr-FR" sz="1100">
                <a:solidFill>
                  <a:srgbClr val="6B7C93"/>
                </a:solidFill>
                <a:latin typeface="Segoe UI"/>
                <a:ea typeface="+mn-lt"/>
                <a:cs typeface="Segoe UI"/>
              </a:rPr>
              <a:t> 24, 2025</a:t>
            </a:r>
            <a:endParaRPr lang="fr-FR" sz="1100">
              <a:latin typeface="Segoe UI"/>
              <a:cs typeface="Segoe UI"/>
            </a:endParaRPr>
          </a:p>
        </p:txBody>
      </p:sp>
      <p:sp>
        <p:nvSpPr>
          <p:cNvPr id="7" name="Espace réservé du numéro de diapositive 6">
            <a:extLst>
              <a:ext uri="{FF2B5EF4-FFF2-40B4-BE49-F238E27FC236}">
                <a16:creationId xmlns:a16="http://schemas.microsoft.com/office/drawing/2014/main" id="{F447F408-4C80-E566-2673-422CEBFB4232}"/>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dirty="0" smtClean="0">
                <a:solidFill>
                  <a:srgbClr val="1E3A5F"/>
                </a:solidFill>
                <a:latin typeface="Segoe UI"/>
                <a:cs typeface="Segoe UI"/>
              </a:rPr>
              <a:pPr algn="ctr"/>
              <a:t>2</a:t>
            </a:fld>
            <a:endParaRPr lang="fr-FR">
              <a:solidFill>
                <a:srgbClr val="1E3A5F"/>
              </a:solidFill>
              <a:latin typeface="Segoe UI"/>
              <a:ea typeface="Calibri"/>
              <a:cs typeface="Segoe UI"/>
            </a:endParaRPr>
          </a:p>
        </p:txBody>
      </p:sp>
      <p:sp>
        <p:nvSpPr>
          <p:cNvPr id="8" name="ZoneTexte 7">
            <a:extLst>
              <a:ext uri="{FF2B5EF4-FFF2-40B4-BE49-F238E27FC236}">
                <a16:creationId xmlns:a16="http://schemas.microsoft.com/office/drawing/2014/main" id="{F07B32D5-0A53-E5E8-A4BC-1A67158CC623}"/>
              </a:ext>
            </a:extLst>
          </p:cNvPr>
          <p:cNvSpPr txBox="1"/>
          <p:nvPr/>
        </p:nvSpPr>
        <p:spPr>
          <a:xfrm>
            <a:off x="9447549" y="522"/>
            <a:ext cx="27432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fr-FR" sz="1200" b="1">
                <a:solidFill>
                  <a:srgbClr val="1E3A5F"/>
                </a:solidFill>
                <a:latin typeface="Segoe UI"/>
                <a:ea typeface="Calibri"/>
                <a:cs typeface="Segoe UI"/>
              </a:rPr>
              <a:t>———  PART 1 — The Journey</a:t>
            </a:r>
            <a:endParaRPr lang="fr-FR" sz="1200" b="1">
              <a:solidFill>
                <a:srgbClr val="1E3A5F"/>
              </a:solidFill>
              <a:latin typeface="Segoe UI"/>
              <a:cs typeface="Segoe UI"/>
            </a:endParaRPr>
          </a:p>
        </p:txBody>
      </p:sp>
      <p:cxnSp>
        <p:nvCxnSpPr>
          <p:cNvPr id="10" name="Connecteur droit avec flèche 9">
            <a:extLst>
              <a:ext uri="{FF2B5EF4-FFF2-40B4-BE49-F238E27FC236}">
                <a16:creationId xmlns:a16="http://schemas.microsoft.com/office/drawing/2014/main" id="{483342BB-757A-3AC0-4D09-91D5342C2E97}"/>
              </a:ext>
            </a:extLst>
          </p:cNvPr>
          <p:cNvCxnSpPr/>
          <p:nvPr/>
        </p:nvCxnSpPr>
        <p:spPr>
          <a:xfrm>
            <a:off x="20473" y="310486"/>
            <a:ext cx="12179488" cy="38669"/>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56049860"/>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Espace réservé du contenu 4">
            <a:extLst>
              <a:ext uri="{FF2B5EF4-FFF2-40B4-BE49-F238E27FC236}">
                <a16:creationId xmlns:a16="http://schemas.microsoft.com/office/drawing/2014/main" id="{6A7D6915-127B-5A2C-C7D4-373A922BEAAA}"/>
              </a:ext>
            </a:extLst>
          </p:cNvPr>
          <p:cNvGraphicFramePr>
            <a:graphicFrameLocks noGrp="1"/>
          </p:cNvGraphicFramePr>
          <p:nvPr>
            <p:ph idx="1"/>
            <p:extLst>
              <p:ext uri="{D42A27DB-BD31-4B8C-83A1-F6EECF244321}">
                <p14:modId xmlns:p14="http://schemas.microsoft.com/office/powerpoint/2010/main" val="1737180875"/>
              </p:ext>
            </p:extLst>
          </p:nvPr>
        </p:nvGraphicFramePr>
        <p:xfrm>
          <a:off x="278675" y="1151708"/>
          <a:ext cx="5669280" cy="4584668"/>
        </p:xfrm>
        <a:graphic>
          <a:graphicData uri="http://schemas.openxmlformats.org/drawingml/2006/table">
            <a:tbl>
              <a:tblPr firstCol="1" bandRow="1">
                <a:tableStyleId>{3B4B98B0-60AC-42C2-AFA5-B58CD77FA1E5}</a:tableStyleId>
              </a:tblPr>
              <a:tblGrid>
                <a:gridCol w="2926080">
                  <a:extLst>
                    <a:ext uri="{9D8B030D-6E8A-4147-A177-3AD203B41FA5}">
                      <a16:colId xmlns:a16="http://schemas.microsoft.com/office/drawing/2014/main" val="3635023640"/>
                    </a:ext>
                  </a:extLst>
                </a:gridCol>
                <a:gridCol w="2743200">
                  <a:extLst>
                    <a:ext uri="{9D8B030D-6E8A-4147-A177-3AD203B41FA5}">
                      <a16:colId xmlns:a16="http://schemas.microsoft.com/office/drawing/2014/main" val="789263942"/>
                    </a:ext>
                  </a:extLst>
                </a:gridCol>
              </a:tblGrid>
              <a:tr h="754777">
                <a:tc>
                  <a:txBody>
                    <a:bodyPr/>
                    <a:lstStyle/>
                    <a:p>
                      <a:pPr algn="l" rtl="0" fontAlgn="base">
                        <a:lnSpc>
                          <a:spcPts val="1500"/>
                        </a:lnSpc>
                        <a:buNone/>
                      </a:pPr>
                      <a:r>
                        <a:rPr lang="en-US" sz="1800" noProof="0">
                          <a:solidFill>
                            <a:srgbClr val="062643"/>
                          </a:solidFill>
                          <a:effectLst/>
                          <a:latin typeface="Segoe UI"/>
                        </a:rPr>
                        <a:t>Part 1: </a:t>
                      </a:r>
                      <a:br>
                        <a:rPr lang="en-US" sz="1800" noProof="0">
                          <a:solidFill>
                            <a:srgbClr val="062643"/>
                          </a:solidFill>
                          <a:effectLst/>
                          <a:latin typeface="Segoe UI"/>
                        </a:rPr>
                      </a:br>
                      <a:r>
                        <a:rPr lang="en-US" sz="1800" noProof="0">
                          <a:solidFill>
                            <a:srgbClr val="062643"/>
                          </a:solidFill>
                          <a:effectLst/>
                          <a:latin typeface="Segoe UI"/>
                        </a:rPr>
                        <a:t>The Journey</a:t>
                      </a:r>
                    </a:p>
                  </a:txBody>
                  <a:tcPr marL="83439" marR="83439" marT="41720" marB="41720" anchor="ctr"/>
                </a:tc>
                <a:tc>
                  <a:txBody>
                    <a:bodyPr/>
                    <a:lstStyle/>
                    <a:p>
                      <a:pPr marL="171450" indent="-171450" algn="l" defTabSz="457200" rtl="0" eaLnBrk="1" fontAlgn="base" latinLnBrk="0" hangingPunct="1">
                        <a:lnSpc>
                          <a:spcPct val="100000"/>
                        </a:lnSpc>
                        <a:spcAft>
                          <a:spcPts val="0"/>
                        </a:spcAft>
                        <a:buFont typeface="Arial"/>
                        <a:buChar char="•"/>
                      </a:pPr>
                      <a:r>
                        <a:rPr lang="en-US" sz="1200" kern="1200" noProof="0">
                          <a:solidFill>
                            <a:schemeClr val="tx1"/>
                          </a:solidFill>
                          <a:effectLst/>
                          <a:latin typeface="Segoe UI"/>
                          <a:ea typeface="+mn-ea"/>
                          <a:cs typeface="+mn-cs"/>
                        </a:rPr>
                        <a:t>How the audit evolved</a:t>
                      </a:r>
                    </a:p>
                    <a:p>
                      <a:pPr marL="171450" indent="-171450" algn="l" defTabSz="457200" rtl="0" eaLnBrk="1" fontAlgn="base" latinLnBrk="0" hangingPunct="1">
                        <a:lnSpc>
                          <a:spcPct val="100000"/>
                        </a:lnSpc>
                        <a:spcAft>
                          <a:spcPts val="0"/>
                        </a:spcAft>
                        <a:buFont typeface="Arial"/>
                        <a:buChar char="•"/>
                      </a:pPr>
                      <a:r>
                        <a:rPr lang="en-US" sz="1200" kern="1200" noProof="0">
                          <a:solidFill>
                            <a:schemeClr val="tx1"/>
                          </a:solidFill>
                          <a:effectLst/>
                          <a:latin typeface="Segoe UI"/>
                          <a:ea typeface="+mn-ea"/>
                          <a:cs typeface="+mn-cs"/>
                        </a:rPr>
                        <a:t>Timeline and key milestones</a:t>
                      </a:r>
                    </a:p>
                    <a:p>
                      <a:pPr marL="171450" indent="-171450" algn="l" defTabSz="457200" rtl="0" eaLnBrk="1" fontAlgn="base" latinLnBrk="0" hangingPunct="1">
                        <a:lnSpc>
                          <a:spcPct val="100000"/>
                        </a:lnSpc>
                        <a:spcAft>
                          <a:spcPts val="0"/>
                        </a:spcAft>
                        <a:buFont typeface="Arial"/>
                        <a:buChar char="•"/>
                      </a:pPr>
                      <a:r>
                        <a:rPr lang="en-US" sz="1200" kern="1200" noProof="0">
                          <a:solidFill>
                            <a:schemeClr val="tx1"/>
                          </a:solidFill>
                          <a:effectLst/>
                          <a:latin typeface="Segoe UI"/>
                          <a:ea typeface="+mn-ea"/>
                          <a:cs typeface="+mn-cs"/>
                        </a:rPr>
                        <a:t>The strategic pivot</a:t>
                      </a:r>
                    </a:p>
                  </a:txBody>
                  <a:tcPr marL="83439" marR="83439" marT="41720" marB="41720" anchor="ctr"/>
                </a:tc>
                <a:extLst>
                  <a:ext uri="{0D108BD9-81ED-4DB2-BD59-A6C34878D82A}">
                    <a16:rowId xmlns:a16="http://schemas.microsoft.com/office/drawing/2014/main" val="3485190307"/>
                  </a:ext>
                </a:extLst>
              </a:tr>
              <a:tr h="734098">
                <a:tc>
                  <a:txBody>
                    <a:bodyPr/>
                    <a:lstStyle/>
                    <a:p>
                      <a:pPr algn="l" rtl="0" fontAlgn="base">
                        <a:lnSpc>
                          <a:spcPts val="1500"/>
                        </a:lnSpc>
                        <a:buNone/>
                      </a:pPr>
                      <a:r>
                        <a:rPr lang="en-US" sz="1800" noProof="0">
                          <a:solidFill>
                            <a:srgbClr val="062643"/>
                          </a:solidFill>
                          <a:effectLst/>
                          <a:latin typeface="Segoe UI"/>
                        </a:rPr>
                        <a:t>Part 2: </a:t>
                      </a:r>
                      <a:br>
                        <a:rPr lang="en-US" sz="1800" noProof="0">
                          <a:solidFill>
                            <a:srgbClr val="062643"/>
                          </a:solidFill>
                          <a:effectLst/>
                          <a:latin typeface="Segoe UI"/>
                        </a:rPr>
                      </a:br>
                      <a:r>
                        <a:rPr lang="en-US" sz="1800" noProof="0">
                          <a:solidFill>
                            <a:srgbClr val="062643"/>
                          </a:solidFill>
                          <a:effectLst/>
                          <a:latin typeface="Segoe UI"/>
                        </a:rPr>
                        <a:t>Executive Summary</a:t>
                      </a:r>
                    </a:p>
                  </a:txBody>
                  <a:tcPr marL="83439" marR="83439" marT="41720" marB="41720" anchor="ctr"/>
                </a:tc>
                <a:tc>
                  <a:txBody>
                    <a:bodyPr/>
                    <a:lstStyle/>
                    <a:p>
                      <a:pPr marL="171450" indent="-171450" algn="l" defTabSz="457200" rtl="0" eaLnBrk="1" fontAlgn="base" latinLnBrk="0" hangingPunct="1">
                        <a:lnSpc>
                          <a:spcPct val="100000"/>
                        </a:lnSpc>
                        <a:spcAft>
                          <a:spcPts val="0"/>
                        </a:spcAft>
                        <a:buFont typeface="Arial"/>
                        <a:buChar char="•"/>
                      </a:pPr>
                      <a:r>
                        <a:rPr lang="en-US" sz="1200" kern="1200" noProof="0">
                          <a:solidFill>
                            <a:schemeClr val="tx1"/>
                          </a:solidFill>
                          <a:effectLst/>
                          <a:latin typeface="Segoe UI"/>
                          <a:ea typeface="+mn-ea"/>
                          <a:cs typeface="+mn-cs"/>
                        </a:rPr>
                        <a:t>Platform technically sound </a:t>
                      </a:r>
                    </a:p>
                    <a:p>
                      <a:pPr marL="171450" indent="-171450" algn="l" defTabSz="457200" rtl="0" eaLnBrk="1" fontAlgn="base" latinLnBrk="0" hangingPunct="1">
                        <a:lnSpc>
                          <a:spcPct val="100000"/>
                        </a:lnSpc>
                        <a:spcAft>
                          <a:spcPts val="0"/>
                        </a:spcAft>
                        <a:buFont typeface="Arial"/>
                        <a:buChar char="•"/>
                      </a:pPr>
                      <a:r>
                        <a:rPr lang="en-US" sz="1200" kern="1200" noProof="0">
                          <a:solidFill>
                            <a:schemeClr val="tx1"/>
                          </a:solidFill>
                          <a:effectLst/>
                          <a:latin typeface="Segoe UI"/>
                          <a:ea typeface="+mn-ea"/>
                          <a:cs typeface="+mn-cs"/>
                        </a:rPr>
                        <a:t>Governance and control challenges</a:t>
                      </a:r>
                    </a:p>
                    <a:p>
                      <a:pPr marL="171450" indent="-171450" algn="l" defTabSz="457200" rtl="0" eaLnBrk="1" fontAlgn="base" latinLnBrk="0" hangingPunct="1">
                        <a:lnSpc>
                          <a:spcPct val="100000"/>
                        </a:lnSpc>
                        <a:spcAft>
                          <a:spcPts val="0"/>
                        </a:spcAft>
                        <a:buFont typeface="Arial"/>
                        <a:buChar char="•"/>
                      </a:pPr>
                      <a:r>
                        <a:rPr lang="en-US" sz="1200" kern="1200" noProof="0">
                          <a:solidFill>
                            <a:schemeClr val="tx1"/>
                          </a:solidFill>
                          <a:effectLst/>
                          <a:latin typeface="Segoe UI"/>
                          <a:ea typeface="+mn-ea"/>
                          <a:cs typeface="+mn-cs"/>
                        </a:rPr>
                        <a:t> Three critical findings</a:t>
                      </a:r>
                    </a:p>
                  </a:txBody>
                  <a:tcPr marL="83439" marR="83439" marT="41720" marB="41720" anchor="ctr"/>
                </a:tc>
                <a:extLst>
                  <a:ext uri="{0D108BD9-81ED-4DB2-BD59-A6C34878D82A}">
                    <a16:rowId xmlns:a16="http://schemas.microsoft.com/office/drawing/2014/main" val="349047999"/>
                  </a:ext>
                </a:extLst>
              </a:tr>
              <a:tr h="1199367">
                <a:tc>
                  <a:txBody>
                    <a:bodyPr/>
                    <a:lstStyle/>
                    <a:p>
                      <a:pPr algn="l" rtl="0" fontAlgn="base">
                        <a:lnSpc>
                          <a:spcPts val="1500"/>
                        </a:lnSpc>
                        <a:buNone/>
                      </a:pPr>
                      <a:r>
                        <a:rPr lang="en-US" sz="1800" noProof="0">
                          <a:solidFill>
                            <a:srgbClr val="062643"/>
                          </a:solidFill>
                          <a:effectLst/>
                          <a:latin typeface="Segoe UI"/>
                        </a:rPr>
                        <a:t>Part 3: </a:t>
                      </a:r>
                      <a:br>
                        <a:rPr lang="en-US" sz="1800" noProof="0">
                          <a:solidFill>
                            <a:srgbClr val="062643"/>
                          </a:solidFill>
                          <a:effectLst/>
                          <a:latin typeface="Segoe UI"/>
                        </a:rPr>
                      </a:br>
                      <a:r>
                        <a:rPr lang="en-US" sz="1800" noProof="0">
                          <a:solidFill>
                            <a:srgbClr val="062643"/>
                          </a:solidFill>
                          <a:effectLst/>
                          <a:latin typeface="Segoe UI"/>
                        </a:rPr>
                        <a:t>Technical Findings</a:t>
                      </a:r>
                    </a:p>
                  </a:txBody>
                  <a:tcPr marL="83439" marR="83439" marT="41720" marB="41720" anchor="ctr"/>
                </a:tc>
                <a:tc>
                  <a:txBody>
                    <a:bodyPr/>
                    <a:lstStyle/>
                    <a:p>
                      <a:pPr marL="171450" indent="-171450" algn="l" defTabSz="457200" rtl="0" eaLnBrk="1" fontAlgn="base" latinLnBrk="0" hangingPunct="1">
                        <a:lnSpc>
                          <a:spcPct val="100000"/>
                        </a:lnSpc>
                        <a:spcAft>
                          <a:spcPts val="0"/>
                        </a:spcAft>
                        <a:buFont typeface="Arial"/>
                        <a:buChar char="•"/>
                      </a:pPr>
                      <a:r>
                        <a:rPr lang="en-US" sz="1200" kern="1200" noProof="0">
                          <a:solidFill>
                            <a:schemeClr val="tx1"/>
                          </a:solidFill>
                          <a:effectLst/>
                          <a:latin typeface="Segoe UI"/>
                          <a:ea typeface="+mn-ea"/>
                          <a:cs typeface="+mn-cs"/>
                        </a:rPr>
                        <a:t>Architecture assessment </a:t>
                      </a:r>
                    </a:p>
                    <a:p>
                      <a:pPr marL="171450" indent="-171450" algn="l" defTabSz="457200" rtl="0" eaLnBrk="1" fontAlgn="base" latinLnBrk="0" hangingPunct="1">
                        <a:lnSpc>
                          <a:spcPct val="100000"/>
                        </a:lnSpc>
                        <a:spcAft>
                          <a:spcPts val="0"/>
                        </a:spcAft>
                        <a:buFont typeface="Arial"/>
                        <a:buChar char="•"/>
                      </a:pPr>
                      <a:r>
                        <a:rPr lang="en-US" sz="1200" kern="1200" noProof="0">
                          <a:solidFill>
                            <a:schemeClr val="tx1"/>
                          </a:solidFill>
                          <a:effectLst/>
                          <a:latin typeface="Segoe UI"/>
                          <a:ea typeface="+mn-ea"/>
                          <a:cs typeface="+mn-cs"/>
                        </a:rPr>
                        <a:t>Code quality analysis </a:t>
                      </a:r>
                    </a:p>
                    <a:p>
                      <a:pPr marL="171450" indent="-171450" algn="l" defTabSz="457200" rtl="0" eaLnBrk="1" fontAlgn="base" latinLnBrk="0" hangingPunct="1">
                        <a:lnSpc>
                          <a:spcPct val="100000"/>
                        </a:lnSpc>
                        <a:spcAft>
                          <a:spcPts val="0"/>
                        </a:spcAft>
                        <a:buFont typeface="Arial"/>
                        <a:buChar char="•"/>
                      </a:pPr>
                      <a:r>
                        <a:rPr lang="en-US" sz="1200" kern="1200" noProof="0">
                          <a:solidFill>
                            <a:schemeClr val="tx1"/>
                          </a:solidFill>
                          <a:effectLst/>
                          <a:latin typeface="Segoe UI"/>
                          <a:ea typeface="+mn-ea"/>
                          <a:cs typeface="+mn-cs"/>
                        </a:rPr>
                        <a:t>Technical debt status </a:t>
                      </a:r>
                    </a:p>
                    <a:p>
                      <a:pPr marL="171450" indent="-171450" algn="l" defTabSz="457200" rtl="0" eaLnBrk="1" fontAlgn="base" latinLnBrk="0" hangingPunct="1">
                        <a:lnSpc>
                          <a:spcPct val="100000"/>
                        </a:lnSpc>
                        <a:spcAft>
                          <a:spcPts val="0"/>
                        </a:spcAft>
                        <a:buFont typeface="Arial"/>
                        <a:buChar char="•"/>
                      </a:pPr>
                      <a:r>
                        <a:rPr lang="en-US" sz="1200" kern="1200" noProof="0">
                          <a:solidFill>
                            <a:schemeClr val="tx1"/>
                          </a:solidFill>
                          <a:effectLst/>
                          <a:latin typeface="Segoe UI"/>
                          <a:ea typeface="+mn-ea"/>
                          <a:cs typeface="+mn-cs"/>
                        </a:rPr>
                        <a:t>Infrastructure &amp; DevOps Performance &amp; scalability </a:t>
                      </a:r>
                    </a:p>
                    <a:p>
                      <a:pPr marL="171450" indent="-171450" algn="l" defTabSz="457200" rtl="0" eaLnBrk="1" fontAlgn="base" latinLnBrk="0" hangingPunct="1">
                        <a:lnSpc>
                          <a:spcPct val="100000"/>
                        </a:lnSpc>
                        <a:spcAft>
                          <a:spcPts val="0"/>
                        </a:spcAft>
                        <a:buFont typeface="Arial"/>
                        <a:buChar char="•"/>
                      </a:pPr>
                      <a:r>
                        <a:rPr lang="en-US" sz="1200" kern="1200" noProof="0">
                          <a:solidFill>
                            <a:schemeClr val="tx1"/>
                          </a:solidFill>
                          <a:effectLst/>
                          <a:latin typeface="Segoe UI"/>
                          <a:ea typeface="+mn-ea"/>
                          <a:cs typeface="+mn-cs"/>
                        </a:rPr>
                        <a:t>Cost analysis</a:t>
                      </a:r>
                    </a:p>
                  </a:txBody>
                  <a:tcPr marL="83439" marR="83439" marT="41720" marB="41720" anchor="ctr"/>
                </a:tc>
                <a:extLst>
                  <a:ext uri="{0D108BD9-81ED-4DB2-BD59-A6C34878D82A}">
                    <a16:rowId xmlns:a16="http://schemas.microsoft.com/office/drawing/2014/main" val="4278117821"/>
                  </a:ext>
                </a:extLst>
              </a:tr>
              <a:tr h="892917">
                <a:tc>
                  <a:txBody>
                    <a:bodyPr/>
                    <a:lstStyle/>
                    <a:p>
                      <a:pPr algn="l" rtl="0" fontAlgn="base">
                        <a:lnSpc>
                          <a:spcPts val="1500"/>
                        </a:lnSpc>
                        <a:buNone/>
                      </a:pPr>
                      <a:r>
                        <a:rPr lang="en-US" sz="1800" noProof="0">
                          <a:solidFill>
                            <a:srgbClr val="062643"/>
                          </a:solidFill>
                          <a:effectLst/>
                          <a:latin typeface="Segoe UI"/>
                        </a:rPr>
                        <a:t>Part 4: </a:t>
                      </a:r>
                      <a:br>
                        <a:rPr lang="en-US" sz="1800" noProof="0">
                          <a:solidFill>
                            <a:srgbClr val="062643"/>
                          </a:solidFill>
                          <a:effectLst/>
                          <a:latin typeface="Segoe UI"/>
                        </a:rPr>
                      </a:br>
                      <a:r>
                        <a:rPr lang="en-US" sz="1800" noProof="0">
                          <a:solidFill>
                            <a:srgbClr val="062643"/>
                          </a:solidFill>
                          <a:effectLst/>
                          <a:latin typeface="Segoe UI"/>
                        </a:rPr>
                        <a:t>Governance Findings</a:t>
                      </a:r>
                    </a:p>
                  </a:txBody>
                  <a:tcPr marL="83439" marR="83439" marT="41720" marB="41720" anchor="ctr"/>
                </a:tc>
                <a:tc>
                  <a:txBody>
                    <a:bodyPr/>
                    <a:lstStyle/>
                    <a:p>
                      <a:pPr marL="171450" indent="-171450" algn="l" defTabSz="457200" rtl="0" eaLnBrk="1" fontAlgn="base" latinLnBrk="0" hangingPunct="1">
                        <a:lnSpc>
                          <a:spcPct val="100000"/>
                        </a:lnSpc>
                        <a:spcAft>
                          <a:spcPts val="0"/>
                        </a:spcAft>
                        <a:buFont typeface="Arial"/>
                        <a:buChar char="•"/>
                      </a:pPr>
                      <a:r>
                        <a:rPr lang="en-US" sz="1200" kern="1200" noProof="0">
                          <a:solidFill>
                            <a:schemeClr val="tx1"/>
                          </a:solidFill>
                          <a:effectLst/>
                          <a:latin typeface="Segoe UI"/>
                          <a:ea typeface="+mn-ea"/>
                          <a:cs typeface="+mn-cs"/>
                        </a:rPr>
                        <a:t>Production incident </a:t>
                      </a:r>
                    </a:p>
                    <a:p>
                      <a:pPr marL="171450" indent="-171450" algn="l" defTabSz="457200" rtl="0" eaLnBrk="1" fontAlgn="base" latinLnBrk="0" hangingPunct="1">
                        <a:lnSpc>
                          <a:spcPct val="100000"/>
                        </a:lnSpc>
                        <a:spcAft>
                          <a:spcPts val="0"/>
                        </a:spcAft>
                        <a:buFont typeface="Arial"/>
                        <a:buChar char="•"/>
                      </a:pPr>
                      <a:r>
                        <a:rPr lang="en-US" sz="1200" kern="1200" noProof="0">
                          <a:solidFill>
                            <a:schemeClr val="tx1"/>
                          </a:solidFill>
                          <a:effectLst/>
                          <a:latin typeface="Segoe UI"/>
                          <a:ea typeface="+mn-ea"/>
                          <a:cs typeface="+mn-cs"/>
                        </a:rPr>
                        <a:t>Before/After CAB implementation </a:t>
                      </a:r>
                    </a:p>
                    <a:p>
                      <a:pPr marL="171450" indent="-171450" algn="l" defTabSz="457200" rtl="0" eaLnBrk="1" fontAlgn="base" latinLnBrk="0" hangingPunct="1">
                        <a:lnSpc>
                          <a:spcPct val="100000"/>
                        </a:lnSpc>
                        <a:spcAft>
                          <a:spcPts val="0"/>
                        </a:spcAft>
                        <a:buFont typeface="Arial"/>
                        <a:buChar char="•"/>
                      </a:pPr>
                      <a:r>
                        <a:rPr lang="en-US" sz="1200" kern="1200" noProof="0">
                          <a:solidFill>
                            <a:schemeClr val="tx1"/>
                          </a:solidFill>
                          <a:effectLst/>
                          <a:latin typeface="Segoe UI"/>
                          <a:ea typeface="+mn-ea"/>
                          <a:cs typeface="+mn-cs"/>
                        </a:rPr>
                        <a:t>Access challenges timeline </a:t>
                      </a:r>
                    </a:p>
                    <a:p>
                      <a:pPr marL="171450" indent="-171450" algn="l" defTabSz="457200" rtl="0" eaLnBrk="1" fontAlgn="base" latinLnBrk="0" hangingPunct="1">
                        <a:lnSpc>
                          <a:spcPct val="100000"/>
                        </a:lnSpc>
                        <a:spcAft>
                          <a:spcPts val="0"/>
                        </a:spcAft>
                        <a:buFont typeface="Arial"/>
                        <a:buChar char="•"/>
                      </a:pPr>
                      <a:r>
                        <a:rPr lang="en-US" sz="1200" kern="1200" noProof="0">
                          <a:solidFill>
                            <a:schemeClr val="tx1"/>
                          </a:solidFill>
                          <a:effectLst/>
                          <a:latin typeface="Segoe UI"/>
                          <a:ea typeface="+mn-ea"/>
                          <a:cs typeface="+mn-cs"/>
                        </a:rPr>
                        <a:t>Documentation drift </a:t>
                      </a:r>
                    </a:p>
                    <a:p>
                      <a:pPr marL="171450" indent="-171450" algn="l" defTabSz="457200" rtl="0" eaLnBrk="1" fontAlgn="base" latinLnBrk="0" hangingPunct="1">
                        <a:lnSpc>
                          <a:spcPct val="100000"/>
                        </a:lnSpc>
                        <a:spcAft>
                          <a:spcPts val="0"/>
                        </a:spcAft>
                        <a:buFont typeface="Arial"/>
                        <a:buChar char="•"/>
                      </a:pPr>
                      <a:r>
                        <a:rPr lang="en-US" sz="1200" kern="1200" noProof="0">
                          <a:solidFill>
                            <a:schemeClr val="tx1"/>
                          </a:solidFill>
                          <a:effectLst/>
                          <a:latin typeface="Segoe UI"/>
                          <a:ea typeface="+mn-ea"/>
                          <a:cs typeface="+mn-cs"/>
                        </a:rPr>
                        <a:t>Transparency issues</a:t>
                      </a:r>
                    </a:p>
                  </a:txBody>
                  <a:tcPr marL="83439" marR="83439" marT="41720" marB="41720" anchor="ctr"/>
                </a:tc>
                <a:extLst>
                  <a:ext uri="{0D108BD9-81ED-4DB2-BD59-A6C34878D82A}">
                    <a16:rowId xmlns:a16="http://schemas.microsoft.com/office/drawing/2014/main" val="359967567"/>
                  </a:ext>
                </a:extLst>
              </a:tr>
              <a:tr h="898586">
                <a:tc>
                  <a:txBody>
                    <a:bodyPr/>
                    <a:lstStyle/>
                    <a:p>
                      <a:pPr lvl="0" rtl="0">
                        <a:lnSpc>
                          <a:spcPts val="1369"/>
                        </a:lnSpc>
                        <a:buNone/>
                      </a:pPr>
                      <a:r>
                        <a:rPr lang="en-US" sz="1800" noProof="0">
                          <a:solidFill>
                            <a:srgbClr val="062643"/>
                          </a:solidFill>
                          <a:effectLst/>
                          <a:latin typeface="Segoe UI"/>
                        </a:rPr>
                        <a:t>Part 5: </a:t>
                      </a:r>
                      <a:br>
                        <a:rPr lang="en-US" sz="1800" noProof="0">
                          <a:solidFill>
                            <a:srgbClr val="062643"/>
                          </a:solidFill>
                          <a:effectLst/>
                          <a:latin typeface="Segoe UI"/>
                        </a:rPr>
                      </a:br>
                      <a:r>
                        <a:rPr lang="en-US" sz="1800" noProof="0">
                          <a:solidFill>
                            <a:srgbClr val="062643"/>
                          </a:solidFill>
                          <a:effectLst/>
                          <a:latin typeface="Segoe UI"/>
                        </a:rPr>
                        <a:t>Vendor Lock-in Reality</a:t>
                      </a:r>
                    </a:p>
                  </a:txBody>
                  <a:tcPr marL="76133" marR="76133" marT="38062" marB="38062" anchor="ctr"/>
                </a:tc>
                <a:tc>
                  <a:txBody>
                    <a:bodyPr/>
                    <a:lstStyle/>
                    <a:p>
                      <a:pPr marL="171450" lvl="0" indent="-171450" algn="l" defTabSz="457200" rtl="0" eaLnBrk="1" fontAlgn="base" latinLnBrk="0" hangingPunct="1">
                        <a:lnSpc>
                          <a:spcPct val="100000"/>
                        </a:lnSpc>
                        <a:spcAft>
                          <a:spcPts val="0"/>
                        </a:spcAft>
                        <a:buFont typeface="Arial"/>
                        <a:buChar char="•"/>
                      </a:pPr>
                      <a:r>
                        <a:rPr lang="en-US" sz="1200" kern="1200" noProof="0">
                          <a:solidFill>
                            <a:schemeClr val="tx1"/>
                          </a:solidFill>
                          <a:effectLst/>
                          <a:latin typeface="Segoe UI"/>
                          <a:ea typeface="+mn-ea"/>
                          <a:cs typeface="+mn-cs"/>
                        </a:rPr>
                        <a:t>Three lock-in mechanisms </a:t>
                      </a:r>
                    </a:p>
                    <a:p>
                      <a:pPr marL="171450" lvl="0" indent="-171450" algn="l" defTabSz="457200" rtl="0" eaLnBrk="1" fontAlgn="base" latinLnBrk="0" hangingPunct="1">
                        <a:lnSpc>
                          <a:spcPct val="100000"/>
                        </a:lnSpc>
                        <a:spcAft>
                          <a:spcPts val="0"/>
                        </a:spcAft>
                        <a:buFont typeface="Arial"/>
                        <a:buChar char="•"/>
                      </a:pPr>
                      <a:r>
                        <a:rPr lang="en-US" sz="1200" kern="1200" noProof="0">
                          <a:solidFill>
                            <a:schemeClr val="tx1"/>
                          </a:solidFill>
                          <a:effectLst/>
                          <a:latin typeface="Segoe UI"/>
                          <a:ea typeface="+mn-ea"/>
                          <a:cs typeface="+mn-cs"/>
                        </a:rPr>
                        <a:t>Matching Engine deep-dive</a:t>
                      </a:r>
                    </a:p>
                    <a:p>
                      <a:pPr marL="171450" lvl="0" indent="-171450" algn="l" defTabSz="457200" rtl="0" eaLnBrk="1" fontAlgn="base" latinLnBrk="0" hangingPunct="1">
                        <a:lnSpc>
                          <a:spcPct val="100000"/>
                        </a:lnSpc>
                        <a:spcAft>
                          <a:spcPts val="0"/>
                        </a:spcAft>
                        <a:buFont typeface="Arial"/>
                        <a:buChar char="•"/>
                      </a:pPr>
                      <a:r>
                        <a:rPr lang="en-US" sz="1200" kern="1200" noProof="0">
                          <a:solidFill>
                            <a:schemeClr val="tx1"/>
                          </a:solidFill>
                          <a:effectLst/>
                          <a:latin typeface="Segoe UI"/>
                          <a:ea typeface="+mn-ea"/>
                          <a:cs typeface="+mn-cs"/>
                        </a:rPr>
                        <a:t>What we can't access </a:t>
                      </a:r>
                    </a:p>
                    <a:p>
                      <a:pPr marL="171450" lvl="0" indent="-171450" algn="l" defTabSz="457200" rtl="0" eaLnBrk="1" fontAlgn="base" latinLnBrk="0" hangingPunct="1">
                        <a:lnSpc>
                          <a:spcPct val="100000"/>
                        </a:lnSpc>
                        <a:spcAft>
                          <a:spcPts val="0"/>
                        </a:spcAft>
                        <a:buFont typeface="Arial"/>
                        <a:buChar char="•"/>
                      </a:pPr>
                      <a:r>
                        <a:rPr lang="en-US" sz="1200" kern="1200" noProof="0">
                          <a:solidFill>
                            <a:schemeClr val="tx1"/>
                          </a:solidFill>
                          <a:effectLst/>
                          <a:latin typeface="Segoe UI"/>
                          <a:ea typeface="+mn-ea"/>
                          <a:cs typeface="+mn-cs"/>
                        </a:rPr>
                        <a:t>Vendor switch effort estimate</a:t>
                      </a:r>
                    </a:p>
                  </a:txBody>
                  <a:tcPr marL="76133" marR="76133" marT="38062" marB="38062" anchor="ctr"/>
                </a:tc>
                <a:extLst>
                  <a:ext uri="{0D108BD9-81ED-4DB2-BD59-A6C34878D82A}">
                    <a16:rowId xmlns:a16="http://schemas.microsoft.com/office/drawing/2014/main" val="196731886"/>
                  </a:ext>
                </a:extLst>
              </a:tr>
            </a:tbl>
          </a:graphicData>
        </a:graphic>
      </p:graphicFrame>
      <p:sp>
        <p:nvSpPr>
          <p:cNvPr id="11" name="TextBox 1">
            <a:extLst>
              <a:ext uri="{FF2B5EF4-FFF2-40B4-BE49-F238E27FC236}">
                <a16:creationId xmlns:a16="http://schemas.microsoft.com/office/drawing/2014/main" id="{0CF9A306-592D-51B7-9172-BA2DB3226253}"/>
              </a:ext>
            </a:extLst>
          </p:cNvPr>
          <p:cNvSpPr txBox="1"/>
          <p:nvPr/>
        </p:nvSpPr>
        <p:spPr>
          <a:xfrm>
            <a:off x="457200" y="274320"/>
            <a:ext cx="3427733" cy="707886"/>
          </a:xfrm>
          <a:prstGeom prst="rect">
            <a:avLst/>
          </a:prstGeom>
          <a:noFill/>
        </p:spPr>
        <p:txBody>
          <a:bodyPr wrap="none" lIns="91440" tIns="45720" rIns="91440" bIns="45720" anchor="t">
            <a:spAutoFit/>
          </a:bodyPr>
          <a:lstStyle/>
          <a:p>
            <a:pPr>
              <a:defRPr sz="4000" b="1">
                <a:solidFill>
                  <a:srgbClr val="003366"/>
                </a:solidFill>
              </a:defRPr>
            </a:pPr>
            <a:r>
              <a:rPr lang="en-US"/>
              <a:t>Today's agenda</a:t>
            </a:r>
            <a:endParaRPr lang="en-US">
              <a:ea typeface="Calibri"/>
              <a:cs typeface="Calibri"/>
            </a:endParaRPr>
          </a:p>
        </p:txBody>
      </p:sp>
      <p:graphicFrame>
        <p:nvGraphicFramePr>
          <p:cNvPr id="13" name="Tableau 12">
            <a:extLst>
              <a:ext uri="{FF2B5EF4-FFF2-40B4-BE49-F238E27FC236}">
                <a16:creationId xmlns:a16="http://schemas.microsoft.com/office/drawing/2014/main" id="{A2BD33D0-E2A0-72A2-A6B0-82F516FCA9EA}"/>
              </a:ext>
            </a:extLst>
          </p:cNvPr>
          <p:cNvGraphicFramePr>
            <a:graphicFrameLocks noGrp="1"/>
          </p:cNvGraphicFramePr>
          <p:nvPr>
            <p:extLst>
              <p:ext uri="{D42A27DB-BD31-4B8C-83A1-F6EECF244321}">
                <p14:modId xmlns:p14="http://schemas.microsoft.com/office/powerpoint/2010/main" val="796567401"/>
              </p:ext>
            </p:extLst>
          </p:nvPr>
        </p:nvGraphicFramePr>
        <p:xfrm>
          <a:off x="6183085" y="1149531"/>
          <a:ext cx="5669280" cy="3660265"/>
        </p:xfrm>
        <a:graphic>
          <a:graphicData uri="http://schemas.openxmlformats.org/drawingml/2006/table">
            <a:tbl>
              <a:tblPr bandRow="1">
                <a:tableStyleId>{3B4B98B0-60AC-42C2-AFA5-B58CD77FA1E5}</a:tableStyleId>
              </a:tblPr>
              <a:tblGrid>
                <a:gridCol w="2926080">
                  <a:extLst>
                    <a:ext uri="{9D8B030D-6E8A-4147-A177-3AD203B41FA5}">
                      <a16:colId xmlns:a16="http://schemas.microsoft.com/office/drawing/2014/main" val="4188828940"/>
                    </a:ext>
                  </a:extLst>
                </a:gridCol>
                <a:gridCol w="2743200">
                  <a:extLst>
                    <a:ext uri="{9D8B030D-6E8A-4147-A177-3AD203B41FA5}">
                      <a16:colId xmlns:a16="http://schemas.microsoft.com/office/drawing/2014/main" val="3622378123"/>
                    </a:ext>
                  </a:extLst>
                </a:gridCol>
              </a:tblGrid>
              <a:tr h="1028082">
                <a:tc>
                  <a:txBody>
                    <a:bodyPr/>
                    <a:lstStyle/>
                    <a:p>
                      <a:pPr rtl="0" fontAlgn="base">
                        <a:lnSpc>
                          <a:spcPts val="1369"/>
                        </a:lnSpc>
                        <a:buNone/>
                      </a:pPr>
                      <a:r>
                        <a:rPr lang="en-US" sz="1800" b="1" i="0" noProof="0">
                          <a:solidFill>
                            <a:srgbClr val="062643"/>
                          </a:solidFill>
                          <a:effectLst/>
                          <a:latin typeface="Segoe UI"/>
                        </a:rPr>
                        <a:t>Part 6: </a:t>
                      </a:r>
                      <a:br>
                        <a:rPr lang="en-US" sz="1800" b="1" i="0" noProof="0">
                          <a:solidFill>
                            <a:srgbClr val="062643"/>
                          </a:solidFill>
                          <a:effectLst/>
                          <a:latin typeface="Segoe UI"/>
                        </a:rPr>
                      </a:br>
                      <a:r>
                        <a:rPr lang="en-US" sz="1800" b="1" i="0" noProof="0">
                          <a:solidFill>
                            <a:srgbClr val="062643"/>
                          </a:solidFill>
                          <a:effectLst/>
                          <a:latin typeface="Segoe UI"/>
                        </a:rPr>
                        <a:t>Strategic Recommendations</a:t>
                      </a:r>
                    </a:p>
                  </a:txBody>
                  <a:tcPr marL="76133" marR="76133" marT="38062" marB="38062" anchor="ctr"/>
                </a:tc>
                <a:tc>
                  <a:txBody>
                    <a:bodyPr/>
                    <a:lstStyle/>
                    <a:p>
                      <a:pPr marL="171450" indent="-171450" rtl="0" fontAlgn="base">
                        <a:lnSpc>
                          <a:spcPct val="100000"/>
                        </a:lnSpc>
                        <a:spcAft>
                          <a:spcPts val="0"/>
                        </a:spcAft>
                        <a:buFont typeface="Arial"/>
                        <a:buChar char="•"/>
                      </a:pPr>
                      <a:r>
                        <a:rPr lang="en-US" sz="1200" noProof="0">
                          <a:effectLst/>
                          <a:latin typeface="Segoe UI"/>
                        </a:rPr>
                        <a:t>Recommended hybrid approach</a:t>
                      </a:r>
                    </a:p>
                    <a:p>
                      <a:pPr marL="171450" indent="-171450" rtl="0" fontAlgn="base">
                        <a:lnSpc>
                          <a:spcPct val="100000"/>
                        </a:lnSpc>
                        <a:spcAft>
                          <a:spcPts val="0"/>
                        </a:spcAft>
                        <a:buFont typeface="Arial"/>
                        <a:buChar char="•"/>
                      </a:pPr>
                      <a:r>
                        <a:rPr lang="en-US" sz="1200" noProof="0">
                          <a:effectLst/>
                          <a:latin typeface="Segoe UI"/>
                        </a:rPr>
                        <a:t>Knowledge transfer pilot test </a:t>
                      </a:r>
                    </a:p>
                    <a:p>
                      <a:pPr marL="171450" indent="-171450" rtl="0" fontAlgn="base">
                        <a:lnSpc>
                          <a:spcPct val="100000"/>
                        </a:lnSpc>
                        <a:spcAft>
                          <a:spcPts val="0"/>
                        </a:spcAft>
                        <a:buFont typeface="Arial"/>
                        <a:buChar char="•"/>
                      </a:pPr>
                      <a:r>
                        <a:rPr lang="en-US" sz="1200" noProof="0">
                          <a:effectLst/>
                          <a:latin typeface="Segoe UI"/>
                        </a:rPr>
                        <a:t>Contract renegotiation leverage</a:t>
                      </a:r>
                    </a:p>
                    <a:p>
                      <a:pPr marL="171450" indent="-171450" rtl="0" fontAlgn="base">
                        <a:lnSpc>
                          <a:spcPct val="100000"/>
                        </a:lnSpc>
                        <a:spcAft>
                          <a:spcPts val="0"/>
                        </a:spcAft>
                        <a:buFont typeface="Arial"/>
                        <a:buChar char="•"/>
                      </a:pPr>
                      <a:r>
                        <a:rPr lang="en-US" sz="1200" noProof="0">
                          <a:effectLst/>
                          <a:latin typeface="Segoe UI"/>
                        </a:rPr>
                        <a:t>Technical quick wins </a:t>
                      </a:r>
                    </a:p>
                    <a:p>
                      <a:pPr marL="171450" indent="-171450" rtl="0" fontAlgn="base">
                        <a:lnSpc>
                          <a:spcPct val="100000"/>
                        </a:lnSpc>
                        <a:spcAft>
                          <a:spcPts val="0"/>
                        </a:spcAft>
                        <a:buFont typeface="Arial"/>
                        <a:buChar char="•"/>
                      </a:pPr>
                      <a:r>
                        <a:rPr lang="en-US" sz="1200" noProof="0">
                          <a:effectLst/>
                          <a:latin typeface="Segoe UI"/>
                        </a:rPr>
                        <a:t>Hyperscale proposal assessment</a:t>
                      </a:r>
                    </a:p>
                  </a:txBody>
                  <a:tcPr marL="76133" marR="76133" marT="38062" marB="38062" anchor="ctr"/>
                </a:tc>
                <a:extLst>
                  <a:ext uri="{0D108BD9-81ED-4DB2-BD59-A6C34878D82A}">
                    <a16:rowId xmlns:a16="http://schemas.microsoft.com/office/drawing/2014/main" val="1886243122"/>
                  </a:ext>
                </a:extLst>
              </a:tr>
              <a:tr h="768787">
                <a:tc>
                  <a:txBody>
                    <a:bodyPr/>
                    <a:lstStyle/>
                    <a:p>
                      <a:pPr rtl="0" fontAlgn="base">
                        <a:lnSpc>
                          <a:spcPts val="1369"/>
                        </a:lnSpc>
                        <a:buNone/>
                      </a:pPr>
                      <a:r>
                        <a:rPr lang="en-US" sz="1800" b="1" i="0" noProof="0">
                          <a:solidFill>
                            <a:srgbClr val="062643"/>
                          </a:solidFill>
                          <a:effectLst/>
                          <a:latin typeface="Segoe UI"/>
                        </a:rPr>
                        <a:t>Part 7: </a:t>
                      </a:r>
                      <a:br>
                        <a:rPr lang="en-US" sz="1800" b="1" i="0" noProof="0">
                          <a:solidFill>
                            <a:srgbClr val="062643"/>
                          </a:solidFill>
                          <a:effectLst/>
                          <a:latin typeface="Segoe UI"/>
                        </a:rPr>
                      </a:br>
                      <a:r>
                        <a:rPr lang="en-US" sz="1800" b="1" i="0" noProof="0">
                          <a:solidFill>
                            <a:srgbClr val="062643"/>
                          </a:solidFill>
                          <a:effectLst/>
                          <a:latin typeface="Segoe UI"/>
                        </a:rPr>
                        <a:t>Decision Points</a:t>
                      </a:r>
                      <a:endParaRPr lang="fr-FR" sz="1800"/>
                    </a:p>
                    <a:p>
                      <a:pPr lvl="0">
                        <a:lnSpc>
                          <a:spcPts val="1369"/>
                        </a:lnSpc>
                        <a:buNone/>
                      </a:pPr>
                      <a:r>
                        <a:rPr lang="en-US" sz="1800" b="1" i="0" noProof="0">
                          <a:solidFill>
                            <a:srgbClr val="062643"/>
                          </a:solidFill>
                          <a:effectLst/>
                          <a:latin typeface="Segoe UI"/>
                        </a:rPr>
                        <a:t>&amp; Next Steps</a:t>
                      </a:r>
                      <a:endParaRPr lang="fr-FR" sz="1800"/>
                    </a:p>
                  </a:txBody>
                  <a:tcPr marL="76133" marR="76133" marT="38062" marB="38062" anchor="ctr"/>
                </a:tc>
                <a:tc>
                  <a:txBody>
                    <a:bodyPr/>
                    <a:lstStyle/>
                    <a:p>
                      <a:pPr marL="171450" indent="-171450" rtl="0" fontAlgn="base">
                        <a:lnSpc>
                          <a:spcPct val="100000"/>
                        </a:lnSpc>
                        <a:spcAft>
                          <a:spcPts val="0"/>
                        </a:spcAft>
                        <a:buFont typeface="Arial"/>
                        <a:buChar char="•"/>
                      </a:pPr>
                      <a:r>
                        <a:rPr lang="en-US" sz="1200" noProof="0">
                          <a:effectLst/>
                          <a:latin typeface="Segoe UI"/>
                        </a:rPr>
                        <a:t>Five key decisions for CISAC </a:t>
                      </a:r>
                    </a:p>
                    <a:p>
                      <a:pPr marL="171450" indent="-171450" rtl="0" fontAlgn="base">
                        <a:lnSpc>
                          <a:spcPct val="100000"/>
                        </a:lnSpc>
                        <a:spcAft>
                          <a:spcPts val="0"/>
                        </a:spcAft>
                        <a:buFont typeface="Arial"/>
                        <a:buChar char="•"/>
                      </a:pPr>
                      <a:r>
                        <a:rPr lang="en-US" sz="1200" noProof="0">
                          <a:effectLst/>
                          <a:latin typeface="Segoe UI"/>
                        </a:rPr>
                        <a:t>Immediate next steps</a:t>
                      </a:r>
                    </a:p>
                    <a:p>
                      <a:pPr marL="171450" lvl="0" indent="-171450">
                        <a:lnSpc>
                          <a:spcPct val="100000"/>
                        </a:lnSpc>
                        <a:spcAft>
                          <a:spcPts val="0"/>
                        </a:spcAft>
                        <a:buFont typeface="Arial"/>
                        <a:buChar char="•"/>
                      </a:pPr>
                      <a:r>
                        <a:rPr lang="en-US" sz="1200" noProof="0">
                          <a:effectLst/>
                          <a:latin typeface="Segoe UI"/>
                        </a:rPr>
                        <a:t>Thank you &amp; discussion</a:t>
                      </a:r>
                      <a:endParaRPr lang="en-US">
                        <a:latin typeface="Segoe UI"/>
                      </a:endParaRPr>
                    </a:p>
                  </a:txBody>
                  <a:tcPr marL="76133" marR="76133" marT="38062" marB="38062" anchor="ctr"/>
                </a:tc>
                <a:extLst>
                  <a:ext uri="{0D108BD9-81ED-4DB2-BD59-A6C34878D82A}">
                    <a16:rowId xmlns:a16="http://schemas.microsoft.com/office/drawing/2014/main" val="2859221440"/>
                  </a:ext>
                </a:extLst>
              </a:tr>
              <a:tr h="621132">
                <a:tc>
                  <a:txBody>
                    <a:bodyPr/>
                    <a:lstStyle/>
                    <a:p>
                      <a:pPr lvl="0" rtl="0">
                        <a:lnSpc>
                          <a:spcPts val="1500"/>
                        </a:lnSpc>
                        <a:buNone/>
                      </a:pPr>
                      <a:r>
                        <a:rPr lang="en-US" sz="1600" b="0" i="0" noProof="0">
                          <a:effectLst/>
                          <a:latin typeface="Segoe UI"/>
                        </a:rPr>
                        <a:t>Annex A: </a:t>
                      </a:r>
                      <a:br>
                        <a:rPr lang="en-US" sz="1600" b="0" i="0" noProof="0">
                          <a:effectLst/>
                          <a:latin typeface="Segoe UI"/>
                        </a:rPr>
                      </a:br>
                      <a:r>
                        <a:rPr lang="en-US" sz="1600" b="0" i="0" noProof="0">
                          <a:effectLst/>
                          <a:latin typeface="Segoe UI"/>
                        </a:rPr>
                        <a:t>Detailed Findings Reference</a:t>
                      </a:r>
                    </a:p>
                  </a:txBody>
                  <a:tcPr marL="76132" marR="76132" marT="38062" marB="38062" anchor="ctr"/>
                </a:tc>
                <a:tc>
                  <a:txBody>
                    <a:bodyPr/>
                    <a:lstStyle/>
                    <a:p>
                      <a:pPr marL="171450" lvl="0" indent="-171450" rtl="0">
                        <a:lnSpc>
                          <a:spcPct val="100000"/>
                        </a:lnSpc>
                        <a:spcAft>
                          <a:spcPts val="0"/>
                        </a:spcAft>
                        <a:buFont typeface="Arial"/>
                        <a:buChar char="•"/>
                      </a:pPr>
                      <a:r>
                        <a:rPr lang="en-US" sz="1200" noProof="0">
                          <a:effectLst/>
                          <a:latin typeface="Segoe UI"/>
                        </a:rPr>
                        <a:t>Pointers to full documentation</a:t>
                      </a:r>
                    </a:p>
                  </a:txBody>
                  <a:tcPr marL="76132" marR="76132" marT="38062" marB="38062" anchor="ctr"/>
                </a:tc>
                <a:extLst>
                  <a:ext uri="{0D108BD9-81ED-4DB2-BD59-A6C34878D82A}">
                    <a16:rowId xmlns:a16="http://schemas.microsoft.com/office/drawing/2014/main" val="2062512679"/>
                  </a:ext>
                </a:extLst>
              </a:tr>
              <a:tr h="621132">
                <a:tc>
                  <a:txBody>
                    <a:bodyPr/>
                    <a:lstStyle/>
                    <a:p>
                      <a:pPr lvl="0" rtl="0">
                        <a:lnSpc>
                          <a:spcPts val="1500"/>
                        </a:lnSpc>
                        <a:buNone/>
                      </a:pPr>
                      <a:r>
                        <a:rPr lang="en-US" sz="1600" b="0" i="0" noProof="0">
                          <a:effectLst/>
                          <a:latin typeface="Segoe UI"/>
                        </a:rPr>
                        <a:t>Annex B: </a:t>
                      </a:r>
                      <a:br>
                        <a:rPr lang="en-US" sz="1600" b="0" i="0" noProof="0">
                          <a:effectLst/>
                          <a:latin typeface="Segoe UI"/>
                        </a:rPr>
                      </a:br>
                      <a:r>
                        <a:rPr lang="en-US" sz="1600" b="0" i="0" noProof="0">
                          <a:effectLst/>
                          <a:latin typeface="Segoe UI"/>
                        </a:rPr>
                        <a:t>Validation Rules Reference</a:t>
                      </a:r>
                    </a:p>
                  </a:txBody>
                  <a:tcPr marL="76132" marR="76132" marT="38062" marB="38062" anchor="ctr"/>
                </a:tc>
                <a:tc>
                  <a:txBody>
                    <a:bodyPr/>
                    <a:lstStyle/>
                    <a:p>
                      <a:pPr marL="171450" lvl="0" indent="-171450" rtl="0">
                        <a:lnSpc>
                          <a:spcPct val="100000"/>
                        </a:lnSpc>
                        <a:spcAft>
                          <a:spcPts val="0"/>
                        </a:spcAft>
                        <a:buFont typeface="Arial"/>
                        <a:buChar char="•"/>
                      </a:pPr>
                      <a:r>
                        <a:rPr lang="en-US" sz="1200" noProof="0">
                          <a:effectLst/>
                          <a:latin typeface="Segoe UI"/>
                        </a:rPr>
                        <a:t>95+ validation rules documented</a:t>
                      </a:r>
                    </a:p>
                  </a:txBody>
                  <a:tcPr marL="76132" marR="76132" marT="38062" marB="38062" anchor="ctr"/>
                </a:tc>
                <a:extLst>
                  <a:ext uri="{0D108BD9-81ED-4DB2-BD59-A6C34878D82A}">
                    <a16:rowId xmlns:a16="http://schemas.microsoft.com/office/drawing/2014/main" val="1155962096"/>
                  </a:ext>
                </a:extLst>
              </a:tr>
              <a:tr h="621132">
                <a:tc>
                  <a:txBody>
                    <a:bodyPr/>
                    <a:lstStyle/>
                    <a:p>
                      <a:pPr lvl="0" rtl="0">
                        <a:lnSpc>
                          <a:spcPts val="1500"/>
                        </a:lnSpc>
                        <a:buNone/>
                      </a:pPr>
                      <a:r>
                        <a:rPr lang="en-US" sz="1600" b="0" i="0" noProof="0">
                          <a:effectLst/>
                          <a:latin typeface="Segoe UI"/>
                        </a:rPr>
                        <a:t>Annex C: </a:t>
                      </a:r>
                      <a:br>
                        <a:rPr lang="en-US" sz="1600" b="0" i="0" noProof="0">
                          <a:effectLst/>
                          <a:latin typeface="Segoe UI"/>
                        </a:rPr>
                      </a:br>
                      <a:r>
                        <a:rPr lang="en-US" sz="1600" b="0" i="0" noProof="0">
                          <a:effectLst/>
                          <a:latin typeface="Segoe UI"/>
                        </a:rPr>
                        <a:t>Items Needing Verification</a:t>
                      </a:r>
                    </a:p>
                  </a:txBody>
                  <a:tcPr marL="76132" marR="76132" marT="38062" marB="38062" anchor="ctr"/>
                </a:tc>
                <a:tc>
                  <a:txBody>
                    <a:bodyPr/>
                    <a:lstStyle/>
                    <a:p>
                      <a:pPr marL="171450" lvl="0" indent="-171450" rtl="0">
                        <a:lnSpc>
                          <a:spcPct val="100000"/>
                        </a:lnSpc>
                        <a:spcAft>
                          <a:spcPts val="0"/>
                        </a:spcAft>
                        <a:buFont typeface="Arial"/>
                        <a:buChar char="•"/>
                      </a:pPr>
                      <a:r>
                        <a:rPr lang="en-US" sz="1200" noProof="0">
                          <a:effectLst/>
                          <a:latin typeface="Segoe UI"/>
                        </a:rPr>
                        <a:t>Verified facts vs. assumptions requiring validation</a:t>
                      </a:r>
                    </a:p>
                  </a:txBody>
                  <a:tcPr marL="76132" marR="76132" marT="38062" marB="38062" anchor="ctr"/>
                </a:tc>
                <a:extLst>
                  <a:ext uri="{0D108BD9-81ED-4DB2-BD59-A6C34878D82A}">
                    <a16:rowId xmlns:a16="http://schemas.microsoft.com/office/drawing/2014/main" val="2319177267"/>
                  </a:ext>
                </a:extLst>
              </a:tr>
            </a:tbl>
          </a:graphicData>
        </a:graphic>
      </p:graphicFrame>
      <p:sp>
        <p:nvSpPr>
          <p:cNvPr id="6" name="Espace réservé du pied de page 2">
            <a:extLst>
              <a:ext uri="{FF2B5EF4-FFF2-40B4-BE49-F238E27FC236}">
                <a16:creationId xmlns:a16="http://schemas.microsoft.com/office/drawing/2014/main" id="{A04B7DD8-6DE5-7195-A20D-17E33CD04D92}"/>
              </a:ext>
            </a:extLst>
          </p:cNvPr>
          <p:cNvSpPr>
            <a:spLocks noGrp="1"/>
          </p:cNvSpPr>
          <p:nvPr>
            <p:ph type="ftr" sz="quarter" idx="3"/>
          </p:nvPr>
        </p:nvSpPr>
        <p:spPr>
          <a:xfrm>
            <a:off x="-593" y="6444952"/>
            <a:ext cx="12193181" cy="412389"/>
          </a:xfrm>
          <a:solidFill>
            <a:srgbClr val="F8F9FB"/>
          </a:solidFill>
          <a:ln>
            <a:solidFill>
              <a:srgbClr val="E1E4E8"/>
            </a:solidFill>
          </a:ln>
        </p:spPr>
        <p:txBody>
          <a:bodyPr anchor="ctr"/>
          <a:lstStyle/>
          <a:p>
            <a:pPr algn="l"/>
            <a:r>
              <a:rPr lang="fr-FR" sz="1100">
                <a:solidFill>
                  <a:srgbClr val="6B7C93"/>
                </a:solidFill>
                <a:latin typeface="Segoe UI"/>
                <a:ea typeface="+mn-lt"/>
                <a:cs typeface="Segoe UI"/>
              </a:rPr>
              <a:t>  ISWC System Audit – </a:t>
            </a:r>
            <a:r>
              <a:rPr lang="fr-FR" sz="1100" err="1">
                <a:solidFill>
                  <a:srgbClr val="6B7C93"/>
                </a:solidFill>
                <a:latin typeface="Segoe UI"/>
                <a:ea typeface="+mn-lt"/>
                <a:cs typeface="Segoe UI"/>
              </a:rPr>
              <a:t>Findings</a:t>
            </a:r>
            <a:r>
              <a:rPr lang="fr-FR" sz="1100">
                <a:solidFill>
                  <a:srgbClr val="6B7C93"/>
                </a:solidFill>
                <a:latin typeface="Segoe UI"/>
                <a:ea typeface="+mn-lt"/>
                <a:cs typeface="Segoe UI"/>
              </a:rPr>
              <a:t> &amp; Strategic </a:t>
            </a:r>
            <a:r>
              <a:rPr lang="fr-FR" sz="1100" err="1">
                <a:solidFill>
                  <a:srgbClr val="6B7C93"/>
                </a:solidFill>
                <a:latin typeface="Segoe UI"/>
                <a:ea typeface="+mn-lt"/>
                <a:cs typeface="Segoe UI"/>
              </a:rPr>
              <a:t>Recommendations</a:t>
            </a:r>
            <a:r>
              <a:rPr lang="fr-FR" sz="1100">
                <a:solidFill>
                  <a:srgbClr val="6B7C93"/>
                </a:solidFill>
                <a:latin typeface="Segoe UI"/>
                <a:ea typeface="+mn-lt"/>
                <a:cs typeface="Segoe UI"/>
              </a:rPr>
              <a:t> • </a:t>
            </a:r>
            <a:r>
              <a:rPr lang="fr-FR" sz="1100" err="1">
                <a:solidFill>
                  <a:srgbClr val="6B7C93"/>
                </a:solidFill>
                <a:latin typeface="Segoe UI"/>
                <a:ea typeface="+mn-lt"/>
                <a:cs typeface="Segoe UI"/>
              </a:rPr>
              <a:t>November</a:t>
            </a:r>
            <a:r>
              <a:rPr lang="fr-FR" sz="1100">
                <a:solidFill>
                  <a:srgbClr val="6B7C93"/>
                </a:solidFill>
                <a:latin typeface="Segoe UI"/>
                <a:ea typeface="+mn-lt"/>
                <a:cs typeface="Segoe UI"/>
              </a:rPr>
              <a:t> 24, 2025</a:t>
            </a:r>
            <a:endParaRPr lang="fr-FR" sz="1100">
              <a:latin typeface="Segoe UI"/>
              <a:cs typeface="Segoe UI"/>
            </a:endParaRPr>
          </a:p>
        </p:txBody>
      </p:sp>
      <p:sp>
        <p:nvSpPr>
          <p:cNvPr id="8" name="Espace réservé du numéro de diapositive 6">
            <a:extLst>
              <a:ext uri="{FF2B5EF4-FFF2-40B4-BE49-F238E27FC236}">
                <a16:creationId xmlns:a16="http://schemas.microsoft.com/office/drawing/2014/main" id="{5FD95F23-F832-23D3-3A83-86F225933696}"/>
              </a:ext>
            </a:extLst>
          </p:cNvPr>
          <p:cNvSpPr>
            <a:spLocks noGrp="1"/>
          </p:cNvSpPr>
          <p:nvPr>
            <p:ph type="sldNum" sz="quarter" idx="4"/>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dirty="0" smtClean="0">
                <a:solidFill>
                  <a:srgbClr val="1E3A5F"/>
                </a:solidFill>
                <a:latin typeface="Segoe UI"/>
                <a:cs typeface="Segoe UI"/>
              </a:rPr>
              <a:pPr algn="ctr"/>
              <a:t>3</a:t>
            </a:fld>
            <a:endParaRPr lang="fr-FR">
              <a:solidFill>
                <a:srgbClr val="1E3A5F"/>
              </a:solidFill>
              <a:latin typeface="Segoe UI"/>
              <a:ea typeface="Calibri"/>
              <a:cs typeface="Segoe UI"/>
            </a:endParaRPr>
          </a:p>
        </p:txBody>
      </p:sp>
      <p:sp>
        <p:nvSpPr>
          <p:cNvPr id="12" name="ZoneTexte 11">
            <a:extLst>
              <a:ext uri="{FF2B5EF4-FFF2-40B4-BE49-F238E27FC236}">
                <a16:creationId xmlns:a16="http://schemas.microsoft.com/office/drawing/2014/main" id="{D9CD3F7B-1AC8-8FE4-DFDC-2E028723F211}"/>
              </a:ext>
            </a:extLst>
          </p:cNvPr>
          <p:cNvSpPr txBox="1"/>
          <p:nvPr/>
        </p:nvSpPr>
        <p:spPr>
          <a:xfrm>
            <a:off x="9447549" y="522"/>
            <a:ext cx="27432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fr-FR" sz="1200" b="1">
                <a:solidFill>
                  <a:srgbClr val="1E3A5F"/>
                </a:solidFill>
                <a:latin typeface="Segoe UI"/>
                <a:ea typeface="Calibri"/>
                <a:cs typeface="Segoe UI"/>
              </a:rPr>
              <a:t>———  PART 1 — The Journey</a:t>
            </a:r>
            <a:endParaRPr lang="fr-FR" sz="1200" b="1">
              <a:solidFill>
                <a:srgbClr val="1E3A5F"/>
              </a:solidFill>
              <a:latin typeface="Segoe UI"/>
              <a:cs typeface="Segoe UI"/>
            </a:endParaRPr>
          </a:p>
        </p:txBody>
      </p:sp>
      <p:cxnSp>
        <p:nvCxnSpPr>
          <p:cNvPr id="15" name="Connecteur droit avec flèche 14">
            <a:extLst>
              <a:ext uri="{FF2B5EF4-FFF2-40B4-BE49-F238E27FC236}">
                <a16:creationId xmlns:a16="http://schemas.microsoft.com/office/drawing/2014/main" id="{474A2634-38D1-AE45-2D81-6E523ADE5E4B}"/>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61916836"/>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150297" cy="707886"/>
          </a:xfrm>
          <a:prstGeom prst="rect">
            <a:avLst/>
          </a:prstGeom>
          <a:noFill/>
        </p:spPr>
        <p:txBody>
          <a:bodyPr wrap="none">
            <a:spAutoFit/>
          </a:bodyPr>
          <a:lstStyle/>
          <a:p>
            <a:pPr>
              <a:defRPr sz="4000" b="1">
                <a:solidFill>
                  <a:srgbClr val="003366"/>
                </a:solidFill>
              </a:defRPr>
            </a:pPr>
            <a:r>
              <a:rPr>
                <a:latin typeface="Segoe UI"/>
                <a:cs typeface="Segoe UI"/>
              </a:rPr>
              <a:t>The Strategic Pivot - What This Audit Became</a:t>
            </a:r>
          </a:p>
        </p:txBody>
      </p:sp>
      <p:sp>
        <p:nvSpPr>
          <p:cNvPr id="3" name="TextBox 2"/>
          <p:cNvSpPr txBox="1"/>
          <p:nvPr/>
        </p:nvSpPr>
        <p:spPr>
          <a:xfrm>
            <a:off x="731520" y="1097280"/>
            <a:ext cx="5029200" cy="1969770"/>
          </a:xfrm>
          <a:prstGeom prst="rect">
            <a:avLst/>
          </a:prstGeom>
          <a:noFill/>
        </p:spPr>
        <p:txBody>
          <a:bodyPr wrap="square" lIns="91440" tIns="45720" rIns="91440" bIns="45720" anchor="t">
            <a:spAutoFit/>
          </a:bodyPr>
          <a:lstStyle/>
          <a:p>
            <a:pPr>
              <a:spcAft>
                <a:spcPts val="1200"/>
              </a:spcAft>
              <a:defRPr sz="2000" b="1">
                <a:solidFill>
                  <a:srgbClr val="006633"/>
                </a:solidFill>
              </a:defRPr>
            </a:pPr>
            <a:r>
              <a:rPr lang="en-US">
                <a:solidFill>
                  <a:srgbClr val="29629B"/>
                </a:solidFill>
                <a:latin typeface="Segoe UI"/>
                <a:cs typeface="Segoe UI"/>
              </a:rPr>
              <a:t>What We Were Asked To Do</a:t>
            </a:r>
            <a:endParaRPr lang="en-US">
              <a:solidFill>
                <a:srgbClr val="29629B"/>
              </a:solidFill>
              <a:latin typeface="Segoe UI"/>
              <a:ea typeface="Calibri"/>
              <a:cs typeface="Segoe UI"/>
            </a:endParaRPr>
          </a:p>
          <a:p>
            <a:pPr>
              <a:spcAft>
                <a:spcPts val="800"/>
              </a:spcAft>
              <a:defRPr sz="1800"/>
            </a:pPr>
            <a:r>
              <a:rPr>
                <a:latin typeface="Segoe UI"/>
                <a:cs typeface="Segoe UI"/>
              </a:rPr>
              <a:t>✓ Validate Hyperscale proposal</a:t>
            </a:r>
            <a:endParaRPr>
              <a:latin typeface="Segoe UI"/>
              <a:ea typeface="Calibri"/>
              <a:cs typeface="Segoe UI"/>
            </a:endParaRPr>
          </a:p>
          <a:p>
            <a:pPr>
              <a:spcAft>
                <a:spcPts val="800"/>
              </a:spcAft>
              <a:defRPr sz="1800"/>
            </a:pPr>
            <a:r>
              <a:rPr>
                <a:latin typeface="Segoe UI"/>
                <a:cs typeface="Segoe UI"/>
              </a:rPr>
              <a:t>✓ Assess architecture quality</a:t>
            </a:r>
            <a:endParaRPr>
              <a:latin typeface="Segoe UI"/>
              <a:ea typeface="Calibri"/>
              <a:cs typeface="Segoe UI"/>
            </a:endParaRPr>
          </a:p>
          <a:p>
            <a:pPr>
              <a:spcAft>
                <a:spcPts val="800"/>
              </a:spcAft>
              <a:defRPr sz="1800"/>
            </a:pPr>
            <a:r>
              <a:rPr>
                <a:latin typeface="Segoe UI"/>
                <a:cs typeface="Segoe UI"/>
              </a:rPr>
              <a:t>✓ Identify technical debt</a:t>
            </a:r>
            <a:endParaRPr>
              <a:latin typeface="Segoe UI"/>
              <a:ea typeface="Calibri"/>
              <a:cs typeface="Segoe UI"/>
            </a:endParaRPr>
          </a:p>
          <a:p>
            <a:pPr>
              <a:spcAft>
                <a:spcPts val="800"/>
              </a:spcAft>
              <a:defRPr sz="1800"/>
            </a:pPr>
            <a:r>
              <a:rPr>
                <a:latin typeface="Segoe UI"/>
                <a:cs typeface="Segoe UI"/>
              </a:rPr>
              <a:t>✓ Migration roadmap</a:t>
            </a:r>
            <a:endParaRPr>
              <a:latin typeface="Segoe UI"/>
              <a:ea typeface="Calibri"/>
              <a:cs typeface="Segoe UI"/>
            </a:endParaRPr>
          </a:p>
        </p:txBody>
      </p:sp>
      <p:sp>
        <p:nvSpPr>
          <p:cNvPr id="4" name="TextBox 3"/>
          <p:cNvSpPr txBox="1"/>
          <p:nvPr/>
        </p:nvSpPr>
        <p:spPr>
          <a:xfrm>
            <a:off x="6400800" y="1097280"/>
            <a:ext cx="5029200" cy="2728952"/>
          </a:xfrm>
          <a:prstGeom prst="rect">
            <a:avLst/>
          </a:prstGeom>
          <a:noFill/>
        </p:spPr>
        <p:txBody>
          <a:bodyPr wrap="square" lIns="91440" tIns="45720" rIns="91440" bIns="45720" anchor="t">
            <a:spAutoFit/>
          </a:bodyPr>
          <a:lstStyle/>
          <a:p>
            <a:pPr>
              <a:spcAft>
                <a:spcPts val="1200"/>
              </a:spcAft>
              <a:defRPr sz="2000" b="1">
                <a:solidFill>
                  <a:srgbClr val="CC0000"/>
                </a:solidFill>
              </a:defRPr>
            </a:pPr>
            <a:r>
              <a:rPr lang="en-US">
                <a:solidFill>
                  <a:srgbClr val="29629B"/>
                </a:solidFill>
                <a:latin typeface="Segoe UI"/>
                <a:cs typeface="Segoe UI"/>
              </a:rPr>
              <a:t>What We Actually Discovered</a:t>
            </a:r>
            <a:endParaRPr lang="en-US">
              <a:solidFill>
                <a:srgbClr val="29629B"/>
              </a:solidFill>
              <a:latin typeface="Segoe UI"/>
              <a:ea typeface="Calibri"/>
              <a:cs typeface="Segoe UI"/>
            </a:endParaRPr>
          </a:p>
          <a:p>
            <a:pPr>
              <a:spcAft>
                <a:spcPts val="800"/>
              </a:spcAft>
              <a:defRPr sz="1800">
                <a:solidFill>
                  <a:srgbClr val="FF9900"/>
                </a:solidFill>
              </a:defRPr>
            </a:pPr>
            <a:r>
              <a:rPr>
                <a:latin typeface="Segoe UI"/>
                <a:cs typeface="Segoe UI"/>
              </a:rPr>
              <a:t>⚠️  Cost control gap (€600K/year)</a:t>
            </a:r>
            <a:endParaRPr>
              <a:latin typeface="Segoe UI"/>
              <a:ea typeface="Calibri"/>
              <a:cs typeface="Segoe UI"/>
            </a:endParaRPr>
          </a:p>
          <a:p>
            <a:pPr>
              <a:spcAft>
                <a:spcPts val="800"/>
              </a:spcAft>
              <a:defRPr sz="1800">
                <a:solidFill>
                  <a:srgbClr val="009900"/>
                </a:solidFill>
              </a:defRPr>
            </a:pPr>
            <a:r>
              <a:rPr>
                <a:latin typeface="Segoe UI"/>
                <a:cs typeface="Segoe UI"/>
              </a:rPr>
              <a:t>✓  Platform technically sound</a:t>
            </a:r>
            <a:endParaRPr>
              <a:latin typeface="Segoe UI"/>
              <a:ea typeface="Calibri"/>
              <a:cs typeface="Segoe UI"/>
            </a:endParaRPr>
          </a:p>
          <a:p>
            <a:pPr>
              <a:spcAft>
                <a:spcPts val="800"/>
              </a:spcAft>
              <a:defRPr sz="1800">
                <a:solidFill>
                  <a:srgbClr val="009900"/>
                </a:solidFill>
              </a:defRPr>
            </a:pPr>
            <a:r>
              <a:rPr>
                <a:latin typeface="Segoe UI"/>
                <a:cs typeface="Segoe UI"/>
              </a:rPr>
              <a:t>✓  Recently upgraded, well-maintained</a:t>
            </a:r>
            <a:endParaRPr>
              <a:latin typeface="Segoe UI"/>
              <a:ea typeface="Calibri"/>
              <a:cs typeface="Segoe UI"/>
            </a:endParaRPr>
          </a:p>
          <a:p>
            <a:pPr>
              <a:spcAft>
                <a:spcPts val="800"/>
              </a:spcAft>
              <a:defRPr sz="1800">
                <a:solidFill>
                  <a:srgbClr val="FF9900"/>
                </a:solidFill>
              </a:defRPr>
            </a:pPr>
            <a:r>
              <a:rPr>
                <a:latin typeface="Segoe UI"/>
                <a:cs typeface="Segoe UI"/>
              </a:rPr>
              <a:t>⚠️  Governance gaps are the real issue</a:t>
            </a:r>
            <a:endParaRPr>
              <a:latin typeface="Segoe UI"/>
              <a:ea typeface="Calibri"/>
              <a:cs typeface="Segoe UI"/>
            </a:endParaRPr>
          </a:p>
          <a:p>
            <a:pPr>
              <a:spcAft>
                <a:spcPts val="800"/>
              </a:spcAft>
              <a:defRPr sz="1800">
                <a:solidFill>
                  <a:srgbClr val="CC0000"/>
                </a:solidFill>
              </a:defRPr>
            </a:pPr>
            <a:r>
              <a:rPr>
                <a:latin typeface="Segoe UI"/>
                <a:cs typeface="Segoe UI"/>
              </a:rPr>
              <a:t>🔴 Vendor independence unknown</a:t>
            </a:r>
            <a:endParaRPr>
              <a:latin typeface="Segoe UI"/>
              <a:ea typeface="Calibri"/>
              <a:cs typeface="Segoe UI"/>
            </a:endParaRPr>
          </a:p>
          <a:p>
            <a:pPr>
              <a:spcAft>
                <a:spcPts val="800"/>
              </a:spcAft>
              <a:defRPr sz="1800">
                <a:solidFill>
                  <a:srgbClr val="CC0000"/>
                </a:solidFill>
              </a:defRPr>
            </a:pPr>
            <a:r>
              <a:rPr>
                <a:latin typeface="Segoe UI"/>
                <a:cs typeface="Segoe UI"/>
              </a:rPr>
              <a:t>🔴 Knowledge transfer HIGH RISK</a:t>
            </a:r>
            <a:endParaRPr>
              <a:latin typeface="Segoe UI"/>
              <a:ea typeface="Calibri"/>
              <a:cs typeface="Segoe UI"/>
            </a:endParaRPr>
          </a:p>
        </p:txBody>
      </p:sp>
      <p:sp>
        <p:nvSpPr>
          <p:cNvPr id="8" name="TextBox 6">
            <a:extLst>
              <a:ext uri="{FF2B5EF4-FFF2-40B4-BE49-F238E27FC236}">
                <a16:creationId xmlns:a16="http://schemas.microsoft.com/office/drawing/2014/main" id="{9027AC31-0ED0-9BDB-EA67-520E800710F3}"/>
              </a:ext>
            </a:extLst>
          </p:cNvPr>
          <p:cNvSpPr txBox="1"/>
          <p:nvPr/>
        </p:nvSpPr>
        <p:spPr>
          <a:xfrm>
            <a:off x="2625351" y="5163362"/>
            <a:ext cx="7546116" cy="479385"/>
          </a:xfrm>
          <a:prstGeom prst="rect">
            <a:avLst/>
          </a:prstGeom>
          <a:solidFill>
            <a:srgbClr val="F5F5F5"/>
          </a:solidFill>
        </p:spPr>
        <p:txBody>
          <a:bodyPr wrap="square"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2400" b="1" i="1">
                <a:solidFill>
                  <a:srgbClr val="002F6C"/>
                </a:solidFill>
              </a:defRPr>
            </a:pPr>
            <a:r>
              <a:rPr>
                <a:latin typeface="Segoe UI"/>
                <a:cs typeface="Segoe UI"/>
              </a:rPr>
              <a:t>"The platform is solid. Control is the problem."</a:t>
            </a:r>
          </a:p>
        </p:txBody>
      </p:sp>
      <p:sp>
        <p:nvSpPr>
          <p:cNvPr id="5" name="TextBox 4"/>
          <p:cNvSpPr txBox="1"/>
          <p:nvPr/>
        </p:nvSpPr>
        <p:spPr>
          <a:xfrm>
            <a:off x="2955235" y="4911065"/>
            <a:ext cx="1604441" cy="338554"/>
          </a:xfrm>
          <a:prstGeom prst="rect">
            <a:avLst/>
          </a:prstGeom>
          <a:noFill/>
        </p:spPr>
        <p:txBody>
          <a:bodyPr wrap="square" lIns="91440" tIns="45720" rIns="91440" bIns="45720" anchor="t">
            <a:spAutoFit/>
          </a:bodyPr>
          <a:lstStyle/>
          <a:p>
            <a:pPr>
              <a:defRPr sz="1600" b="1">
                <a:solidFill>
                  <a:srgbClr val="003366"/>
                </a:solidFill>
              </a:defRPr>
            </a:pPr>
            <a:r>
              <a:rPr>
                <a:latin typeface="Segoe UI"/>
                <a:cs typeface="Segoe UI"/>
              </a:rPr>
              <a:t>Key Insight</a:t>
            </a:r>
            <a:endParaRPr lang="fr-FR">
              <a:latin typeface="Segoe UI"/>
              <a:ea typeface="Calibri"/>
              <a:cs typeface="Segoe UI"/>
            </a:endParaRPr>
          </a:p>
        </p:txBody>
      </p:sp>
      <p:sp>
        <p:nvSpPr>
          <p:cNvPr id="11" name="Espace réservé du pied de page 2">
            <a:extLst>
              <a:ext uri="{FF2B5EF4-FFF2-40B4-BE49-F238E27FC236}">
                <a16:creationId xmlns:a16="http://schemas.microsoft.com/office/drawing/2014/main" id="{D8BBF8AE-C6FA-8BEB-9528-47560B6610DF}"/>
              </a:ext>
            </a:extLst>
          </p:cNvPr>
          <p:cNvSpPr>
            <a:spLocks noGrp="1"/>
          </p:cNvSpPr>
          <p:nvPr>
            <p:ph type="ftr" sz="quarter" idx="11"/>
          </p:nvPr>
        </p:nvSpPr>
        <p:spPr>
          <a:xfrm>
            <a:off x="-593" y="6444952"/>
            <a:ext cx="12193181" cy="412389"/>
          </a:xfrm>
          <a:solidFill>
            <a:srgbClr val="F8F9FB"/>
          </a:solidFill>
          <a:ln>
            <a:solidFill>
              <a:srgbClr val="E1E4E8"/>
            </a:solidFill>
          </a:ln>
        </p:spPr>
        <p:txBody>
          <a:bodyPr/>
          <a:lstStyle/>
          <a:p>
            <a:pPr algn="l"/>
            <a:r>
              <a:rPr lang="fr-FR" sz="1100">
                <a:solidFill>
                  <a:srgbClr val="6B7C93"/>
                </a:solidFill>
                <a:latin typeface="Segoe UI"/>
                <a:ea typeface="+mn-lt"/>
                <a:cs typeface="Segoe UI"/>
              </a:rPr>
              <a:t>  ISWC System Audit – </a:t>
            </a:r>
            <a:r>
              <a:rPr lang="fr-FR" sz="1100" err="1">
                <a:solidFill>
                  <a:srgbClr val="6B7C93"/>
                </a:solidFill>
                <a:latin typeface="Segoe UI"/>
                <a:ea typeface="+mn-lt"/>
                <a:cs typeface="Segoe UI"/>
              </a:rPr>
              <a:t>Findings</a:t>
            </a:r>
            <a:r>
              <a:rPr lang="fr-FR" sz="1100">
                <a:solidFill>
                  <a:srgbClr val="6B7C93"/>
                </a:solidFill>
                <a:latin typeface="Segoe UI"/>
                <a:ea typeface="+mn-lt"/>
                <a:cs typeface="Segoe UI"/>
              </a:rPr>
              <a:t> &amp; Strategic </a:t>
            </a:r>
            <a:r>
              <a:rPr lang="fr-FR" sz="1100" err="1">
                <a:solidFill>
                  <a:srgbClr val="6B7C93"/>
                </a:solidFill>
                <a:latin typeface="Segoe UI"/>
                <a:ea typeface="+mn-lt"/>
                <a:cs typeface="Segoe UI"/>
              </a:rPr>
              <a:t>Recommendations</a:t>
            </a:r>
            <a:r>
              <a:rPr lang="fr-FR" sz="1100">
                <a:solidFill>
                  <a:srgbClr val="6B7C93"/>
                </a:solidFill>
                <a:latin typeface="Segoe UI"/>
                <a:ea typeface="+mn-lt"/>
                <a:cs typeface="Segoe UI"/>
              </a:rPr>
              <a:t> • </a:t>
            </a:r>
            <a:r>
              <a:rPr lang="fr-FR" sz="1100" err="1">
                <a:solidFill>
                  <a:srgbClr val="6B7C93"/>
                </a:solidFill>
                <a:latin typeface="Segoe UI"/>
                <a:ea typeface="+mn-lt"/>
                <a:cs typeface="Segoe UI"/>
              </a:rPr>
              <a:t>November</a:t>
            </a:r>
            <a:r>
              <a:rPr lang="fr-FR" sz="1100">
                <a:solidFill>
                  <a:srgbClr val="6B7C93"/>
                </a:solidFill>
                <a:latin typeface="Segoe UI"/>
                <a:ea typeface="+mn-lt"/>
                <a:cs typeface="Segoe UI"/>
              </a:rPr>
              <a:t> 24, 2025</a:t>
            </a:r>
            <a:endParaRPr lang="fr-FR" sz="1100">
              <a:latin typeface="Segoe UI"/>
              <a:cs typeface="Segoe UI"/>
            </a:endParaRPr>
          </a:p>
        </p:txBody>
      </p:sp>
      <p:sp>
        <p:nvSpPr>
          <p:cNvPr id="13" name="Espace réservé du numéro de diapositive 6">
            <a:extLst>
              <a:ext uri="{FF2B5EF4-FFF2-40B4-BE49-F238E27FC236}">
                <a16:creationId xmlns:a16="http://schemas.microsoft.com/office/drawing/2014/main" id="{1390CF02-DC1F-0106-EA01-97A93E46B913}"/>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dirty="0" smtClean="0">
                <a:solidFill>
                  <a:srgbClr val="1E3A5F"/>
                </a:solidFill>
                <a:latin typeface="Segoe UI"/>
                <a:cs typeface="Segoe UI"/>
              </a:rPr>
              <a:pPr algn="ctr"/>
              <a:t>4</a:t>
            </a:fld>
            <a:endParaRPr lang="fr-FR">
              <a:solidFill>
                <a:srgbClr val="1E3A5F"/>
              </a:solidFill>
              <a:latin typeface="Segoe UI"/>
              <a:ea typeface="Calibri"/>
              <a:cs typeface="Segoe UI"/>
            </a:endParaRPr>
          </a:p>
        </p:txBody>
      </p:sp>
      <p:sp>
        <p:nvSpPr>
          <p:cNvPr id="15" name="ZoneTexte 14">
            <a:extLst>
              <a:ext uri="{FF2B5EF4-FFF2-40B4-BE49-F238E27FC236}">
                <a16:creationId xmlns:a16="http://schemas.microsoft.com/office/drawing/2014/main" id="{4EDA7CC8-8D53-D79D-5F99-B6CDF3668F3E}"/>
              </a:ext>
            </a:extLst>
          </p:cNvPr>
          <p:cNvSpPr txBox="1"/>
          <p:nvPr/>
        </p:nvSpPr>
        <p:spPr>
          <a:xfrm>
            <a:off x="9447549" y="522"/>
            <a:ext cx="27432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fr-FR" sz="1200" b="1">
                <a:solidFill>
                  <a:srgbClr val="1E3A5F"/>
                </a:solidFill>
                <a:latin typeface="Segoe UI"/>
                <a:ea typeface="Calibri"/>
                <a:cs typeface="Segoe UI"/>
              </a:rPr>
              <a:t>———  PART 1 — The Journey</a:t>
            </a:r>
            <a:endParaRPr lang="fr-FR" sz="1200" b="1">
              <a:solidFill>
                <a:srgbClr val="1E3A5F"/>
              </a:solidFill>
              <a:latin typeface="Segoe UI"/>
              <a:cs typeface="Segoe UI"/>
            </a:endParaRPr>
          </a:p>
        </p:txBody>
      </p:sp>
      <p:cxnSp>
        <p:nvCxnSpPr>
          <p:cNvPr id="17" name="Connecteur droit avec flèche 16">
            <a:extLst>
              <a:ext uri="{FF2B5EF4-FFF2-40B4-BE49-F238E27FC236}">
                <a16:creationId xmlns:a16="http://schemas.microsoft.com/office/drawing/2014/main" id="{7D3CF790-DDF4-C72E-018D-DE55CE90702B}"/>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sp>
        <p:nvSpPr>
          <p:cNvPr id="2" name="TextBox 1"/>
          <p:cNvSpPr txBox="1"/>
          <p:nvPr/>
        </p:nvSpPr>
        <p:spPr>
          <a:xfrm>
            <a:off x="287446" y="2849825"/>
            <a:ext cx="6573723" cy="1754326"/>
          </a:xfrm>
          <a:prstGeom prst="rect">
            <a:avLst/>
          </a:prstGeom>
          <a:noFill/>
        </p:spPr>
        <p:txBody>
          <a:bodyPr wrap="none" lIns="91440" tIns="45720" rIns="91440" bIns="45720" anchor="t">
            <a:spAutoFit/>
          </a:bodyPr>
          <a:lstStyle/>
          <a:p>
            <a:pPr>
              <a:defRPr sz="5400" b="1">
                <a:solidFill>
                  <a:srgbClr val="003366"/>
                </a:solidFill>
              </a:defRPr>
            </a:pPr>
            <a:r>
              <a:rPr lang="en-US">
                <a:solidFill>
                  <a:srgbClr val="FFFFFF"/>
                </a:solidFill>
                <a:latin typeface="Segoe UI"/>
                <a:cs typeface="Segoe UI"/>
              </a:rPr>
              <a:t>PART 2</a:t>
            </a:r>
            <a:endParaRPr lang="fr-FR">
              <a:latin typeface="Segoe UI"/>
              <a:cs typeface="Segoe UI"/>
            </a:endParaRPr>
          </a:p>
          <a:p>
            <a:pPr>
              <a:defRPr sz="5400" b="1">
                <a:solidFill>
                  <a:srgbClr val="003366"/>
                </a:solidFill>
              </a:defRPr>
            </a:pPr>
            <a:r>
              <a:rPr lang="en-US">
                <a:solidFill>
                  <a:srgbClr val="FFFFFF"/>
                </a:solidFill>
                <a:latin typeface="Segoe UI"/>
                <a:cs typeface="Segoe UI"/>
              </a:rPr>
              <a:t>Executive Summary</a:t>
            </a:r>
            <a:endParaRPr lang="en-US">
              <a:latin typeface="Segoe UI"/>
              <a:cs typeface="Segoe UI"/>
            </a:endParaRPr>
          </a:p>
        </p:txBody>
      </p:sp>
      <p:pic>
        <p:nvPicPr>
          <p:cNvPr id="7" name="Image 6" descr="Blanc_Teragone-Factory-logo.png">
            <a:extLst>
              <a:ext uri="{FF2B5EF4-FFF2-40B4-BE49-F238E27FC236}">
                <a16:creationId xmlns:a16="http://schemas.microsoft.com/office/drawing/2014/main" id="{48A66430-1B85-0ECB-3AC6-50D700E2566C}"/>
              </a:ext>
            </a:extLst>
          </p:cNvPr>
          <p:cNvPicPr>
            <a:picLocks noChangeAspect="1"/>
          </p:cNvPicPr>
          <p:nvPr/>
        </p:nvPicPr>
        <p:blipFill>
          <a:blip r:embed="rId3"/>
          <a:stretch>
            <a:fillRect/>
          </a:stretch>
        </p:blipFill>
        <p:spPr>
          <a:xfrm>
            <a:off x="9865451" y="215537"/>
            <a:ext cx="2076450" cy="647700"/>
          </a:xfrm>
          <a:prstGeom prst="rect">
            <a:avLst/>
          </a:prstGeom>
        </p:spPr>
      </p:pic>
      <p:pic>
        <p:nvPicPr>
          <p:cNvPr id="9" name="Graphique 8">
            <a:extLst>
              <a:ext uri="{FF2B5EF4-FFF2-40B4-BE49-F238E27FC236}">
                <a16:creationId xmlns:a16="http://schemas.microsoft.com/office/drawing/2014/main" id="{0061EC23-AE73-6A0B-C367-9A3E67EE17F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4787" y="214312"/>
            <a:ext cx="714375" cy="714375"/>
          </a:xfrm>
          <a:prstGeom prst="rect">
            <a:avLst/>
          </a:prstGeom>
        </p:spPr>
      </p:pic>
      <p:sp>
        <p:nvSpPr>
          <p:cNvPr id="4" name="Rectangle 3">
            <a:extLst>
              <a:ext uri="{FF2B5EF4-FFF2-40B4-BE49-F238E27FC236}">
                <a16:creationId xmlns:a16="http://schemas.microsoft.com/office/drawing/2014/main" id="{4F0D1AD8-86F2-C782-0134-5BD0721B975D}"/>
              </a:ext>
            </a:extLst>
          </p:cNvPr>
          <p:cNvSpPr/>
          <p:nvPr/>
        </p:nvSpPr>
        <p:spPr>
          <a:xfrm>
            <a:off x="4354" y="3566160"/>
            <a:ext cx="9136776" cy="45720"/>
          </a:xfrm>
          <a:prstGeom prst="rect">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latin typeface="Segoe UI"/>
              <a:cs typeface="Segoe UI"/>
            </a:endParaRPr>
          </a:p>
        </p:txBody>
      </p:sp>
    </p:spTree>
    <p:extLst>
      <p:ext uri="{BB962C8B-B14F-4D97-AF65-F5344CB8AC3E}">
        <p14:creationId xmlns:p14="http://schemas.microsoft.com/office/powerpoint/2010/main" val="1204473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a:extLst>
              <a:ext uri="{FF2B5EF4-FFF2-40B4-BE49-F238E27FC236}">
                <a16:creationId xmlns:a16="http://schemas.microsoft.com/office/drawing/2014/main" id="{B6E82E86-6D18-6EEA-35E2-E394BE8BC6B6}"/>
              </a:ext>
            </a:extLst>
          </p:cNvPr>
          <p:cNvGraphicFramePr>
            <a:graphicFrameLocks noGrp="1"/>
          </p:cNvGraphicFramePr>
          <p:nvPr>
            <p:extLst>
              <p:ext uri="{D42A27DB-BD31-4B8C-83A1-F6EECF244321}">
                <p14:modId xmlns:p14="http://schemas.microsoft.com/office/powerpoint/2010/main" val="3974839784"/>
              </p:ext>
            </p:extLst>
          </p:nvPr>
        </p:nvGraphicFramePr>
        <p:xfrm>
          <a:off x="632847" y="1420677"/>
          <a:ext cx="11261382" cy="3922182"/>
        </p:xfrm>
        <a:graphic>
          <a:graphicData uri="http://schemas.openxmlformats.org/drawingml/2006/table">
            <a:tbl>
              <a:tblPr firstRow="1" bandRow="1">
                <a:tableStyleId>{3B4B98B0-60AC-42C2-AFA5-B58CD77FA1E5}</a:tableStyleId>
              </a:tblPr>
              <a:tblGrid>
                <a:gridCol w="4963583">
                  <a:extLst>
                    <a:ext uri="{9D8B030D-6E8A-4147-A177-3AD203B41FA5}">
                      <a16:colId xmlns:a16="http://schemas.microsoft.com/office/drawing/2014/main" val="3211017855"/>
                    </a:ext>
                  </a:extLst>
                </a:gridCol>
                <a:gridCol w="6297799">
                  <a:extLst>
                    <a:ext uri="{9D8B030D-6E8A-4147-A177-3AD203B41FA5}">
                      <a16:colId xmlns:a16="http://schemas.microsoft.com/office/drawing/2014/main" val="3483119868"/>
                    </a:ext>
                  </a:extLst>
                </a:gridCol>
              </a:tblGrid>
              <a:tr h="0">
                <a:tc>
                  <a:txBody>
                    <a:bodyPr/>
                    <a:lstStyle/>
                    <a:p>
                      <a:pPr lvl="0" algn="ctr">
                        <a:buNone/>
                      </a:pPr>
                      <a:r>
                        <a:rPr lang="fr-FR" sz="2000" b="0" i="0" u="none" strike="noStrike" noProof="0">
                          <a:solidFill>
                            <a:srgbClr val="00B050"/>
                          </a:solidFill>
                          <a:effectLst/>
                          <a:latin typeface="Calibri"/>
                        </a:rPr>
                        <a:t>Positive </a:t>
                      </a:r>
                      <a:r>
                        <a:rPr lang="fr-FR" sz="2000" b="0" i="0" u="none" strike="noStrike" noProof="0" err="1">
                          <a:solidFill>
                            <a:srgbClr val="00B050"/>
                          </a:solidFill>
                          <a:effectLst/>
                          <a:latin typeface="Calibri"/>
                        </a:rPr>
                        <a:t>Findings</a:t>
                      </a:r>
                    </a:p>
                  </a:txBody>
                  <a:tcPr marL="123825" marR="123825" marT="57150" marB="57150" anchor="ctr"/>
                </a:tc>
                <a:tc>
                  <a:txBody>
                    <a:bodyPr/>
                    <a:lstStyle/>
                    <a:p>
                      <a:pPr lvl="0" algn="ctr">
                        <a:buNone/>
                      </a:pPr>
                      <a:r>
                        <a:rPr lang="en-US" sz="2000" b="0" i="0" u="none" strike="noStrike" kern="1200" noProof="0">
                          <a:solidFill>
                            <a:srgbClr val="FF0000"/>
                          </a:solidFill>
                          <a:effectLst/>
                          <a:latin typeface="Calibri"/>
                          <a:ea typeface="+mn-ea"/>
                          <a:cs typeface="+mn-cs"/>
                        </a:rPr>
                        <a:t>Negative Findings</a:t>
                      </a:r>
                    </a:p>
                  </a:txBody>
                  <a:tcPr marL="123825" marR="123825" marT="57150" marB="57150" anchor="ctr"/>
                </a:tc>
                <a:extLst>
                  <a:ext uri="{0D108BD9-81ED-4DB2-BD59-A6C34878D82A}">
                    <a16:rowId xmlns:a16="http://schemas.microsoft.com/office/drawing/2014/main" val="4028811137"/>
                  </a:ext>
                </a:extLst>
              </a:tr>
              <a:tr h="1280583">
                <a:tc>
                  <a:txBody>
                    <a:bodyPr/>
                    <a:lstStyle/>
                    <a:p>
                      <a:pPr lvl="0">
                        <a:buNone/>
                      </a:pPr>
                      <a:r>
                        <a:rPr lang="fr-FR" sz="1600" b="0" i="0" u="none" strike="noStrike" noProof="0">
                          <a:solidFill>
                            <a:srgbClr val="000000"/>
                          </a:solidFill>
                          <a:effectLst/>
                          <a:latin typeface="Calibri"/>
                        </a:rPr>
                        <a:t>✅  </a:t>
                      </a:r>
                      <a:r>
                        <a:rPr lang="fr-FR" sz="1800" kern="1200" noProof="0" err="1">
                          <a:solidFill>
                            <a:schemeClr val="tx1"/>
                          </a:solidFill>
                          <a:effectLst/>
                          <a:latin typeface="+mn-lt"/>
                          <a:ea typeface="+mn-ea"/>
                          <a:cs typeface="+mn-cs"/>
                        </a:rPr>
                        <a:t>Well</a:t>
                      </a:r>
                      <a:r>
                        <a:rPr lang="fr-FR" sz="1800" kern="1200" noProof="0">
                          <a:solidFill>
                            <a:schemeClr val="tx1"/>
                          </a:solidFill>
                          <a:effectLst/>
                          <a:latin typeface="+mn-lt"/>
                          <a:ea typeface="+mn-ea"/>
                          <a:cs typeface="+mn-cs"/>
                        </a:rPr>
                        <a:t> </a:t>
                      </a:r>
                      <a:r>
                        <a:rPr lang="fr-FR" sz="1800" kern="1200" noProof="0" err="1">
                          <a:solidFill>
                            <a:schemeClr val="tx1"/>
                          </a:solidFill>
                          <a:effectLst/>
                          <a:latin typeface="+mn-lt"/>
                          <a:ea typeface="+mn-ea"/>
                          <a:cs typeface="+mn-cs"/>
                        </a:rPr>
                        <a:t>designed</a:t>
                      </a:r>
                      <a:r>
                        <a:rPr lang="fr-FR" sz="1800" kern="1200" noProof="0">
                          <a:solidFill>
                            <a:schemeClr val="tx1"/>
                          </a:solidFill>
                          <a:effectLst/>
                          <a:latin typeface="+mn-lt"/>
                          <a:ea typeface="+mn-ea"/>
                          <a:cs typeface="+mn-cs"/>
                        </a:rPr>
                        <a:t> h</a:t>
                      </a:r>
                      <a:r>
                        <a:rPr lang="fr-FR" sz="1800" kern="1200">
                          <a:solidFill>
                            <a:schemeClr val="tx1"/>
                          </a:solidFill>
                          <a:effectLst/>
                          <a:latin typeface="+mn-lt"/>
                          <a:ea typeface="+mn-ea"/>
                          <a:cs typeface="+mn-cs"/>
                        </a:rPr>
                        <a:t>igh </a:t>
                      </a:r>
                      <a:r>
                        <a:rPr lang="fr-FR" sz="1800" kern="1200" err="1">
                          <a:solidFill>
                            <a:schemeClr val="tx1"/>
                          </a:solidFill>
                          <a:effectLst/>
                          <a:latin typeface="+mn-lt"/>
                          <a:ea typeface="+mn-ea"/>
                          <a:cs typeface="+mn-cs"/>
                        </a:rPr>
                        <a:t>level</a:t>
                      </a:r>
                      <a:r>
                        <a:rPr lang="fr-FR" sz="1800" kern="1200">
                          <a:solidFill>
                            <a:schemeClr val="tx1"/>
                          </a:solidFill>
                          <a:effectLst/>
                          <a:latin typeface="+mn-lt"/>
                          <a:ea typeface="+mn-ea"/>
                          <a:cs typeface="+mn-cs"/>
                        </a:rPr>
                        <a:t> DevOps Architecture</a:t>
                      </a:r>
                      <a:endParaRPr lang="fr-FR" sz="1800" kern="1200" err="1">
                        <a:solidFill>
                          <a:schemeClr val="tx1"/>
                        </a:solidFill>
                        <a:effectLst/>
                        <a:latin typeface="+mn-lt"/>
                        <a:ea typeface="+mn-ea"/>
                        <a:cs typeface="+mn-cs"/>
                      </a:endParaRPr>
                    </a:p>
                    <a:p>
                      <a:pPr lvl="0">
                        <a:buNone/>
                      </a:pPr>
                      <a:r>
                        <a:rPr lang="fr-FR" sz="1800" kern="1200" noProof="0">
                          <a:solidFill>
                            <a:schemeClr val="tx1"/>
                          </a:solidFill>
                          <a:effectLst/>
                          <a:latin typeface="+mn-lt"/>
                          <a:ea typeface="+mn-ea"/>
                          <a:cs typeface="+mn-cs"/>
                        </a:rPr>
                        <a:t>✅ </a:t>
                      </a:r>
                      <a:r>
                        <a:rPr lang="fr-FR" sz="1800" kern="1200" noProof="0" err="1">
                          <a:solidFill>
                            <a:schemeClr val="tx1"/>
                          </a:solidFill>
                          <a:effectLst/>
                          <a:latin typeface="+mn-lt"/>
                          <a:ea typeface="+mn-ea"/>
                          <a:cs typeface="+mn-cs"/>
                        </a:rPr>
                        <a:t>Fully</a:t>
                      </a:r>
                      <a:r>
                        <a:rPr lang="fr-FR" sz="1800" kern="1200" noProof="0">
                          <a:solidFill>
                            <a:schemeClr val="tx1"/>
                          </a:solidFill>
                          <a:effectLst/>
                          <a:latin typeface="+mn-lt"/>
                          <a:ea typeface="+mn-ea"/>
                          <a:cs typeface="+mn-cs"/>
                        </a:rPr>
                        <a:t> </a:t>
                      </a:r>
                      <a:r>
                        <a:rPr lang="fr-FR" sz="1800" kern="1200" noProof="0" err="1">
                          <a:solidFill>
                            <a:schemeClr val="tx1"/>
                          </a:solidFill>
                          <a:effectLst/>
                          <a:latin typeface="+mn-lt"/>
                          <a:ea typeface="+mn-ea"/>
                          <a:cs typeface="+mn-cs"/>
                        </a:rPr>
                        <a:t>automated</a:t>
                      </a:r>
                      <a:r>
                        <a:rPr lang="fr-FR" sz="1800" kern="1200" noProof="0">
                          <a:solidFill>
                            <a:schemeClr val="tx1"/>
                          </a:solidFill>
                          <a:effectLst/>
                          <a:latin typeface="+mn-lt"/>
                          <a:ea typeface="+mn-ea"/>
                          <a:cs typeface="+mn-cs"/>
                        </a:rPr>
                        <a:t> CI/CD pipeline</a:t>
                      </a:r>
                      <a:endParaRPr lang="fr-FR" sz="1800" kern="1200">
                        <a:solidFill>
                          <a:schemeClr val="tx1"/>
                        </a:solidFill>
                        <a:effectLst/>
                        <a:latin typeface="+mn-lt"/>
                        <a:ea typeface="+mn-ea"/>
                        <a:cs typeface="+mn-cs"/>
                      </a:endParaRPr>
                    </a:p>
                  </a:txBody>
                  <a:tcPr marL="123825" marR="123825" marT="57150" marB="57150" anchor="ctr"/>
                </a:tc>
                <a:tc>
                  <a:txBody>
                    <a:bodyPr/>
                    <a:lstStyle/>
                    <a:p>
                      <a:pPr lvl="0">
                        <a:lnSpc>
                          <a:spcPct val="100000"/>
                        </a:lnSpc>
                        <a:spcAft>
                          <a:spcPts val="300"/>
                        </a:spcAft>
                        <a:buNone/>
                      </a:pPr>
                      <a:r>
                        <a:rPr lang="en-US" sz="1800" kern="1200" noProof="0">
                          <a:solidFill>
                            <a:schemeClr val="tx1"/>
                          </a:solidFill>
                          <a:effectLst/>
                          <a:latin typeface="+mn-lt"/>
                          <a:ea typeface="+mn-ea"/>
                          <a:cs typeface="+mn-cs"/>
                        </a:rPr>
                        <a:t>❌Vendor-Locking Mechanisms</a:t>
                      </a:r>
                    </a:p>
                    <a:p>
                      <a:pPr lvl="0">
                        <a:lnSpc>
                          <a:spcPct val="100000"/>
                        </a:lnSpc>
                        <a:spcAft>
                          <a:spcPts val="300"/>
                        </a:spcAft>
                        <a:buNone/>
                      </a:pPr>
                      <a:r>
                        <a:rPr lang="en-US" sz="1800" kern="1200" noProof="0">
                          <a:solidFill>
                            <a:schemeClr val="tx1"/>
                          </a:solidFill>
                          <a:effectLst/>
                          <a:latin typeface="+mn-lt"/>
                          <a:ea typeface="+mn-ea"/>
                          <a:cs typeface="+mn-cs"/>
                        </a:rPr>
                        <a:t>❌Transparency issues</a:t>
                      </a:r>
                    </a:p>
                    <a:p>
                      <a:pPr lvl="0" algn="l">
                        <a:lnSpc>
                          <a:spcPct val="100000"/>
                        </a:lnSpc>
                        <a:spcBef>
                          <a:spcPts val="0"/>
                        </a:spcBef>
                        <a:spcAft>
                          <a:spcPts val="0"/>
                        </a:spcAft>
                        <a:buNone/>
                      </a:pPr>
                      <a:r>
                        <a:rPr lang="en-US" sz="1800" kern="1200" noProof="0">
                          <a:solidFill>
                            <a:schemeClr val="tx1"/>
                          </a:solidFill>
                          <a:effectLst/>
                          <a:latin typeface="+mn-lt"/>
                          <a:ea typeface="+mn-ea"/>
                          <a:cs typeface="+mn-cs"/>
                        </a:rPr>
                        <a:t>❌High costs</a:t>
                      </a:r>
                    </a:p>
                  </a:txBody>
                  <a:tcPr marL="123825" marR="123825" marT="57150" marB="57150" anchor="ctr"/>
                </a:tc>
                <a:extLst>
                  <a:ext uri="{0D108BD9-81ED-4DB2-BD59-A6C34878D82A}">
                    <a16:rowId xmlns:a16="http://schemas.microsoft.com/office/drawing/2014/main" val="106220926"/>
                  </a:ext>
                </a:extLst>
              </a:tr>
              <a:tr h="677333">
                <a:tc>
                  <a:txBody>
                    <a:bodyPr/>
                    <a:lstStyle/>
                    <a:p>
                      <a:pPr lvl="0">
                        <a:buNone/>
                      </a:pPr>
                      <a:r>
                        <a:rPr lang="fr-FR" sz="1600" b="0" i="0" u="none" strike="noStrike" noProof="0">
                          <a:solidFill>
                            <a:srgbClr val="000000"/>
                          </a:solidFill>
                          <a:effectLst/>
                          <a:latin typeface="Calibri"/>
                        </a:rPr>
                        <a:t>✅ </a:t>
                      </a:r>
                      <a:r>
                        <a:rPr lang="fr-FR" sz="1800" kern="1200" noProof="0">
                          <a:solidFill>
                            <a:schemeClr val="tx1"/>
                          </a:solidFill>
                          <a:effectLst/>
                          <a:latin typeface="+mn-lt"/>
                          <a:ea typeface="+mn-ea"/>
                          <a:cs typeface="+mn-cs"/>
                        </a:rPr>
                        <a:t>Code </a:t>
                      </a:r>
                      <a:r>
                        <a:rPr lang="fr-FR" sz="1800" kern="1200" noProof="0" err="1">
                          <a:solidFill>
                            <a:schemeClr val="tx1"/>
                          </a:solidFill>
                          <a:effectLst/>
                          <a:latin typeface="+mn-lt"/>
                          <a:ea typeface="+mn-ea"/>
                          <a:cs typeface="+mn-cs"/>
                        </a:rPr>
                        <a:t>Well-structured</a:t>
                      </a:r>
                      <a:r>
                        <a:rPr lang="fr-FR" sz="1800" kern="1200" noProof="0">
                          <a:solidFill>
                            <a:schemeClr val="tx1"/>
                          </a:solidFill>
                          <a:effectLst/>
                          <a:latin typeface="+mn-lt"/>
                          <a:ea typeface="+mn-ea"/>
                          <a:cs typeface="+mn-cs"/>
                        </a:rPr>
                        <a:t>, </a:t>
                      </a:r>
                      <a:r>
                        <a:rPr lang="fr-FR" sz="1800" kern="1200" noProof="0" err="1">
                          <a:solidFill>
                            <a:schemeClr val="tx1"/>
                          </a:solidFill>
                          <a:effectLst/>
                          <a:latin typeface="+mn-lt"/>
                          <a:ea typeface="+mn-ea"/>
                          <a:cs typeface="+mn-cs"/>
                        </a:rPr>
                        <a:t>easy</a:t>
                      </a:r>
                      <a:r>
                        <a:rPr lang="fr-FR" sz="1800" kern="1200" noProof="0">
                          <a:solidFill>
                            <a:schemeClr val="tx1"/>
                          </a:solidFill>
                          <a:effectLst/>
                          <a:latin typeface="+mn-lt"/>
                          <a:ea typeface="+mn-ea"/>
                          <a:cs typeface="+mn-cs"/>
                        </a:rPr>
                        <a:t> to </a:t>
                      </a:r>
                      <a:r>
                        <a:rPr lang="fr-FR" sz="1800" kern="1200" noProof="0" err="1">
                          <a:solidFill>
                            <a:schemeClr val="tx1"/>
                          </a:solidFill>
                          <a:effectLst/>
                          <a:latin typeface="+mn-lt"/>
                          <a:ea typeface="+mn-ea"/>
                          <a:cs typeface="+mn-cs"/>
                        </a:rPr>
                        <a:t>navigate</a:t>
                      </a:r>
                      <a:endParaRPr lang="fr-FR" sz="1800" kern="1200" err="1">
                        <a:solidFill>
                          <a:schemeClr val="tx1"/>
                        </a:solidFill>
                        <a:effectLst/>
                        <a:latin typeface="+mn-lt"/>
                        <a:ea typeface="+mn-ea"/>
                        <a:cs typeface="+mn-cs"/>
                      </a:endParaRPr>
                    </a:p>
                  </a:txBody>
                  <a:tcPr marL="123825" marR="123825" marT="57150" marB="57150" anchor="ctr"/>
                </a:tc>
                <a:tc>
                  <a:txBody>
                    <a:bodyPr/>
                    <a:lstStyle/>
                    <a:p>
                      <a:pPr>
                        <a:lnSpc>
                          <a:spcPct val="100000"/>
                        </a:lnSpc>
                        <a:spcAft>
                          <a:spcPts val="300"/>
                        </a:spcAft>
                        <a:buNone/>
                      </a:pPr>
                      <a:r>
                        <a:rPr lang="en-US" sz="1800" kern="1200" noProof="0">
                          <a:solidFill>
                            <a:schemeClr val="tx1"/>
                          </a:solidFill>
                          <a:effectLst/>
                          <a:latin typeface="+mn-lt"/>
                          <a:ea typeface="+mn-ea"/>
                          <a:cs typeface="+mn-cs"/>
                        </a:rPr>
                        <a:t>❌Various code smells (duplication, too many imbrications, ..)</a:t>
                      </a:r>
                      <a:endParaRPr lang="fr-FR" sz="1800" kern="1200">
                        <a:solidFill>
                          <a:schemeClr val="tx1"/>
                        </a:solidFill>
                        <a:effectLst/>
                        <a:latin typeface="+mn-lt"/>
                        <a:ea typeface="+mn-ea"/>
                        <a:cs typeface="+mn-cs"/>
                      </a:endParaRPr>
                    </a:p>
                  </a:txBody>
                  <a:tcPr marL="123825" marR="123825" marT="57150" marB="57150" anchor="ctr"/>
                </a:tc>
                <a:extLst>
                  <a:ext uri="{0D108BD9-81ED-4DB2-BD59-A6C34878D82A}">
                    <a16:rowId xmlns:a16="http://schemas.microsoft.com/office/drawing/2014/main" val="3516227747"/>
                  </a:ext>
                </a:extLst>
              </a:tr>
              <a:tr h="994833">
                <a:tc>
                  <a:txBody>
                    <a:bodyPr/>
                    <a:lstStyle/>
                    <a:p>
                      <a:pPr lvl="0">
                        <a:buNone/>
                      </a:pPr>
                      <a:r>
                        <a:rPr lang="fr-FR" sz="1600" b="0" i="0" u="none" strike="noStrike" noProof="0">
                          <a:solidFill>
                            <a:srgbClr val="000000"/>
                          </a:solidFill>
                          <a:effectLst/>
                          <a:latin typeface="Calibri"/>
                        </a:rPr>
                        <a:t>✅ </a:t>
                      </a:r>
                      <a:r>
                        <a:rPr lang="fr-FR" err="1">
                          <a:effectLst/>
                        </a:rPr>
                        <a:t>Recent</a:t>
                      </a:r>
                      <a:r>
                        <a:rPr lang="fr-FR">
                          <a:effectLst/>
                        </a:rPr>
                        <a:t> Code Upgrades</a:t>
                      </a:r>
                    </a:p>
                  </a:txBody>
                  <a:tcPr marL="123825" marR="123825" marT="57150" marB="57150" anchor="ctr"/>
                </a:tc>
                <a:tc>
                  <a:txBody>
                    <a:bodyPr/>
                    <a:lstStyle/>
                    <a:p>
                      <a:pPr lvl="0" algn="l">
                        <a:lnSpc>
                          <a:spcPct val="100000"/>
                        </a:lnSpc>
                        <a:spcBef>
                          <a:spcPts val="0"/>
                        </a:spcBef>
                        <a:spcAft>
                          <a:spcPts val="0"/>
                        </a:spcAft>
                        <a:buNone/>
                      </a:pPr>
                      <a:r>
                        <a:rPr lang="en-US" sz="1800" kern="1200" noProof="0">
                          <a:solidFill>
                            <a:schemeClr val="tx1"/>
                          </a:solidFill>
                          <a:effectLst/>
                          <a:latin typeface="+mn-lt"/>
                          <a:ea typeface="+mn-ea"/>
                          <a:cs typeface="+mn-cs"/>
                        </a:rPr>
                        <a:t>❌Net Core 10 release on November 13</a:t>
                      </a:r>
                      <a:endParaRPr lang="fr-FR" sz="1800" kern="1200" noProof="0">
                        <a:solidFill>
                          <a:schemeClr val="tx1"/>
                        </a:solidFill>
                        <a:effectLst/>
                        <a:latin typeface="+mn-lt"/>
                        <a:ea typeface="+mn-ea"/>
                        <a:cs typeface="+mn-cs"/>
                      </a:endParaRPr>
                    </a:p>
                    <a:p>
                      <a:pPr lvl="0" algn="l">
                        <a:lnSpc>
                          <a:spcPct val="100000"/>
                        </a:lnSpc>
                        <a:spcBef>
                          <a:spcPts val="0"/>
                        </a:spcBef>
                        <a:spcAft>
                          <a:spcPts val="0"/>
                        </a:spcAft>
                        <a:buNone/>
                      </a:pPr>
                      <a:r>
                        <a:rPr lang="en-US" sz="1800" kern="1200" noProof="0">
                          <a:solidFill>
                            <a:schemeClr val="tx1"/>
                          </a:solidFill>
                          <a:effectLst/>
                          <a:latin typeface="+mn-lt"/>
                          <a:ea typeface="+mn-ea"/>
                          <a:cs typeface="+mn-cs"/>
                        </a:rPr>
                        <a:t>❌Outdated Front packages, Databricks</a:t>
                      </a:r>
                      <a:endParaRPr lang="en-US" sz="1800" kern="1200">
                        <a:solidFill>
                          <a:schemeClr val="tx1"/>
                        </a:solidFill>
                        <a:effectLst/>
                        <a:latin typeface="+mn-lt"/>
                        <a:ea typeface="+mn-ea"/>
                        <a:cs typeface="+mn-cs"/>
                      </a:endParaRPr>
                    </a:p>
                  </a:txBody>
                  <a:tcPr marL="123825" marR="123825" marT="57150" marB="57150" anchor="ctr"/>
                </a:tc>
                <a:extLst>
                  <a:ext uri="{0D108BD9-81ED-4DB2-BD59-A6C34878D82A}">
                    <a16:rowId xmlns:a16="http://schemas.microsoft.com/office/drawing/2014/main" val="2935473415"/>
                  </a:ext>
                </a:extLst>
              </a:tr>
              <a:tr h="550333">
                <a:tc>
                  <a:txBody>
                    <a:bodyPr/>
                    <a:lstStyle/>
                    <a:p>
                      <a:pPr lvl="0">
                        <a:buNone/>
                      </a:pPr>
                      <a:r>
                        <a:rPr lang="fr-FR" sz="1600" b="0" i="0" u="none" strike="noStrike" noProof="0">
                          <a:solidFill>
                            <a:srgbClr val="000000"/>
                          </a:solidFill>
                          <a:effectLst/>
                          <a:latin typeface="Calibri"/>
                        </a:rPr>
                        <a:t> </a:t>
                      </a:r>
                    </a:p>
                  </a:txBody>
                  <a:tcPr marL="123825" marR="123825" marT="57150" marB="57150" anchor="ctr"/>
                </a:tc>
                <a:tc>
                  <a:txBody>
                    <a:bodyPr/>
                    <a:lstStyle/>
                    <a:p>
                      <a:pPr lvl="0">
                        <a:lnSpc>
                          <a:spcPct val="100000"/>
                        </a:lnSpc>
                        <a:spcAft>
                          <a:spcPts val="300"/>
                        </a:spcAft>
                        <a:buNone/>
                      </a:pPr>
                      <a:r>
                        <a:rPr lang="en-US" sz="1800" kern="1200" noProof="0">
                          <a:solidFill>
                            <a:schemeClr val="tx1"/>
                          </a:solidFill>
                          <a:effectLst/>
                          <a:latin typeface="+mn-lt"/>
                          <a:ea typeface="+mn-ea"/>
                          <a:cs typeface="+mn-cs"/>
                        </a:rPr>
                        <a:t>❌Difficult communications</a:t>
                      </a:r>
                      <a:endParaRPr lang="fr-FR" sz="1800" kern="1200">
                        <a:solidFill>
                          <a:schemeClr val="tx1"/>
                        </a:solidFill>
                        <a:effectLst/>
                        <a:latin typeface="+mn-lt"/>
                        <a:ea typeface="+mn-ea"/>
                        <a:cs typeface="+mn-cs"/>
                      </a:endParaRPr>
                    </a:p>
                  </a:txBody>
                  <a:tcPr marL="123825" marR="123825" marT="57150" marB="57150" anchor="ctr"/>
                </a:tc>
                <a:extLst>
                  <a:ext uri="{0D108BD9-81ED-4DB2-BD59-A6C34878D82A}">
                    <a16:rowId xmlns:a16="http://schemas.microsoft.com/office/drawing/2014/main" val="1950973447"/>
                  </a:ext>
                </a:extLst>
              </a:tr>
            </a:tbl>
          </a:graphicData>
        </a:graphic>
      </p:graphicFrame>
      <p:sp>
        <p:nvSpPr>
          <p:cNvPr id="2" name="TextBox 1">
            <a:extLst>
              <a:ext uri="{FF2B5EF4-FFF2-40B4-BE49-F238E27FC236}">
                <a16:creationId xmlns:a16="http://schemas.microsoft.com/office/drawing/2014/main" id="{0CF9A306-592D-51B7-9172-BA2DB3226253}"/>
              </a:ext>
            </a:extLst>
          </p:cNvPr>
          <p:cNvSpPr txBox="1"/>
          <p:nvPr/>
        </p:nvSpPr>
        <p:spPr>
          <a:xfrm>
            <a:off x="3053166" y="287235"/>
            <a:ext cx="6615081" cy="707886"/>
          </a:xfrm>
          <a:prstGeom prst="rect">
            <a:avLst/>
          </a:prstGeom>
          <a:noFill/>
        </p:spPr>
        <p:txBody>
          <a:bodyPr wrap="none" lIns="91440" tIns="45720" rIns="91440" b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4000" b="1">
                <a:solidFill>
                  <a:srgbClr val="003366"/>
                </a:solidFill>
              </a:defRPr>
            </a:pPr>
            <a:r>
              <a:rPr lang="en-US" sz="4000">
                <a:solidFill>
                  <a:srgbClr val="003366"/>
                </a:solidFill>
              </a:rPr>
              <a:t>Tech and Governance Findings</a:t>
            </a:r>
            <a:endParaRPr lang="en-US" sz="4000">
              <a:solidFill>
                <a:srgbClr val="003366"/>
              </a:solidFill>
              <a:ea typeface="Calibri"/>
              <a:cs typeface="Calibri"/>
            </a:endParaRPr>
          </a:p>
        </p:txBody>
      </p:sp>
      <p:sp>
        <p:nvSpPr>
          <p:cNvPr id="8" name="Espace réservé du pied de page 2">
            <a:extLst>
              <a:ext uri="{FF2B5EF4-FFF2-40B4-BE49-F238E27FC236}">
                <a16:creationId xmlns:a16="http://schemas.microsoft.com/office/drawing/2014/main" id="{A1FCA3FF-D04B-1A16-F1F5-EB724942C796}"/>
              </a:ext>
            </a:extLst>
          </p:cNvPr>
          <p:cNvSpPr>
            <a:spLocks noGrp="1"/>
          </p:cNvSpPr>
          <p:nvPr>
            <p:ph type="ftr" sz="quarter" idx="11"/>
          </p:nvPr>
        </p:nvSpPr>
        <p:spPr>
          <a:xfrm>
            <a:off x="-593" y="6444952"/>
            <a:ext cx="12193181" cy="412389"/>
          </a:xfrm>
          <a:solidFill>
            <a:srgbClr val="F8F9FB"/>
          </a:solidFill>
          <a:ln>
            <a:solidFill>
              <a:srgbClr val="E1E4E8"/>
            </a:solidFill>
          </a:ln>
        </p:spPr>
        <p:txBody>
          <a:bodyPr/>
          <a:lstStyle/>
          <a:p>
            <a:pPr algn="l"/>
            <a:r>
              <a:rPr lang="fr-FR" sz="1100">
                <a:solidFill>
                  <a:srgbClr val="6B7C93"/>
                </a:solidFill>
                <a:latin typeface="Segoe UI"/>
                <a:ea typeface="+mn-lt"/>
                <a:cs typeface="Segoe UI"/>
              </a:rPr>
              <a:t>  ISWC System Audit – </a:t>
            </a:r>
            <a:r>
              <a:rPr lang="fr-FR" sz="1100" err="1">
                <a:solidFill>
                  <a:srgbClr val="6B7C93"/>
                </a:solidFill>
                <a:latin typeface="Segoe UI"/>
                <a:ea typeface="+mn-lt"/>
                <a:cs typeface="Segoe UI"/>
              </a:rPr>
              <a:t>Findings</a:t>
            </a:r>
            <a:r>
              <a:rPr lang="fr-FR" sz="1100">
                <a:solidFill>
                  <a:srgbClr val="6B7C93"/>
                </a:solidFill>
                <a:latin typeface="Segoe UI"/>
                <a:ea typeface="+mn-lt"/>
                <a:cs typeface="Segoe UI"/>
              </a:rPr>
              <a:t> &amp; Strategic </a:t>
            </a:r>
            <a:r>
              <a:rPr lang="fr-FR" sz="1100" err="1">
                <a:solidFill>
                  <a:srgbClr val="6B7C93"/>
                </a:solidFill>
                <a:latin typeface="Segoe UI"/>
                <a:ea typeface="+mn-lt"/>
                <a:cs typeface="Segoe UI"/>
              </a:rPr>
              <a:t>Recommendations</a:t>
            </a:r>
            <a:r>
              <a:rPr lang="fr-FR" sz="1100">
                <a:solidFill>
                  <a:srgbClr val="6B7C93"/>
                </a:solidFill>
                <a:latin typeface="Segoe UI"/>
                <a:ea typeface="+mn-lt"/>
                <a:cs typeface="Segoe UI"/>
              </a:rPr>
              <a:t> • </a:t>
            </a:r>
            <a:r>
              <a:rPr lang="fr-FR" sz="1100" err="1">
                <a:solidFill>
                  <a:srgbClr val="6B7C93"/>
                </a:solidFill>
                <a:latin typeface="Segoe UI"/>
                <a:ea typeface="+mn-lt"/>
                <a:cs typeface="Segoe UI"/>
              </a:rPr>
              <a:t>November</a:t>
            </a:r>
            <a:r>
              <a:rPr lang="fr-FR" sz="1100">
                <a:solidFill>
                  <a:srgbClr val="6B7C93"/>
                </a:solidFill>
                <a:latin typeface="Segoe UI"/>
                <a:ea typeface="+mn-lt"/>
                <a:cs typeface="Segoe UI"/>
              </a:rPr>
              <a:t> 24, 2025</a:t>
            </a:r>
            <a:endParaRPr lang="fr-FR" sz="1100">
              <a:latin typeface="Segoe UI"/>
              <a:cs typeface="Segoe UI"/>
            </a:endParaRPr>
          </a:p>
        </p:txBody>
      </p:sp>
      <p:sp>
        <p:nvSpPr>
          <p:cNvPr id="10" name="Espace réservé du numéro de diapositive 6">
            <a:extLst>
              <a:ext uri="{FF2B5EF4-FFF2-40B4-BE49-F238E27FC236}">
                <a16:creationId xmlns:a16="http://schemas.microsoft.com/office/drawing/2014/main" id="{1EC30E82-66DE-CEBA-FC60-B4010D6113B4}"/>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dirty="0" smtClean="0">
                <a:solidFill>
                  <a:srgbClr val="1E3A5F"/>
                </a:solidFill>
                <a:latin typeface="Segoe UI"/>
                <a:cs typeface="Segoe UI"/>
              </a:rPr>
              <a:pPr algn="ctr"/>
              <a:t>6</a:t>
            </a:fld>
            <a:endParaRPr lang="fr-FR">
              <a:solidFill>
                <a:srgbClr val="1E3A5F"/>
              </a:solidFill>
              <a:latin typeface="Segoe UI"/>
              <a:ea typeface="Calibri"/>
              <a:cs typeface="Segoe UI"/>
            </a:endParaRPr>
          </a:p>
        </p:txBody>
      </p:sp>
      <p:sp>
        <p:nvSpPr>
          <p:cNvPr id="16" name="ZoneTexte 15">
            <a:extLst>
              <a:ext uri="{FF2B5EF4-FFF2-40B4-BE49-F238E27FC236}">
                <a16:creationId xmlns:a16="http://schemas.microsoft.com/office/drawing/2014/main" id="{2E95CA95-D716-86A1-E386-093C5540E847}"/>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fr-FR" sz="1200" b="1">
                <a:solidFill>
                  <a:srgbClr val="1E3A5F"/>
                </a:solidFill>
                <a:latin typeface="Segoe UI"/>
                <a:ea typeface="Calibri"/>
                <a:cs typeface="Segoe UI"/>
              </a:rPr>
              <a:t>———  PART 2 — </a:t>
            </a:r>
            <a:r>
              <a:rPr lang="fr-FR" sz="1200" b="1" err="1">
                <a:solidFill>
                  <a:srgbClr val="1E3A5F"/>
                </a:solidFill>
                <a:latin typeface="Segoe UI"/>
                <a:ea typeface="Calibri"/>
                <a:cs typeface="Segoe UI"/>
              </a:rPr>
              <a:t>Executive</a:t>
            </a:r>
            <a:r>
              <a:rPr lang="fr-FR" sz="1200" b="1">
                <a:solidFill>
                  <a:srgbClr val="1E3A5F"/>
                </a:solidFill>
                <a:latin typeface="Segoe UI"/>
                <a:ea typeface="Calibri"/>
                <a:cs typeface="Segoe UI"/>
              </a:rPr>
              <a:t> </a:t>
            </a:r>
            <a:r>
              <a:rPr lang="fr-FR" sz="1200" b="1" err="1">
                <a:solidFill>
                  <a:srgbClr val="1E3A5F"/>
                </a:solidFill>
                <a:latin typeface="Segoe UI"/>
                <a:ea typeface="Calibri"/>
                <a:cs typeface="Segoe UI"/>
              </a:rPr>
              <a:t>Summary</a:t>
            </a:r>
            <a:endParaRPr lang="fr-FR" sz="1200" b="1" err="1">
              <a:solidFill>
                <a:srgbClr val="1E3A5F"/>
              </a:solidFill>
              <a:latin typeface="Segoe UI"/>
              <a:cs typeface="Segoe UI"/>
            </a:endParaRPr>
          </a:p>
        </p:txBody>
      </p:sp>
      <p:cxnSp>
        <p:nvCxnSpPr>
          <p:cNvPr id="18" name="Connecteur droit avec flèche 17">
            <a:extLst>
              <a:ext uri="{FF2B5EF4-FFF2-40B4-BE49-F238E27FC236}">
                <a16:creationId xmlns:a16="http://schemas.microsoft.com/office/drawing/2014/main" id="{DE8B28B9-5FFE-192D-8A7D-8EBFDB9D65A9}"/>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53088663"/>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84427-DD6C-7288-179D-0A332AE37BAF}"/>
            </a:ext>
          </a:extLst>
        </p:cNvPr>
        <p:cNvGrpSpPr/>
        <p:nvPr/>
      </p:nvGrpSpPr>
      <p:grpSpPr>
        <a:xfrm>
          <a:off x="0" y="0"/>
          <a:ext cx="0" cy="0"/>
          <a:chOff x="0" y="0"/>
          <a:chExt cx="0" cy="0"/>
        </a:xfrm>
      </p:grpSpPr>
      <p:graphicFrame>
        <p:nvGraphicFramePr>
          <p:cNvPr id="3" name="Tableau 2">
            <a:extLst>
              <a:ext uri="{FF2B5EF4-FFF2-40B4-BE49-F238E27FC236}">
                <a16:creationId xmlns:a16="http://schemas.microsoft.com/office/drawing/2014/main" id="{A5B73D8D-BA74-5C8F-C46C-9322290B0002}"/>
              </a:ext>
            </a:extLst>
          </p:cNvPr>
          <p:cNvGraphicFramePr>
            <a:graphicFrameLocks noGrp="1"/>
          </p:cNvGraphicFramePr>
          <p:nvPr>
            <p:extLst>
              <p:ext uri="{D42A27DB-BD31-4B8C-83A1-F6EECF244321}">
                <p14:modId xmlns:p14="http://schemas.microsoft.com/office/powerpoint/2010/main" val="3214622587"/>
              </p:ext>
            </p:extLst>
          </p:nvPr>
        </p:nvGraphicFramePr>
        <p:xfrm>
          <a:off x="500417" y="1654791"/>
          <a:ext cx="11177323" cy="3771900"/>
        </p:xfrm>
        <a:graphic>
          <a:graphicData uri="http://schemas.openxmlformats.org/drawingml/2006/table">
            <a:tbl>
              <a:tblPr firstRow="1" bandRow="1">
                <a:tableStyleId>{3B4B98B0-60AC-42C2-AFA5-B58CD77FA1E5}</a:tableStyleId>
              </a:tblPr>
              <a:tblGrid>
                <a:gridCol w="2691358">
                  <a:extLst>
                    <a:ext uri="{9D8B030D-6E8A-4147-A177-3AD203B41FA5}">
                      <a16:colId xmlns:a16="http://schemas.microsoft.com/office/drawing/2014/main" val="3211017855"/>
                    </a:ext>
                  </a:extLst>
                </a:gridCol>
                <a:gridCol w="8485965">
                  <a:extLst>
                    <a:ext uri="{9D8B030D-6E8A-4147-A177-3AD203B41FA5}">
                      <a16:colId xmlns:a16="http://schemas.microsoft.com/office/drawing/2014/main" val="3483119868"/>
                    </a:ext>
                  </a:extLst>
                </a:gridCol>
              </a:tblGrid>
              <a:tr h="0">
                <a:tc>
                  <a:txBody>
                    <a:bodyPr/>
                    <a:lstStyle/>
                    <a:p>
                      <a:pPr algn="l">
                        <a:buNone/>
                      </a:pPr>
                      <a:r>
                        <a:rPr lang="en-US" noProof="0">
                          <a:effectLst/>
                          <a:latin typeface="Segoe UI"/>
                        </a:rPr>
                        <a:t>Category</a:t>
                      </a:r>
                    </a:p>
                  </a:txBody>
                  <a:tcPr marL="123825" marR="123825" marT="57150" marB="57150" anchor="ctr"/>
                </a:tc>
                <a:tc>
                  <a:txBody>
                    <a:bodyPr/>
                    <a:lstStyle/>
                    <a:p>
                      <a:pPr algn="l">
                        <a:buNone/>
                      </a:pPr>
                      <a:r>
                        <a:rPr lang="en-US" noProof="0">
                          <a:effectLst/>
                          <a:latin typeface="Segoe UI"/>
                        </a:rPr>
                        <a:t>Assessment</a:t>
                      </a:r>
                    </a:p>
                  </a:txBody>
                  <a:tcPr marL="123825" marR="123825" marT="57150" marB="57150" anchor="ctr"/>
                </a:tc>
                <a:extLst>
                  <a:ext uri="{0D108BD9-81ED-4DB2-BD59-A6C34878D82A}">
                    <a16:rowId xmlns:a16="http://schemas.microsoft.com/office/drawing/2014/main" val="4028811137"/>
                  </a:ext>
                </a:extLst>
              </a:tr>
              <a:tr h="0">
                <a:tc>
                  <a:txBody>
                    <a:bodyPr/>
                    <a:lstStyle/>
                    <a:p>
                      <a:pPr>
                        <a:buNone/>
                      </a:pPr>
                      <a:r>
                        <a:rPr lang="en-US" noProof="0">
                          <a:effectLst/>
                          <a:latin typeface="Segoe UI"/>
                        </a:rPr>
                        <a:t>Architecture</a:t>
                      </a:r>
                    </a:p>
                  </a:txBody>
                  <a:tcPr marL="123825" marR="123825" marT="57150" marB="57150" anchor="ctr"/>
                </a:tc>
                <a:tc>
                  <a:txBody>
                    <a:bodyPr/>
                    <a:lstStyle/>
                    <a:p>
                      <a:pPr>
                        <a:lnSpc>
                          <a:spcPct val="100000"/>
                        </a:lnSpc>
                        <a:spcAft>
                          <a:spcPts val="300"/>
                        </a:spcAft>
                        <a:buNone/>
                      </a:pPr>
                      <a:r>
                        <a:rPr lang="en-US" sz="1600" noProof="0">
                          <a:effectLst/>
                          <a:latin typeface="Segoe UI"/>
                        </a:rPr>
                        <a:t>✅ Well-designed architecture (12 containers, clean separation)</a:t>
                      </a:r>
                      <a:br>
                        <a:rPr lang="en-US" sz="1600" noProof="0">
                          <a:effectLst/>
                          <a:latin typeface="Segoe UI"/>
                        </a:rPr>
                      </a:br>
                      <a:r>
                        <a:rPr lang="en-US" sz="1600" noProof="0">
                          <a:effectLst/>
                          <a:latin typeface="Segoe UI"/>
                        </a:rPr>
                        <a:t>✅ Matching Engine physically separated (REST API integration)</a:t>
                      </a:r>
                      <a:br>
                        <a:rPr lang="en-US" sz="1600" noProof="0">
                          <a:effectLst/>
                          <a:latin typeface="Segoe UI"/>
                        </a:rPr>
                      </a:br>
                      <a:r>
                        <a:rPr lang="en-US" sz="1600" noProof="0">
                          <a:effectLst/>
                          <a:latin typeface="Segoe UI"/>
                        </a:rPr>
                        <a:t>✅ Azure-native services with industry-standard patterns (Autoscaling, Monitoring alerts)</a:t>
                      </a:r>
                    </a:p>
                  </a:txBody>
                  <a:tcPr marL="123825" marR="123825" marT="57150" marB="57150" anchor="ctr"/>
                </a:tc>
                <a:extLst>
                  <a:ext uri="{0D108BD9-81ED-4DB2-BD59-A6C34878D82A}">
                    <a16:rowId xmlns:a16="http://schemas.microsoft.com/office/drawing/2014/main" val="106220926"/>
                  </a:ext>
                </a:extLst>
              </a:tr>
              <a:tr h="0">
                <a:tc>
                  <a:txBody>
                    <a:bodyPr/>
                    <a:lstStyle/>
                    <a:p>
                      <a:pPr>
                        <a:buNone/>
                      </a:pPr>
                      <a:r>
                        <a:rPr lang="en-US" noProof="0">
                          <a:effectLst/>
                          <a:latin typeface="Segoe UI"/>
                        </a:rPr>
                        <a:t>Code Quality</a:t>
                      </a:r>
                    </a:p>
                  </a:txBody>
                  <a:tcPr marL="123825" marR="123825" marT="57150" marB="57150" anchor="ctr"/>
                </a:tc>
                <a:tc>
                  <a:txBody>
                    <a:bodyPr/>
                    <a:lstStyle/>
                    <a:p>
                      <a:pPr>
                        <a:lnSpc>
                          <a:spcPct val="100000"/>
                        </a:lnSpc>
                        <a:spcAft>
                          <a:spcPts val="300"/>
                        </a:spcAft>
                        <a:buNone/>
                      </a:pPr>
                      <a:r>
                        <a:rPr lang="en-US" sz="1600" noProof="0">
                          <a:effectLst/>
                          <a:latin typeface="Segoe UI"/>
                        </a:rPr>
                        <a:t>✅ Well-structured, easy to navigate</a:t>
                      </a:r>
                      <a:br>
                        <a:rPr lang="en-US" sz="1600" noProof="0">
                          <a:effectLst/>
                          <a:latin typeface="Segoe UI"/>
                        </a:rPr>
                      </a:br>
                      <a:r>
                        <a:rPr lang="en-US" sz="1600" noProof="0">
                          <a:effectLst/>
                          <a:latin typeface="Segoe UI"/>
                        </a:rPr>
                        <a:t>✅ Dependency injection, interface abstractions</a:t>
                      </a:r>
                      <a:br>
                        <a:rPr lang="en-US" sz="1600" noProof="0">
                          <a:effectLst/>
                          <a:latin typeface="Segoe UI"/>
                        </a:rPr>
                      </a:br>
                      <a:r>
                        <a:rPr lang="en-US" sz="1600" noProof="0">
                          <a:effectLst/>
                          <a:latin typeface="Segoe UI"/>
                        </a:rPr>
                        <a:t>✅ Clean separation of concerns (Controllers, Services, Repositories)</a:t>
                      </a:r>
                    </a:p>
                  </a:txBody>
                  <a:tcPr marL="123825" marR="123825" marT="57150" marB="57150" anchor="ctr"/>
                </a:tc>
                <a:extLst>
                  <a:ext uri="{0D108BD9-81ED-4DB2-BD59-A6C34878D82A}">
                    <a16:rowId xmlns:a16="http://schemas.microsoft.com/office/drawing/2014/main" val="3516227747"/>
                  </a:ext>
                </a:extLst>
              </a:tr>
              <a:tr h="0">
                <a:tc>
                  <a:txBody>
                    <a:bodyPr/>
                    <a:lstStyle/>
                    <a:p>
                      <a:pPr>
                        <a:buNone/>
                      </a:pPr>
                      <a:r>
                        <a:rPr lang="en-US" noProof="0">
                          <a:effectLst/>
                          <a:latin typeface="Segoe UI"/>
                        </a:rPr>
                        <a:t>Recent Upgrades</a:t>
                      </a:r>
                    </a:p>
                  </a:txBody>
                  <a:tcPr marL="123825" marR="123825" marT="57150" marB="57150" anchor="ctr"/>
                </a:tc>
                <a:tc>
                  <a:txBody>
                    <a:bodyPr/>
                    <a:lstStyle/>
                    <a:p>
                      <a:pPr>
                        <a:lnSpc>
                          <a:spcPct val="100000"/>
                        </a:lnSpc>
                        <a:spcAft>
                          <a:spcPts val="300"/>
                        </a:spcAft>
                        <a:buNone/>
                      </a:pPr>
                      <a:r>
                        <a:rPr lang="en-US" sz="1600" noProof="0">
                          <a:effectLst/>
                          <a:latin typeface="Segoe UI"/>
                        </a:rPr>
                        <a:t>✅ .NET 3.1 → .NET 8.0 (upgraded Nov 4, 2025)</a:t>
                      </a:r>
                      <a:br>
                        <a:rPr lang="en-US" sz="1600" noProof="0">
                          <a:effectLst/>
                          <a:latin typeface="Segoe UI"/>
                        </a:rPr>
                      </a:br>
                      <a:r>
                        <a:rPr lang="en-US" sz="1600" noProof="0">
                          <a:effectLst/>
                          <a:latin typeface="Segoe UI"/>
                        </a:rPr>
                        <a:t>✅ Entity Framework 3.1 → 8.0</a:t>
                      </a:r>
                      <a:endParaRPr lang="en-US" noProof="0">
                        <a:latin typeface="Segoe UI"/>
                      </a:endParaRPr>
                    </a:p>
                  </a:txBody>
                  <a:tcPr marL="123825" marR="123825" marT="57150" marB="57150" anchor="b"/>
                </a:tc>
                <a:extLst>
                  <a:ext uri="{0D108BD9-81ED-4DB2-BD59-A6C34878D82A}">
                    <a16:rowId xmlns:a16="http://schemas.microsoft.com/office/drawing/2014/main" val="2935473415"/>
                  </a:ext>
                </a:extLst>
              </a:tr>
              <a:tr h="0">
                <a:tc>
                  <a:txBody>
                    <a:bodyPr/>
                    <a:lstStyle/>
                    <a:p>
                      <a:pPr>
                        <a:buNone/>
                      </a:pPr>
                      <a:r>
                        <a:rPr lang="en-US" noProof="0">
                          <a:effectLst/>
                          <a:latin typeface="Segoe UI"/>
                        </a:rPr>
                        <a:t>DevOps Maturity</a:t>
                      </a:r>
                    </a:p>
                  </a:txBody>
                  <a:tcPr marL="123825" marR="123825" marT="57150" marB="57150" anchor="ctr"/>
                </a:tc>
                <a:tc>
                  <a:txBody>
                    <a:bodyPr/>
                    <a:lstStyle/>
                    <a:p>
                      <a:pPr>
                        <a:lnSpc>
                          <a:spcPct val="100000"/>
                        </a:lnSpc>
                        <a:spcAft>
                          <a:spcPts val="300"/>
                        </a:spcAft>
                        <a:buNone/>
                      </a:pPr>
                      <a:r>
                        <a:rPr lang="en-US" sz="1600" noProof="0">
                          <a:effectLst/>
                          <a:latin typeface="Segoe UI"/>
                        </a:rPr>
                        <a:t>✅ Fully automated CI/CD pipeline (20-30 min build + test + deploy)</a:t>
                      </a:r>
                      <a:br>
                        <a:rPr lang="en-US" sz="1600" noProof="0">
                          <a:effectLst/>
                          <a:latin typeface="Segoe UI"/>
                        </a:rPr>
                      </a:br>
                      <a:r>
                        <a:rPr lang="en-US" sz="1600" noProof="0">
                          <a:effectLst/>
                          <a:latin typeface="Segoe UI"/>
                        </a:rPr>
                        <a:t>✅ 700+ automated tests</a:t>
                      </a:r>
                      <a:br>
                        <a:rPr lang="en-US" sz="1600" noProof="0">
                          <a:effectLst/>
                          <a:latin typeface="Segoe UI"/>
                        </a:rPr>
                      </a:br>
                      <a:r>
                        <a:rPr lang="en-US" sz="1600" noProof="0">
                          <a:effectLst/>
                          <a:latin typeface="Segoe UI"/>
                        </a:rPr>
                        <a:t>✅ Multi-stage deployment (Dev → UAT → Production)</a:t>
                      </a:r>
                      <a:br>
                        <a:rPr lang="en-US" sz="1600" noProof="0">
                          <a:effectLst/>
                          <a:latin typeface="Segoe UI"/>
                        </a:rPr>
                      </a:br>
                      <a:r>
                        <a:rPr lang="en-US" sz="1600" noProof="0">
                          <a:effectLst/>
                          <a:latin typeface="Segoe UI"/>
                        </a:rPr>
                        <a:t>✅ Auto-scaling functioning correctly</a:t>
                      </a:r>
                    </a:p>
                  </a:txBody>
                  <a:tcPr marL="123825" marR="123825" marT="57150" marB="57150" anchor="ctr"/>
                </a:tc>
                <a:extLst>
                  <a:ext uri="{0D108BD9-81ED-4DB2-BD59-A6C34878D82A}">
                    <a16:rowId xmlns:a16="http://schemas.microsoft.com/office/drawing/2014/main" val="1950973447"/>
                  </a:ext>
                </a:extLst>
              </a:tr>
            </a:tbl>
          </a:graphicData>
        </a:graphic>
      </p:graphicFrame>
      <p:sp>
        <p:nvSpPr>
          <p:cNvPr id="2" name="TextBox 1">
            <a:extLst>
              <a:ext uri="{FF2B5EF4-FFF2-40B4-BE49-F238E27FC236}">
                <a16:creationId xmlns:a16="http://schemas.microsoft.com/office/drawing/2014/main" id="{D12A840D-1B95-4535-277D-CA129A1F1799}"/>
              </a:ext>
            </a:extLst>
          </p:cNvPr>
          <p:cNvSpPr txBox="1"/>
          <p:nvPr/>
        </p:nvSpPr>
        <p:spPr>
          <a:xfrm>
            <a:off x="457200" y="274320"/>
            <a:ext cx="9674572" cy="707886"/>
          </a:xfrm>
          <a:prstGeom prst="rect">
            <a:avLst/>
          </a:prstGeom>
          <a:noFill/>
        </p:spPr>
        <p:txBody>
          <a:bodyPr wrap="none" lIns="91440" tIns="45720" rIns="91440" b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4000" b="1">
                <a:solidFill>
                  <a:srgbClr val="003366"/>
                </a:solidFill>
              </a:defRPr>
            </a:pPr>
            <a:r>
              <a:rPr lang="en-US" sz="4000">
                <a:solidFill>
                  <a:srgbClr val="003366"/>
                </a:solidFill>
              </a:rPr>
              <a:t>The Good News - Platform Technically Sound</a:t>
            </a:r>
            <a:endParaRPr lang="en-US" sz="4000">
              <a:solidFill>
                <a:srgbClr val="003366"/>
              </a:solidFill>
              <a:ea typeface="Calibri"/>
              <a:cs typeface="Calibri"/>
            </a:endParaRPr>
          </a:p>
        </p:txBody>
      </p:sp>
      <p:sp>
        <p:nvSpPr>
          <p:cNvPr id="8" name="Espace réservé du pied de page 2">
            <a:extLst>
              <a:ext uri="{FF2B5EF4-FFF2-40B4-BE49-F238E27FC236}">
                <a16:creationId xmlns:a16="http://schemas.microsoft.com/office/drawing/2014/main" id="{0A0AA45E-E83E-1460-8C5C-42BA7E985A46}"/>
              </a:ext>
            </a:extLst>
          </p:cNvPr>
          <p:cNvSpPr>
            <a:spLocks noGrp="1"/>
          </p:cNvSpPr>
          <p:nvPr>
            <p:ph type="ftr" sz="quarter" idx="11"/>
          </p:nvPr>
        </p:nvSpPr>
        <p:spPr>
          <a:xfrm>
            <a:off x="-593" y="6444952"/>
            <a:ext cx="12193181" cy="412389"/>
          </a:xfrm>
          <a:solidFill>
            <a:srgbClr val="F8F9FB"/>
          </a:solidFill>
          <a:ln>
            <a:solidFill>
              <a:srgbClr val="E1E4E8"/>
            </a:solidFill>
          </a:ln>
        </p:spPr>
        <p:txBody>
          <a:bodyPr/>
          <a:lstStyle/>
          <a:p>
            <a:pPr algn="l"/>
            <a:r>
              <a:rPr lang="fr-FR" sz="1100">
                <a:solidFill>
                  <a:srgbClr val="6B7C93"/>
                </a:solidFill>
                <a:latin typeface="Segoe UI"/>
                <a:ea typeface="+mn-lt"/>
                <a:cs typeface="Segoe UI"/>
              </a:rPr>
              <a:t>  ISWC System Audit – </a:t>
            </a:r>
            <a:r>
              <a:rPr lang="fr-FR" sz="1100" err="1">
                <a:solidFill>
                  <a:srgbClr val="6B7C93"/>
                </a:solidFill>
                <a:latin typeface="Segoe UI"/>
                <a:ea typeface="+mn-lt"/>
                <a:cs typeface="Segoe UI"/>
              </a:rPr>
              <a:t>Findings</a:t>
            </a:r>
            <a:r>
              <a:rPr lang="fr-FR" sz="1100">
                <a:solidFill>
                  <a:srgbClr val="6B7C93"/>
                </a:solidFill>
                <a:latin typeface="Segoe UI"/>
                <a:ea typeface="+mn-lt"/>
                <a:cs typeface="Segoe UI"/>
              </a:rPr>
              <a:t> &amp; Strategic </a:t>
            </a:r>
            <a:r>
              <a:rPr lang="fr-FR" sz="1100" err="1">
                <a:solidFill>
                  <a:srgbClr val="6B7C93"/>
                </a:solidFill>
                <a:latin typeface="Segoe UI"/>
                <a:ea typeface="+mn-lt"/>
                <a:cs typeface="Segoe UI"/>
              </a:rPr>
              <a:t>Recommendations</a:t>
            </a:r>
            <a:r>
              <a:rPr lang="fr-FR" sz="1100">
                <a:solidFill>
                  <a:srgbClr val="6B7C93"/>
                </a:solidFill>
                <a:latin typeface="Segoe UI"/>
                <a:ea typeface="+mn-lt"/>
                <a:cs typeface="Segoe UI"/>
              </a:rPr>
              <a:t> • </a:t>
            </a:r>
            <a:r>
              <a:rPr lang="fr-FR" sz="1100" err="1">
                <a:solidFill>
                  <a:srgbClr val="6B7C93"/>
                </a:solidFill>
                <a:latin typeface="Segoe UI"/>
                <a:ea typeface="+mn-lt"/>
                <a:cs typeface="Segoe UI"/>
              </a:rPr>
              <a:t>November</a:t>
            </a:r>
            <a:r>
              <a:rPr lang="fr-FR" sz="1100">
                <a:solidFill>
                  <a:srgbClr val="6B7C93"/>
                </a:solidFill>
                <a:latin typeface="Segoe UI"/>
                <a:ea typeface="+mn-lt"/>
                <a:cs typeface="Segoe UI"/>
              </a:rPr>
              <a:t> 24, 2025</a:t>
            </a:r>
            <a:endParaRPr lang="fr-FR" sz="1100">
              <a:latin typeface="Segoe UI"/>
              <a:cs typeface="Segoe UI"/>
            </a:endParaRPr>
          </a:p>
        </p:txBody>
      </p:sp>
      <p:sp>
        <p:nvSpPr>
          <p:cNvPr id="10" name="Espace réservé du numéro de diapositive 6">
            <a:extLst>
              <a:ext uri="{FF2B5EF4-FFF2-40B4-BE49-F238E27FC236}">
                <a16:creationId xmlns:a16="http://schemas.microsoft.com/office/drawing/2014/main" id="{8B8ABCED-D75B-E07C-2D89-BC5803E16E9D}"/>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dirty="0" smtClean="0">
                <a:solidFill>
                  <a:srgbClr val="1E3A5F"/>
                </a:solidFill>
                <a:latin typeface="Segoe UI"/>
                <a:cs typeface="Segoe UI"/>
              </a:rPr>
              <a:pPr algn="ctr"/>
              <a:t>7</a:t>
            </a:fld>
            <a:endParaRPr lang="fr-FR">
              <a:solidFill>
                <a:srgbClr val="1E3A5F"/>
              </a:solidFill>
              <a:latin typeface="Segoe UI"/>
              <a:ea typeface="Calibri"/>
              <a:cs typeface="Segoe UI"/>
            </a:endParaRPr>
          </a:p>
        </p:txBody>
      </p:sp>
      <p:sp>
        <p:nvSpPr>
          <p:cNvPr id="12" name="ZoneTexte 11">
            <a:extLst>
              <a:ext uri="{FF2B5EF4-FFF2-40B4-BE49-F238E27FC236}">
                <a16:creationId xmlns:a16="http://schemas.microsoft.com/office/drawing/2014/main" id="{99D983A5-AD5E-4A6D-19A0-14A1D9094C8A}"/>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fr-FR" sz="1200" b="1">
                <a:solidFill>
                  <a:srgbClr val="1E3A5F"/>
                </a:solidFill>
                <a:latin typeface="Segoe UI"/>
                <a:ea typeface="Calibri"/>
                <a:cs typeface="Segoe UI"/>
              </a:rPr>
              <a:t>———  PART 2 — </a:t>
            </a:r>
            <a:r>
              <a:rPr lang="fr-FR" sz="1200" b="1" err="1">
                <a:solidFill>
                  <a:srgbClr val="1E3A5F"/>
                </a:solidFill>
                <a:latin typeface="Segoe UI"/>
                <a:ea typeface="Calibri"/>
                <a:cs typeface="Segoe UI"/>
              </a:rPr>
              <a:t>Executive</a:t>
            </a:r>
            <a:r>
              <a:rPr lang="fr-FR" sz="1200" b="1">
                <a:solidFill>
                  <a:srgbClr val="1E3A5F"/>
                </a:solidFill>
                <a:latin typeface="Segoe UI"/>
                <a:ea typeface="Calibri"/>
                <a:cs typeface="Segoe UI"/>
              </a:rPr>
              <a:t> </a:t>
            </a:r>
            <a:r>
              <a:rPr lang="fr-FR" sz="1200" b="1" err="1">
                <a:solidFill>
                  <a:srgbClr val="1E3A5F"/>
                </a:solidFill>
                <a:latin typeface="Segoe UI"/>
                <a:ea typeface="Calibri"/>
                <a:cs typeface="Segoe UI"/>
              </a:rPr>
              <a:t>Summary</a:t>
            </a:r>
            <a:endParaRPr lang="fr-FR" sz="1200" b="1" err="1">
              <a:solidFill>
                <a:srgbClr val="1E3A5F"/>
              </a:solidFill>
              <a:latin typeface="Segoe UI"/>
              <a:cs typeface="Segoe UI"/>
            </a:endParaRPr>
          </a:p>
        </p:txBody>
      </p:sp>
      <p:cxnSp>
        <p:nvCxnSpPr>
          <p:cNvPr id="14" name="Connecteur droit avec flèche 13">
            <a:extLst>
              <a:ext uri="{FF2B5EF4-FFF2-40B4-BE49-F238E27FC236}">
                <a16:creationId xmlns:a16="http://schemas.microsoft.com/office/drawing/2014/main" id="{C02A8BA1-6A86-C221-118A-F4AC0BB3F0BF}"/>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2266583"/>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0" y="-4"/>
            <a:ext cx="2834857" cy="6858004"/>
          </a:xfrm>
          <a:prstGeom prst="rect">
            <a:avLst/>
          </a:prstGeom>
          <a:solidFill>
            <a:srgbClr val="1E3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116423" y="591344"/>
            <a:ext cx="2711060" cy="5585619"/>
          </a:xfrm>
          <a:prstGeom prst="rect">
            <a:avLst/>
          </a:prstGeom>
        </p:spPr>
        <p:txBody>
          <a:bodyPr vert="horz" lIns="91440" tIns="45720" rIns="91440" bIns="45720" rtlCol="0" anchor="ctr">
            <a:normAutofit/>
          </a:bodyPr>
          <a:lstStyle/>
          <a:p>
            <a:pPr defTabSz="914400">
              <a:lnSpc>
                <a:spcPct val="90000"/>
              </a:lnSpc>
              <a:spcBef>
                <a:spcPct val="0"/>
              </a:spcBef>
              <a:spcAft>
                <a:spcPts val="600"/>
              </a:spcAft>
              <a:defRPr sz="4000" b="1">
                <a:solidFill>
                  <a:srgbClr val="003366"/>
                </a:solidFill>
              </a:defRPr>
            </a:pPr>
            <a:r>
              <a:rPr lang="en-US" sz="4000" b="1" kern="1200">
                <a:solidFill>
                  <a:srgbClr val="FFFFFF"/>
                </a:solidFill>
                <a:latin typeface="Segoe UI"/>
                <a:ea typeface="+mj-ea"/>
                <a:cs typeface="Segoe UI"/>
              </a:rPr>
              <a:t>The Challenge - Where Control is Missing</a:t>
            </a:r>
          </a:p>
        </p:txBody>
      </p:sp>
      <p:sp>
        <p:nvSpPr>
          <p:cNvPr id="3" name="TextBox 2"/>
          <p:cNvSpPr txBox="1"/>
          <p:nvPr/>
        </p:nvSpPr>
        <p:spPr>
          <a:xfrm>
            <a:off x="3480657" y="491888"/>
            <a:ext cx="5301808" cy="5784532"/>
          </a:xfrm>
          <a:prstGeom prst="rect">
            <a:avLst/>
          </a:prstGeom>
        </p:spPr>
        <p:txBody>
          <a:bodyPr vert="horz" wrap="square" lIns="91440" tIns="45720" rIns="91440" bIns="45720" rtlCol="0" anchor="ctr">
            <a:spAutoFit/>
          </a:bodyPr>
          <a:lstStyle/>
          <a:p>
            <a:pPr marL="57150" defTabSz="914400">
              <a:lnSpc>
                <a:spcPct val="150000"/>
              </a:lnSpc>
              <a:spcAft>
                <a:spcPts val="300"/>
              </a:spcAft>
              <a:defRPr sz="1600">
                <a:solidFill>
                  <a:srgbClr val="DC143C"/>
                </a:solidFill>
              </a:defRPr>
            </a:pPr>
            <a:r>
              <a:rPr lang="en-US" b="1">
                <a:latin typeface="Segoe UI"/>
                <a:cs typeface="Segoe UI"/>
              </a:rPr>
              <a:t>🔴 CRITICAL: Vendor Lock-in Mechanisms</a:t>
            </a:r>
            <a:endParaRPr lang="fr-FR">
              <a:ea typeface="Calibri"/>
              <a:cs typeface="Calibri"/>
            </a:endParaRPr>
          </a:p>
          <a:p>
            <a:pPr marL="742950" lvl="1" indent="-228600" defTabSz="914400">
              <a:lnSpc>
                <a:spcPct val="150000"/>
              </a:lnSpc>
              <a:buFont typeface="Arial" panose="020B0604020202020204" pitchFamily="34" charset="0"/>
              <a:buChar char="•"/>
              <a:defRPr sz="1400">
                <a:solidFill>
                  <a:srgbClr val="000000"/>
                </a:solidFill>
              </a:defRPr>
            </a:pPr>
            <a:r>
              <a:rPr lang="en-US" sz="1400">
                <a:latin typeface="Segoe UI"/>
                <a:cs typeface="Segoe UI"/>
              </a:rPr>
              <a:t>Proprietary components (Matching Engine, </a:t>
            </a:r>
            <a:r>
              <a:rPr lang="en-US" sz="1400" err="1">
                <a:latin typeface="Segoe UI"/>
                <a:cs typeface="Segoe UI"/>
              </a:rPr>
              <a:t>SmartAIM</a:t>
            </a:r>
            <a:r>
              <a:rPr lang="en-US" sz="1400">
                <a:latin typeface="Segoe UI"/>
                <a:cs typeface="Segoe UI"/>
              </a:rPr>
              <a:t>)</a:t>
            </a:r>
            <a:endParaRPr lang="en-US" sz="1400">
              <a:latin typeface="Segoe UI"/>
              <a:ea typeface="Calibri"/>
              <a:cs typeface="Segoe UI"/>
            </a:endParaRPr>
          </a:p>
          <a:p>
            <a:pPr marL="742950" lvl="1" indent="-228600" defTabSz="914400">
              <a:lnSpc>
                <a:spcPct val="150000"/>
              </a:lnSpc>
              <a:buFont typeface="Arial" panose="020B0604020202020204" pitchFamily="34" charset="0"/>
              <a:buChar char="•"/>
              <a:defRPr sz="1400">
                <a:solidFill>
                  <a:srgbClr val="000000"/>
                </a:solidFill>
              </a:defRPr>
            </a:pPr>
            <a:r>
              <a:rPr lang="en-US" sz="1400">
                <a:latin typeface="Segoe UI"/>
                <a:cs typeface="Segoe UI"/>
              </a:rPr>
              <a:t>High quantity of implicit knowledge </a:t>
            </a:r>
            <a:endParaRPr lang="en-US" sz="1400">
              <a:latin typeface="Segoe UI"/>
              <a:ea typeface="Calibri"/>
              <a:cs typeface="Segoe UI"/>
            </a:endParaRPr>
          </a:p>
          <a:p>
            <a:pPr marL="57150" defTabSz="914400">
              <a:lnSpc>
                <a:spcPct val="150000"/>
              </a:lnSpc>
              <a:spcBef>
                <a:spcPts val="600"/>
              </a:spcBef>
              <a:spcAft>
                <a:spcPts val="600"/>
              </a:spcAft>
              <a:defRPr sz="1400">
                <a:solidFill>
                  <a:srgbClr val="000000"/>
                </a:solidFill>
              </a:defRPr>
            </a:pPr>
            <a:r>
              <a:rPr lang="en-US" sz="1600" b="1">
                <a:solidFill>
                  <a:srgbClr val="DC143C"/>
                </a:solidFill>
                <a:latin typeface="Segoe UI"/>
                <a:cs typeface="Segoe UI"/>
              </a:rPr>
              <a:t>🔴 CRITICAL: Knowledge Transfer Viability Unknown</a:t>
            </a:r>
            <a:endParaRPr lang="en-US" sz="1600" b="1">
              <a:solidFill>
                <a:srgbClr val="DC143C"/>
              </a:solidFill>
              <a:latin typeface="Segoe UI"/>
              <a:ea typeface="Calibri"/>
              <a:cs typeface="Segoe UI"/>
            </a:endParaRPr>
          </a:p>
          <a:p>
            <a:pPr marL="742950" lvl="1" indent="-228600" defTabSz="914400">
              <a:lnSpc>
                <a:spcPct val="150000"/>
              </a:lnSpc>
              <a:buFont typeface="Arial" panose="020B0604020202020204" pitchFamily="34" charset="0"/>
              <a:buChar char="•"/>
              <a:defRPr sz="1400">
                <a:solidFill>
                  <a:srgbClr val="000000"/>
                </a:solidFill>
              </a:defRPr>
            </a:pPr>
            <a:r>
              <a:rPr lang="en-US">
                <a:solidFill>
                  <a:srgbClr val="000000"/>
                </a:solidFill>
                <a:latin typeface="Segoe UI"/>
                <a:cs typeface="Segoe UI"/>
              </a:rPr>
              <a:t>Misorganized documentation</a:t>
            </a:r>
          </a:p>
          <a:p>
            <a:pPr marL="742950" lvl="1" indent="-228600" defTabSz="914400">
              <a:lnSpc>
                <a:spcPct val="150000"/>
              </a:lnSpc>
              <a:buFont typeface="Arial" panose="020B0604020202020204" pitchFamily="34" charset="0"/>
              <a:buChar char="•"/>
              <a:defRPr sz="1400">
                <a:solidFill>
                  <a:srgbClr val="000000"/>
                </a:solidFill>
              </a:defRPr>
            </a:pPr>
            <a:r>
              <a:rPr lang="en-US">
                <a:latin typeface="Segoe UI"/>
                <a:cs typeface="Segoe UI"/>
              </a:rPr>
              <a:t>Lack of vendor cooperation with third parties</a:t>
            </a:r>
            <a:endParaRPr lang="en-US">
              <a:latin typeface="Segoe UI"/>
              <a:ea typeface="Calibri"/>
              <a:cs typeface="Segoe UI"/>
            </a:endParaRPr>
          </a:p>
          <a:p>
            <a:pPr marL="57150" defTabSz="914400">
              <a:lnSpc>
                <a:spcPct val="150000"/>
              </a:lnSpc>
              <a:spcBef>
                <a:spcPts val="600"/>
              </a:spcBef>
              <a:spcAft>
                <a:spcPts val="600"/>
              </a:spcAft>
              <a:defRPr sz="1600">
                <a:solidFill>
                  <a:srgbClr val="DC143C"/>
                </a:solidFill>
              </a:defRPr>
            </a:pPr>
            <a:r>
              <a:rPr lang="en-US" b="1">
                <a:latin typeface="Segoe UI"/>
                <a:cs typeface="Segoe UI"/>
              </a:rPr>
              <a:t>🔴 CRITICAL: Cost Control Gap</a:t>
            </a:r>
            <a:endParaRPr lang="en-US" b="1">
              <a:latin typeface="Segoe UI"/>
              <a:ea typeface="Calibri"/>
              <a:cs typeface="Segoe UI"/>
            </a:endParaRPr>
          </a:p>
          <a:p>
            <a:pPr marL="742950" lvl="1" indent="-228600" defTabSz="914400">
              <a:lnSpc>
                <a:spcPct val="150000"/>
              </a:lnSpc>
              <a:buFont typeface="Arial" panose="020B0604020202020204" pitchFamily="34" charset="0"/>
              <a:buChar char="•"/>
              <a:defRPr sz="1400">
                <a:solidFill>
                  <a:srgbClr val="000000"/>
                </a:solidFill>
              </a:defRPr>
            </a:pPr>
            <a:r>
              <a:rPr lang="en-US">
                <a:latin typeface="Segoe UI"/>
                <a:cs typeface="Segoe UI"/>
              </a:rPr>
              <a:t>High level of spending</a:t>
            </a:r>
            <a:endParaRPr lang="en-US">
              <a:latin typeface="Segoe UI"/>
              <a:ea typeface="Calibri"/>
              <a:cs typeface="Segoe UI"/>
            </a:endParaRPr>
          </a:p>
          <a:p>
            <a:pPr marL="742950" lvl="1" indent="-228600" defTabSz="914400">
              <a:lnSpc>
                <a:spcPct val="150000"/>
              </a:lnSpc>
              <a:buFont typeface="Arial" panose="020B0604020202020204" pitchFamily="34" charset="0"/>
              <a:buChar char="•"/>
              <a:defRPr sz="1400">
                <a:solidFill>
                  <a:srgbClr val="000000"/>
                </a:solidFill>
              </a:defRPr>
            </a:pPr>
            <a:r>
              <a:rPr lang="en-US">
                <a:latin typeface="Segoe UI"/>
                <a:ea typeface="Calibri"/>
                <a:cs typeface="Segoe UI"/>
              </a:rPr>
              <a:t>Unexplained variations</a:t>
            </a:r>
          </a:p>
          <a:p>
            <a:pPr marL="57150" defTabSz="914400">
              <a:lnSpc>
                <a:spcPct val="150000"/>
              </a:lnSpc>
              <a:spcBef>
                <a:spcPts val="600"/>
              </a:spcBef>
              <a:spcAft>
                <a:spcPts val="600"/>
              </a:spcAft>
              <a:defRPr sz="1600">
                <a:solidFill>
                  <a:srgbClr val="FF8C00"/>
                </a:solidFill>
              </a:defRPr>
            </a:pPr>
            <a:r>
              <a:rPr lang="en-US" sz="1500" b="1">
                <a:latin typeface="Segoe UI"/>
                <a:cs typeface="Segoe UI"/>
              </a:rPr>
              <a:t>🟠 HIGH: Governance Gaps</a:t>
            </a:r>
            <a:endParaRPr lang="en-US" sz="1500" b="1">
              <a:latin typeface="Segoe UI"/>
              <a:ea typeface="Calibri"/>
              <a:cs typeface="Segoe UI"/>
            </a:endParaRPr>
          </a:p>
          <a:p>
            <a:pPr marL="742950" lvl="1" indent="-228600" defTabSz="914400">
              <a:lnSpc>
                <a:spcPct val="150000"/>
              </a:lnSpc>
              <a:buFont typeface="Arial" panose="020B0604020202020204" pitchFamily="34" charset="0"/>
              <a:buChar char="•"/>
              <a:defRPr sz="1400">
                <a:solidFill>
                  <a:srgbClr val="000000"/>
                </a:solidFill>
              </a:defRPr>
            </a:pPr>
            <a:r>
              <a:rPr lang="en-US" sz="1300">
                <a:solidFill>
                  <a:srgbClr val="000000"/>
                </a:solidFill>
                <a:latin typeface="Segoe UI"/>
                <a:cs typeface="Segoe UI"/>
              </a:rPr>
              <a:t>An history of previous incidents</a:t>
            </a:r>
            <a:endParaRPr lang="en-US" sz="1300">
              <a:solidFill>
                <a:srgbClr val="000000"/>
              </a:solidFill>
              <a:latin typeface="Segoe UI"/>
              <a:ea typeface="Calibri"/>
              <a:cs typeface="Segoe UI"/>
            </a:endParaRPr>
          </a:p>
          <a:p>
            <a:pPr marL="742950" lvl="1" indent="-228600" defTabSz="914400">
              <a:lnSpc>
                <a:spcPct val="150000"/>
              </a:lnSpc>
              <a:buFont typeface="Arial" panose="020B0604020202020204" pitchFamily="34" charset="0"/>
              <a:buChar char="•"/>
              <a:defRPr sz="1400">
                <a:solidFill>
                  <a:srgbClr val="000000"/>
                </a:solidFill>
              </a:defRPr>
            </a:pPr>
            <a:r>
              <a:rPr lang="en-US" sz="1300">
                <a:latin typeface="Segoe UI"/>
                <a:cs typeface="Segoe UI"/>
              </a:rPr>
              <a:t>Transparency issues with vendor relationship</a:t>
            </a:r>
            <a:endParaRPr lang="en-US" sz="1300">
              <a:latin typeface="Segoe UI"/>
              <a:ea typeface="Calibri"/>
              <a:cs typeface="Segoe UI"/>
            </a:endParaRPr>
          </a:p>
          <a:p>
            <a:pPr marL="57150" defTabSz="914400">
              <a:lnSpc>
                <a:spcPct val="150000"/>
              </a:lnSpc>
              <a:spcBef>
                <a:spcPts val="600"/>
              </a:spcBef>
              <a:spcAft>
                <a:spcPts val="600"/>
              </a:spcAft>
              <a:defRPr sz="1400">
                <a:solidFill>
                  <a:srgbClr val="000000"/>
                </a:solidFill>
              </a:defRPr>
            </a:pPr>
            <a:r>
              <a:rPr lang="en-US" sz="1500" b="1">
                <a:latin typeface="Segoe UI"/>
                <a:cs typeface="Segoe UI"/>
              </a:rPr>
              <a:t>🟡 MEDIUM: Technical Debt Remaining</a:t>
            </a:r>
            <a:endParaRPr lang="en-US" sz="1500" b="1">
              <a:latin typeface="Segoe UI"/>
              <a:ea typeface="Calibri"/>
              <a:cs typeface="Segoe UI"/>
            </a:endParaRPr>
          </a:p>
          <a:p>
            <a:pPr marL="742950" lvl="1" indent="-228600" defTabSz="914400">
              <a:lnSpc>
                <a:spcPct val="150000"/>
              </a:lnSpc>
              <a:buFont typeface="Arial" panose="020B0604020202020204" pitchFamily="34" charset="0"/>
              <a:buChar char="•"/>
              <a:defRPr sz="1400">
                <a:solidFill>
                  <a:srgbClr val="000000"/>
                </a:solidFill>
              </a:defRPr>
            </a:pPr>
            <a:r>
              <a:rPr lang="en-US" sz="1300">
                <a:latin typeface="Segoe UI"/>
                <a:ea typeface="Calibri"/>
                <a:cs typeface="Segoe UI"/>
              </a:rPr>
              <a:t>Some components beyond support end of life</a:t>
            </a:r>
          </a:p>
          <a:p>
            <a:pPr marL="742950" lvl="1" indent="-228600" defTabSz="914400">
              <a:lnSpc>
                <a:spcPct val="150000"/>
              </a:lnSpc>
              <a:buFont typeface="Arial" panose="020B0604020202020204" pitchFamily="34" charset="0"/>
              <a:buChar char="•"/>
              <a:defRPr sz="1400">
                <a:solidFill>
                  <a:srgbClr val="000000"/>
                </a:solidFill>
              </a:defRPr>
            </a:pPr>
            <a:r>
              <a:rPr lang="en-US" sz="1300">
                <a:latin typeface="Segoe UI"/>
                <a:ea typeface="Calibri"/>
                <a:cs typeface="Segoe UI"/>
              </a:rPr>
              <a:t>Recurrent code anti-patterns</a:t>
            </a:r>
          </a:p>
        </p:txBody>
      </p:sp>
      <p:sp>
        <p:nvSpPr>
          <p:cNvPr id="9" name="ZoneTexte 8">
            <a:extLst>
              <a:ext uri="{FF2B5EF4-FFF2-40B4-BE49-F238E27FC236}">
                <a16:creationId xmlns:a16="http://schemas.microsoft.com/office/drawing/2014/main" id="{F1F7CE44-5D6C-2165-8A42-6CD97144C67E}"/>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fr-FR" sz="1200" b="1">
                <a:solidFill>
                  <a:srgbClr val="1E3A5F"/>
                </a:solidFill>
                <a:latin typeface="Segoe UI"/>
                <a:ea typeface="Calibri"/>
                <a:cs typeface="Segoe UI"/>
              </a:rPr>
              <a:t>———  PART 2 — </a:t>
            </a:r>
            <a:r>
              <a:rPr lang="fr-FR" sz="1200" b="1" err="1">
                <a:solidFill>
                  <a:srgbClr val="1E3A5F"/>
                </a:solidFill>
                <a:latin typeface="Segoe UI"/>
                <a:ea typeface="Calibri"/>
                <a:cs typeface="Segoe UI"/>
              </a:rPr>
              <a:t>Executive</a:t>
            </a:r>
            <a:r>
              <a:rPr lang="fr-FR" sz="1200" b="1">
                <a:solidFill>
                  <a:srgbClr val="1E3A5F"/>
                </a:solidFill>
                <a:latin typeface="Segoe UI"/>
                <a:ea typeface="Calibri"/>
                <a:cs typeface="Segoe UI"/>
              </a:rPr>
              <a:t> </a:t>
            </a:r>
            <a:r>
              <a:rPr lang="fr-FR" sz="1200" b="1" err="1">
                <a:solidFill>
                  <a:srgbClr val="1E3A5F"/>
                </a:solidFill>
                <a:latin typeface="Segoe UI"/>
                <a:ea typeface="Calibri"/>
                <a:cs typeface="Segoe UI"/>
              </a:rPr>
              <a:t>Summary</a:t>
            </a:r>
            <a:endParaRPr lang="fr-FR" sz="1200" b="1" err="1">
              <a:solidFill>
                <a:srgbClr val="1E3A5F"/>
              </a:solidFill>
              <a:latin typeface="Segoe UI"/>
              <a:cs typeface="Segoe UI"/>
            </a:endParaRPr>
          </a:p>
        </p:txBody>
      </p:sp>
      <p:cxnSp>
        <p:nvCxnSpPr>
          <p:cNvPr id="11" name="Connecteur droit avec flèche 10">
            <a:extLst>
              <a:ext uri="{FF2B5EF4-FFF2-40B4-BE49-F238E27FC236}">
                <a16:creationId xmlns:a16="http://schemas.microsoft.com/office/drawing/2014/main" id="{4C85B60B-C5F8-615B-19F5-3875B30573D2}"/>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sp>
        <p:nvSpPr>
          <p:cNvPr id="5" name="Espace réservé du pied de page 2">
            <a:extLst>
              <a:ext uri="{FF2B5EF4-FFF2-40B4-BE49-F238E27FC236}">
                <a16:creationId xmlns:a16="http://schemas.microsoft.com/office/drawing/2014/main" id="{0536FF8A-3449-73D0-52C0-BA979F0D7A08}"/>
              </a:ext>
            </a:extLst>
          </p:cNvPr>
          <p:cNvSpPr>
            <a:spLocks noGrp="1"/>
          </p:cNvSpPr>
          <p:nvPr>
            <p:ph type="ftr" sz="quarter" idx="11"/>
          </p:nvPr>
        </p:nvSpPr>
        <p:spPr>
          <a:xfrm>
            <a:off x="-593" y="6444952"/>
            <a:ext cx="12193181" cy="412389"/>
          </a:xfrm>
          <a:solidFill>
            <a:srgbClr val="F8F9FB"/>
          </a:solidFill>
          <a:ln>
            <a:solidFill>
              <a:srgbClr val="E1E4E8"/>
            </a:solidFill>
          </a:ln>
        </p:spPr>
        <p:txBody>
          <a:bodyPr/>
          <a:lstStyle/>
          <a:p>
            <a:pPr algn="l"/>
            <a:r>
              <a:rPr lang="fr-FR" sz="1100">
                <a:solidFill>
                  <a:srgbClr val="6B7C93"/>
                </a:solidFill>
                <a:latin typeface="Segoe UI"/>
                <a:ea typeface="+mn-lt"/>
                <a:cs typeface="Segoe UI"/>
              </a:rPr>
              <a:t>  ISWC System Audit – </a:t>
            </a:r>
            <a:r>
              <a:rPr lang="fr-FR" sz="1100" err="1">
                <a:solidFill>
                  <a:srgbClr val="6B7C93"/>
                </a:solidFill>
                <a:latin typeface="Segoe UI"/>
                <a:ea typeface="+mn-lt"/>
                <a:cs typeface="Segoe UI"/>
              </a:rPr>
              <a:t>Findings</a:t>
            </a:r>
            <a:r>
              <a:rPr lang="fr-FR" sz="1100">
                <a:solidFill>
                  <a:srgbClr val="6B7C93"/>
                </a:solidFill>
                <a:latin typeface="Segoe UI"/>
                <a:ea typeface="+mn-lt"/>
                <a:cs typeface="Segoe UI"/>
              </a:rPr>
              <a:t> &amp; Strategic </a:t>
            </a:r>
            <a:r>
              <a:rPr lang="fr-FR" sz="1100" err="1">
                <a:solidFill>
                  <a:srgbClr val="6B7C93"/>
                </a:solidFill>
                <a:latin typeface="Segoe UI"/>
                <a:ea typeface="+mn-lt"/>
                <a:cs typeface="Segoe UI"/>
              </a:rPr>
              <a:t>Recommendations</a:t>
            </a:r>
            <a:r>
              <a:rPr lang="fr-FR" sz="1100">
                <a:solidFill>
                  <a:srgbClr val="6B7C93"/>
                </a:solidFill>
                <a:latin typeface="Segoe UI"/>
                <a:ea typeface="+mn-lt"/>
                <a:cs typeface="Segoe UI"/>
              </a:rPr>
              <a:t> • </a:t>
            </a:r>
            <a:r>
              <a:rPr lang="fr-FR" sz="1100" err="1">
                <a:solidFill>
                  <a:srgbClr val="6B7C93"/>
                </a:solidFill>
                <a:latin typeface="Segoe UI"/>
                <a:ea typeface="+mn-lt"/>
                <a:cs typeface="Segoe UI"/>
              </a:rPr>
              <a:t>November</a:t>
            </a:r>
            <a:r>
              <a:rPr lang="fr-FR" sz="1100">
                <a:solidFill>
                  <a:srgbClr val="6B7C93"/>
                </a:solidFill>
                <a:latin typeface="Segoe UI"/>
                <a:ea typeface="+mn-lt"/>
                <a:cs typeface="Segoe UI"/>
              </a:rPr>
              <a:t> 24, 2025</a:t>
            </a:r>
            <a:endParaRPr lang="fr-FR" sz="1100">
              <a:latin typeface="Segoe UI"/>
              <a:cs typeface="Segoe UI"/>
            </a:endParaRPr>
          </a:p>
        </p:txBody>
      </p:sp>
      <p:sp>
        <p:nvSpPr>
          <p:cNvPr id="7" name="Espace réservé du numéro de diapositive 6">
            <a:extLst>
              <a:ext uri="{FF2B5EF4-FFF2-40B4-BE49-F238E27FC236}">
                <a16:creationId xmlns:a16="http://schemas.microsoft.com/office/drawing/2014/main" id="{EAD3BCEA-363C-0C43-843E-08494B28E2C9}"/>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dirty="0" smtClean="0">
                <a:solidFill>
                  <a:srgbClr val="1E3A5F"/>
                </a:solidFill>
                <a:latin typeface="Segoe UI"/>
                <a:cs typeface="Segoe UI"/>
              </a:rPr>
              <a:pPr algn="ctr"/>
              <a:t>8</a:t>
            </a:fld>
            <a:endParaRPr lang="fr-FR">
              <a:solidFill>
                <a:srgbClr val="1E3A5F"/>
              </a:solidFill>
              <a:latin typeface="Segoe UI"/>
              <a:ea typeface="Calibri"/>
              <a:cs typeface="Segoe UI"/>
            </a:endParaRPr>
          </a:p>
        </p:txBody>
      </p:sp>
    </p:spTree>
    <p:extLst>
      <p:ext uri="{BB962C8B-B14F-4D97-AF65-F5344CB8AC3E}">
        <p14:creationId xmlns:p14="http://schemas.microsoft.com/office/powerpoint/2010/main" val="67116177"/>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a:extLst>
              <a:ext uri="{FF2B5EF4-FFF2-40B4-BE49-F238E27FC236}">
                <a16:creationId xmlns:a16="http://schemas.microsoft.com/office/drawing/2014/main" id="{761376F3-58FB-5917-922B-F83962C3562E}"/>
              </a:ext>
            </a:extLst>
          </p:cNvPr>
          <p:cNvGraphicFramePr>
            <a:graphicFrameLocks noGrp="1"/>
          </p:cNvGraphicFramePr>
          <p:nvPr>
            <p:extLst>
              <p:ext uri="{D42A27DB-BD31-4B8C-83A1-F6EECF244321}">
                <p14:modId xmlns:p14="http://schemas.microsoft.com/office/powerpoint/2010/main" val="3172086044"/>
              </p:ext>
            </p:extLst>
          </p:nvPr>
        </p:nvGraphicFramePr>
        <p:xfrm>
          <a:off x="459288" y="2097274"/>
          <a:ext cx="11189949" cy="2865120"/>
        </p:xfrm>
        <a:graphic>
          <a:graphicData uri="http://schemas.openxmlformats.org/drawingml/2006/table">
            <a:tbl>
              <a:tblPr bandRow="1">
                <a:tableStyleId>{5C22544A-7EE6-4342-B048-85BDC9FD1C3A}</a:tableStyleId>
              </a:tblPr>
              <a:tblGrid>
                <a:gridCol w="4411530">
                  <a:extLst>
                    <a:ext uri="{9D8B030D-6E8A-4147-A177-3AD203B41FA5}">
                      <a16:colId xmlns:a16="http://schemas.microsoft.com/office/drawing/2014/main" val="1247606175"/>
                    </a:ext>
                  </a:extLst>
                </a:gridCol>
                <a:gridCol w="2077972">
                  <a:extLst>
                    <a:ext uri="{9D8B030D-6E8A-4147-A177-3AD203B41FA5}">
                      <a16:colId xmlns:a16="http://schemas.microsoft.com/office/drawing/2014/main" val="1607173517"/>
                    </a:ext>
                  </a:extLst>
                </a:gridCol>
                <a:gridCol w="2322442">
                  <a:extLst>
                    <a:ext uri="{9D8B030D-6E8A-4147-A177-3AD203B41FA5}">
                      <a16:colId xmlns:a16="http://schemas.microsoft.com/office/drawing/2014/main" val="1361288849"/>
                    </a:ext>
                  </a:extLst>
                </a:gridCol>
                <a:gridCol w="2378005">
                  <a:extLst>
                    <a:ext uri="{9D8B030D-6E8A-4147-A177-3AD203B41FA5}">
                      <a16:colId xmlns:a16="http://schemas.microsoft.com/office/drawing/2014/main" val="887261057"/>
                    </a:ext>
                  </a:extLst>
                </a:gridCol>
              </a:tblGrid>
              <a:tr h="0">
                <a:tc>
                  <a:txBody>
                    <a:bodyPr/>
                    <a:lstStyle/>
                    <a:p>
                      <a:pPr algn="l">
                        <a:buNone/>
                      </a:pPr>
                      <a:r>
                        <a:rPr lang="en-US" noProof="0">
                          <a:effectLst/>
                          <a:latin typeface="Segoe UI"/>
                        </a:rPr>
                        <a:t>Finding</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lgn="l">
                        <a:buNone/>
                      </a:pPr>
                      <a:r>
                        <a:rPr lang="en-US" noProof="0">
                          <a:effectLst/>
                          <a:latin typeface="Segoe UI"/>
                        </a:rPr>
                        <a:t>Status</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lgn="l">
                        <a:buNone/>
                      </a:pPr>
                      <a:r>
                        <a:rPr lang="en-US" noProof="0">
                          <a:effectLst/>
                          <a:latin typeface="Segoe UI"/>
                        </a:rPr>
                        <a:t>Impact</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lgn="l">
                        <a:buNone/>
                      </a:pPr>
                      <a:r>
                        <a:rPr lang="en-US" noProof="0">
                          <a:effectLst/>
                          <a:latin typeface="Segoe UI"/>
                        </a:rPr>
                        <a:t>Key Unknown</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328961140"/>
                  </a:ext>
                </a:extLst>
              </a:tr>
              <a:tr h="0">
                <a:tc>
                  <a:txBody>
                    <a:bodyPr/>
                    <a:lstStyle/>
                    <a:p>
                      <a:pPr>
                        <a:buNone/>
                      </a:pPr>
                      <a:r>
                        <a:rPr lang="en-US" noProof="0">
                          <a:effectLst/>
                          <a:latin typeface="Segoe UI"/>
                        </a:rPr>
                        <a:t>🔴 </a:t>
                      </a:r>
                      <a:r>
                        <a:rPr lang="en-US" b="1" noProof="0">
                          <a:effectLst/>
                          <a:latin typeface="Segoe UI"/>
                        </a:rPr>
                        <a:t>FINDING 1:</a:t>
                      </a:r>
                      <a:br>
                        <a:rPr lang="en-US" noProof="0">
                          <a:effectLst/>
                          <a:latin typeface="Segoe UI"/>
                        </a:rPr>
                      </a:br>
                      <a:r>
                        <a:rPr lang="en-US" noProof="0">
                          <a:effectLst/>
                          <a:latin typeface="Segoe UI"/>
                        </a:rPr>
                        <a:t>Vendor Lock-in is Real, But Manageable</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buNone/>
                      </a:pPr>
                      <a:r>
                        <a:rPr lang="en-US" sz="1400" noProof="0">
                          <a:effectLst/>
                          <a:latin typeface="Segoe UI"/>
                        </a:rPr>
                        <a:t>Technically separated,</a:t>
                      </a:r>
                      <a:br>
                        <a:rPr lang="en-US" sz="1400" noProof="0">
                          <a:effectLst/>
                          <a:latin typeface="Segoe UI"/>
                        </a:rPr>
                      </a:br>
                      <a:r>
                        <a:rPr lang="en-US" sz="1400" noProof="0">
                          <a:effectLst/>
                          <a:latin typeface="Segoe UI"/>
                        </a:rPr>
                        <a:t>contractually/organizationally</a:t>
                      </a:r>
                      <a:br>
                        <a:rPr lang="en-US" sz="1400" noProof="0">
                          <a:effectLst/>
                          <a:latin typeface="Segoe UI"/>
                        </a:rPr>
                      </a:br>
                      <a:r>
                        <a:rPr lang="en-US" sz="1400" noProof="0">
                          <a:effectLst/>
                          <a:latin typeface="Segoe UI"/>
                        </a:rPr>
                        <a:t>coupled</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buNone/>
                      </a:pPr>
                      <a:r>
                        <a:rPr lang="en-US" sz="1400" noProof="0">
                          <a:effectLst/>
                          <a:latin typeface="Segoe UI"/>
                        </a:rPr>
                        <a:t>Vendor switch =</a:t>
                      </a:r>
                      <a:br>
                        <a:rPr lang="en-US" sz="1400" noProof="0">
                          <a:effectLst/>
                          <a:latin typeface="Segoe UI"/>
                        </a:rPr>
                      </a:br>
                      <a:r>
                        <a:rPr lang="en-US" sz="1400" noProof="0">
                          <a:effectLst/>
                          <a:latin typeface="Segoe UI"/>
                        </a:rPr>
                        <a:t>12-24 months,</a:t>
                      </a:r>
                      <a:br>
                        <a:rPr lang="en-US" sz="1400" noProof="0">
                          <a:effectLst/>
                          <a:latin typeface="Segoe UI"/>
                        </a:rPr>
                      </a:br>
                      <a:r>
                        <a:rPr lang="en-US" sz="1400" noProof="0">
                          <a:effectLst/>
                          <a:latin typeface="Segoe UI"/>
                        </a:rPr>
                        <a:t>€300-600K</a:t>
                      </a:r>
                      <a:br>
                        <a:rPr lang="en-US" sz="1400" noProof="0">
                          <a:effectLst/>
                          <a:latin typeface="Segoe UI"/>
                        </a:rPr>
                      </a:br>
                      <a:r>
                        <a:rPr lang="en-US" sz="1400" noProof="0">
                          <a:effectLst/>
                          <a:latin typeface="Segoe UI"/>
                        </a:rPr>
                        <a:t>(preliminary estimate)</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buNone/>
                      </a:pPr>
                      <a:r>
                        <a:rPr lang="en-US" sz="1400" noProof="0">
                          <a:effectLst/>
                          <a:latin typeface="Segoe UI"/>
                        </a:rPr>
                        <a:t>Matching Engine</a:t>
                      </a:r>
                      <a:br>
                        <a:rPr lang="en-US" sz="1400" noProof="0">
                          <a:effectLst/>
                          <a:latin typeface="Segoe UI"/>
                        </a:rPr>
                      </a:br>
                      <a:r>
                        <a:rPr lang="en-US" sz="1400" noProof="0">
                          <a:effectLst/>
                          <a:latin typeface="Segoe UI"/>
                        </a:rPr>
                        <a:t>alternatives exist?</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812251672"/>
                  </a:ext>
                </a:extLst>
              </a:tr>
              <a:tr h="0">
                <a:tc>
                  <a:txBody>
                    <a:bodyPr/>
                    <a:lstStyle/>
                    <a:p>
                      <a:pPr>
                        <a:buNone/>
                      </a:pPr>
                      <a:r>
                        <a:rPr lang="en-US" noProof="0">
                          <a:effectLst/>
                          <a:latin typeface="Segoe UI"/>
                        </a:rPr>
                        <a:t>🔴 </a:t>
                      </a:r>
                      <a:r>
                        <a:rPr lang="en-US" b="1" noProof="0">
                          <a:effectLst/>
                          <a:latin typeface="Segoe UI"/>
                        </a:rPr>
                        <a:t>FINDING 2:</a:t>
                      </a:r>
                      <a:br>
                        <a:rPr lang="en-US" noProof="0">
                          <a:effectLst/>
                          <a:latin typeface="Segoe UI"/>
                        </a:rPr>
                      </a:br>
                      <a:r>
                        <a:rPr lang="en-US" noProof="0">
                          <a:effectLst/>
                          <a:latin typeface="Segoe UI"/>
                        </a:rPr>
                        <a:t>Knowledge Transfer Viability is Unknown</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tc>
                  <a:txBody>
                    <a:bodyPr/>
                    <a:lstStyle/>
                    <a:p>
                      <a:pPr>
                        <a:buNone/>
                      </a:pPr>
                      <a:r>
                        <a:rPr lang="en-US" sz="1400" noProof="0">
                          <a:effectLst/>
                          <a:latin typeface="Segoe UI"/>
                        </a:rPr>
                        <a:t>Cannot confirm</a:t>
                      </a:r>
                      <a:br>
                        <a:rPr lang="en-US" sz="1400" noProof="0">
                          <a:effectLst/>
                          <a:latin typeface="Segoe UI"/>
                        </a:rPr>
                      </a:br>
                      <a:r>
                        <a:rPr lang="en-US" sz="1400" noProof="0">
                          <a:effectLst/>
                          <a:latin typeface="Segoe UI"/>
                        </a:rPr>
                        <a:t>maintainability by</a:t>
                      </a:r>
                      <a:br>
                        <a:rPr lang="en-US" sz="1400" noProof="0">
                          <a:effectLst/>
                          <a:latin typeface="Segoe UI"/>
                        </a:rPr>
                      </a:br>
                      <a:r>
                        <a:rPr lang="en-US" sz="1400" noProof="0">
                          <a:effectLst/>
                          <a:latin typeface="Segoe UI"/>
                        </a:rPr>
                        <a:t>third party</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tc>
                  <a:txBody>
                    <a:bodyPr/>
                    <a:lstStyle/>
                    <a:p>
                      <a:pPr>
                        <a:buNone/>
                      </a:pPr>
                      <a:r>
                        <a:rPr lang="en-US" sz="1400" noProof="0">
                          <a:effectLst/>
                          <a:latin typeface="Segoe UI"/>
                        </a:rPr>
                        <a:t>Vendor switch may be</a:t>
                      </a:r>
                      <a:br>
                        <a:rPr lang="en-US" sz="1400" noProof="0">
                          <a:effectLst/>
                          <a:latin typeface="Segoe UI"/>
                        </a:rPr>
                      </a:br>
                      <a:r>
                        <a:rPr lang="en-US" sz="1400" noProof="0">
                          <a:effectLst/>
                          <a:latin typeface="Segoe UI"/>
                        </a:rPr>
                        <a:t>infeasible regardless</a:t>
                      </a:r>
                      <a:br>
                        <a:rPr lang="en-US" sz="1400" noProof="0">
                          <a:effectLst/>
                          <a:latin typeface="Segoe UI"/>
                        </a:rPr>
                      </a:br>
                      <a:r>
                        <a:rPr lang="en-US" sz="1400" noProof="0">
                          <a:effectLst/>
                          <a:latin typeface="Segoe UI"/>
                        </a:rPr>
                        <a:t>of technical quality</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tc>
                  <a:txBody>
                    <a:bodyPr/>
                    <a:lstStyle/>
                    <a:p>
                      <a:pPr>
                        <a:buNone/>
                      </a:pPr>
                      <a:r>
                        <a:rPr lang="en-US" sz="1400" noProof="0">
                          <a:effectLst/>
                          <a:latin typeface="Segoe UI"/>
                        </a:rPr>
                        <a:t>Can independent vendor</a:t>
                      </a:r>
                      <a:br>
                        <a:rPr lang="en-US" sz="1400" noProof="0">
                          <a:effectLst/>
                          <a:latin typeface="Segoe UI"/>
                        </a:rPr>
                      </a:br>
                      <a:r>
                        <a:rPr lang="en-US" sz="1400" noProof="0">
                          <a:effectLst/>
                          <a:latin typeface="Segoe UI"/>
                        </a:rPr>
                        <a:t>deliver with available</a:t>
                      </a:r>
                      <a:br>
                        <a:rPr lang="en-US" sz="1400" noProof="0">
                          <a:effectLst/>
                          <a:latin typeface="Segoe UI"/>
                        </a:rPr>
                      </a:br>
                      <a:r>
                        <a:rPr lang="en-US" sz="1400" noProof="0">
                          <a:effectLst/>
                          <a:latin typeface="Segoe UI"/>
                        </a:rPr>
                        <a:t>materials?</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728996111"/>
                  </a:ext>
                </a:extLst>
              </a:tr>
              <a:tr h="0">
                <a:tc>
                  <a:txBody>
                    <a:bodyPr/>
                    <a:lstStyle/>
                    <a:p>
                      <a:pPr>
                        <a:buNone/>
                      </a:pPr>
                      <a:r>
                        <a:rPr lang="en-US" noProof="0">
                          <a:effectLst/>
                          <a:latin typeface="Segoe UI"/>
                        </a:rPr>
                        <a:t>🔴 </a:t>
                      </a:r>
                      <a:r>
                        <a:rPr lang="en-US" b="1" noProof="0">
                          <a:effectLst/>
                          <a:latin typeface="Segoe UI"/>
                        </a:rPr>
                        <a:t>FINDING 3:</a:t>
                      </a:r>
                      <a:br>
                        <a:rPr lang="en-US" noProof="0">
                          <a:effectLst/>
                          <a:latin typeface="Segoe UI"/>
                        </a:rPr>
                      </a:br>
                      <a:r>
                        <a:rPr lang="en-US" noProof="0">
                          <a:effectLst/>
                          <a:latin typeface="Segoe UI"/>
                        </a:rPr>
                        <a:t>Cost Control Gap is Solvable</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buNone/>
                      </a:pPr>
                      <a:r>
                        <a:rPr lang="en-US" sz="1400" noProof="0">
                          <a:effectLst/>
                          <a:latin typeface="Segoe UI"/>
                        </a:rPr>
                        <a:t>€600K/year with</a:t>
                      </a:r>
                      <a:br>
                        <a:rPr lang="en-US" sz="1400" noProof="0">
                          <a:effectLst/>
                          <a:latin typeface="Segoe UI"/>
                        </a:rPr>
                      </a:br>
                      <a:r>
                        <a:rPr lang="en-US" sz="1400" noProof="0">
                          <a:effectLst/>
                          <a:latin typeface="Segoe UI"/>
                        </a:rPr>
                        <a:t>no correlation tooling</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buNone/>
                      </a:pPr>
                      <a:r>
                        <a:rPr lang="en-US" sz="1400" noProof="0">
                          <a:effectLst/>
                          <a:latin typeface="Segoe UI"/>
                        </a:rPr>
                        <a:t>Cannot explain spending,</a:t>
                      </a:r>
                      <a:br>
                        <a:rPr lang="en-US" sz="1400" noProof="0">
                          <a:effectLst/>
                          <a:latin typeface="Segoe UI"/>
                        </a:rPr>
                      </a:br>
                      <a:r>
                        <a:rPr lang="en-US" sz="1400" noProof="0">
                          <a:effectLst/>
                          <a:latin typeface="Segoe UI"/>
                        </a:rPr>
                        <a:t>cannot forecast,</a:t>
                      </a:r>
                      <a:br>
                        <a:rPr lang="en-US" sz="1400" noProof="0">
                          <a:effectLst/>
                          <a:latin typeface="Segoe UI"/>
                        </a:rPr>
                      </a:br>
                      <a:r>
                        <a:rPr lang="en-US" sz="1400" noProof="0">
                          <a:effectLst/>
                          <a:latin typeface="Segoe UI"/>
                        </a:rPr>
                        <a:t>cannot optimize</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buNone/>
                      </a:pPr>
                      <a:r>
                        <a:rPr lang="en-US" sz="1400" noProof="0">
                          <a:effectLst/>
                          <a:latin typeface="Segoe UI"/>
                        </a:rPr>
                        <a:t>What are the actual</a:t>
                      </a:r>
                      <a:br>
                        <a:rPr lang="en-US" sz="1400" noProof="0">
                          <a:effectLst/>
                          <a:latin typeface="Segoe UI"/>
                        </a:rPr>
                      </a:br>
                      <a:r>
                        <a:rPr lang="en-US" sz="1400" noProof="0">
                          <a:effectLst/>
                          <a:latin typeface="Segoe UI"/>
                        </a:rPr>
                        <a:t>cost drivers</a:t>
                      </a:r>
                      <a:br>
                        <a:rPr lang="en-US" sz="1400" noProof="0">
                          <a:effectLst/>
                          <a:latin typeface="Segoe UI"/>
                        </a:rPr>
                      </a:br>
                      <a:r>
                        <a:rPr lang="en-US" sz="1400" noProof="0">
                          <a:effectLst/>
                          <a:latin typeface="Segoe UI"/>
                        </a:rPr>
                        <a:t>month-to-month?</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722965771"/>
                  </a:ext>
                </a:extLst>
              </a:tr>
            </a:tbl>
          </a:graphicData>
        </a:graphic>
      </p:graphicFrame>
      <p:sp>
        <p:nvSpPr>
          <p:cNvPr id="5" name="TextBox 1">
            <a:extLst>
              <a:ext uri="{FF2B5EF4-FFF2-40B4-BE49-F238E27FC236}">
                <a16:creationId xmlns:a16="http://schemas.microsoft.com/office/drawing/2014/main" id="{C69F72E5-18AE-86CE-5A66-590E8B47569F}"/>
              </a:ext>
            </a:extLst>
          </p:cNvPr>
          <p:cNvSpPr txBox="1"/>
          <p:nvPr/>
        </p:nvSpPr>
        <p:spPr>
          <a:xfrm>
            <a:off x="457200" y="274320"/>
            <a:ext cx="4879093" cy="707886"/>
          </a:xfrm>
          <a:prstGeom prst="rect">
            <a:avLst/>
          </a:prstGeom>
          <a:noFill/>
        </p:spPr>
        <p:txBody>
          <a:bodyPr wrap="none" lIns="91440" tIns="45720" rIns="91440" bIns="45720" anchor="t">
            <a:spAutoFit/>
          </a:bodyPr>
          <a:lstStyle/>
          <a:p>
            <a:pPr>
              <a:defRPr sz="4000" b="1">
                <a:solidFill>
                  <a:srgbClr val="003366"/>
                </a:solidFill>
              </a:defRPr>
            </a:pPr>
            <a:r>
              <a:rPr lang="en-US" b="1">
                <a:solidFill>
                  <a:srgbClr val="003366"/>
                </a:solidFill>
              </a:rPr>
              <a:t>Three Critical Findings</a:t>
            </a:r>
            <a:endParaRPr lang="en-US">
              <a:ea typeface="Calibri"/>
              <a:cs typeface="Calibri"/>
            </a:endParaRPr>
          </a:p>
        </p:txBody>
      </p:sp>
      <p:sp>
        <p:nvSpPr>
          <p:cNvPr id="4" name="ZoneTexte 3">
            <a:extLst>
              <a:ext uri="{FF2B5EF4-FFF2-40B4-BE49-F238E27FC236}">
                <a16:creationId xmlns:a16="http://schemas.microsoft.com/office/drawing/2014/main" id="{3100595E-1B6F-7EBA-D7AF-353A33F0C948}"/>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fr-FR" sz="1200" b="1">
                <a:solidFill>
                  <a:srgbClr val="1E3A5F"/>
                </a:solidFill>
                <a:latin typeface="Segoe UI"/>
                <a:ea typeface="Calibri"/>
                <a:cs typeface="Segoe UI"/>
              </a:rPr>
              <a:t>———  PART 2 — </a:t>
            </a:r>
            <a:r>
              <a:rPr lang="fr-FR" sz="1200" b="1" err="1">
                <a:solidFill>
                  <a:srgbClr val="1E3A5F"/>
                </a:solidFill>
                <a:latin typeface="Segoe UI"/>
                <a:ea typeface="Calibri"/>
                <a:cs typeface="Segoe UI"/>
              </a:rPr>
              <a:t>Executive</a:t>
            </a:r>
            <a:r>
              <a:rPr lang="fr-FR" sz="1200" b="1">
                <a:solidFill>
                  <a:srgbClr val="1E3A5F"/>
                </a:solidFill>
                <a:latin typeface="Segoe UI"/>
                <a:ea typeface="Calibri"/>
                <a:cs typeface="Segoe UI"/>
              </a:rPr>
              <a:t> </a:t>
            </a:r>
            <a:r>
              <a:rPr lang="fr-FR" sz="1200" b="1" err="1">
                <a:solidFill>
                  <a:srgbClr val="1E3A5F"/>
                </a:solidFill>
                <a:latin typeface="Segoe UI"/>
                <a:ea typeface="Calibri"/>
                <a:cs typeface="Segoe UI"/>
              </a:rPr>
              <a:t>Summary</a:t>
            </a:r>
            <a:endParaRPr lang="fr-FR" sz="1200" b="1" err="1">
              <a:solidFill>
                <a:srgbClr val="1E3A5F"/>
              </a:solidFill>
              <a:latin typeface="Segoe UI"/>
              <a:cs typeface="Segoe UI"/>
            </a:endParaRPr>
          </a:p>
        </p:txBody>
      </p:sp>
      <p:cxnSp>
        <p:nvCxnSpPr>
          <p:cNvPr id="9" name="Connecteur droit avec flèche 8">
            <a:extLst>
              <a:ext uri="{FF2B5EF4-FFF2-40B4-BE49-F238E27FC236}">
                <a16:creationId xmlns:a16="http://schemas.microsoft.com/office/drawing/2014/main" id="{1DFA96CF-BCDA-7911-05FC-DBACE19CD313}"/>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sp>
        <p:nvSpPr>
          <p:cNvPr id="6" name="Espace réservé du pied de page 2">
            <a:extLst>
              <a:ext uri="{FF2B5EF4-FFF2-40B4-BE49-F238E27FC236}">
                <a16:creationId xmlns:a16="http://schemas.microsoft.com/office/drawing/2014/main" id="{C15DD8E6-11DA-EBA2-BBDD-F26B134A93E0}"/>
              </a:ext>
            </a:extLst>
          </p:cNvPr>
          <p:cNvSpPr>
            <a:spLocks noGrp="1"/>
          </p:cNvSpPr>
          <p:nvPr>
            <p:ph type="ftr" sz="quarter" idx="11"/>
          </p:nvPr>
        </p:nvSpPr>
        <p:spPr>
          <a:xfrm>
            <a:off x="-593" y="6444952"/>
            <a:ext cx="12193181" cy="412389"/>
          </a:xfrm>
          <a:solidFill>
            <a:srgbClr val="F8F9FB"/>
          </a:solidFill>
          <a:ln>
            <a:solidFill>
              <a:srgbClr val="E1E4E8"/>
            </a:solidFill>
          </a:ln>
        </p:spPr>
        <p:txBody>
          <a:bodyPr/>
          <a:lstStyle/>
          <a:p>
            <a:pPr algn="l"/>
            <a:r>
              <a:rPr lang="fr-FR" sz="1100">
                <a:solidFill>
                  <a:srgbClr val="6B7C93"/>
                </a:solidFill>
                <a:latin typeface="Segoe UI"/>
                <a:ea typeface="+mn-lt"/>
                <a:cs typeface="Segoe UI"/>
              </a:rPr>
              <a:t>  ISWC System Audit – </a:t>
            </a:r>
            <a:r>
              <a:rPr lang="fr-FR" sz="1100" err="1">
                <a:solidFill>
                  <a:srgbClr val="6B7C93"/>
                </a:solidFill>
                <a:latin typeface="Segoe UI"/>
                <a:ea typeface="+mn-lt"/>
                <a:cs typeface="Segoe UI"/>
              </a:rPr>
              <a:t>Findings</a:t>
            </a:r>
            <a:r>
              <a:rPr lang="fr-FR" sz="1100">
                <a:solidFill>
                  <a:srgbClr val="6B7C93"/>
                </a:solidFill>
                <a:latin typeface="Segoe UI"/>
                <a:ea typeface="+mn-lt"/>
                <a:cs typeface="Segoe UI"/>
              </a:rPr>
              <a:t> &amp; Strategic </a:t>
            </a:r>
            <a:r>
              <a:rPr lang="fr-FR" sz="1100" err="1">
                <a:solidFill>
                  <a:srgbClr val="6B7C93"/>
                </a:solidFill>
                <a:latin typeface="Segoe UI"/>
                <a:ea typeface="+mn-lt"/>
                <a:cs typeface="Segoe UI"/>
              </a:rPr>
              <a:t>Recommendations</a:t>
            </a:r>
            <a:r>
              <a:rPr lang="fr-FR" sz="1100">
                <a:solidFill>
                  <a:srgbClr val="6B7C93"/>
                </a:solidFill>
                <a:latin typeface="Segoe UI"/>
                <a:ea typeface="+mn-lt"/>
                <a:cs typeface="Segoe UI"/>
              </a:rPr>
              <a:t> • </a:t>
            </a:r>
            <a:r>
              <a:rPr lang="fr-FR" sz="1100" err="1">
                <a:solidFill>
                  <a:srgbClr val="6B7C93"/>
                </a:solidFill>
                <a:latin typeface="Segoe UI"/>
                <a:ea typeface="+mn-lt"/>
                <a:cs typeface="Segoe UI"/>
              </a:rPr>
              <a:t>November</a:t>
            </a:r>
            <a:r>
              <a:rPr lang="fr-FR" sz="1100">
                <a:solidFill>
                  <a:srgbClr val="6B7C93"/>
                </a:solidFill>
                <a:latin typeface="Segoe UI"/>
                <a:ea typeface="+mn-lt"/>
                <a:cs typeface="Segoe UI"/>
              </a:rPr>
              <a:t> 24, 2025</a:t>
            </a:r>
            <a:endParaRPr lang="fr-FR" sz="1100">
              <a:latin typeface="Segoe UI"/>
              <a:cs typeface="Segoe UI"/>
            </a:endParaRPr>
          </a:p>
        </p:txBody>
      </p:sp>
      <p:sp>
        <p:nvSpPr>
          <p:cNvPr id="7" name="Espace réservé du numéro de diapositive 6">
            <a:extLst>
              <a:ext uri="{FF2B5EF4-FFF2-40B4-BE49-F238E27FC236}">
                <a16:creationId xmlns:a16="http://schemas.microsoft.com/office/drawing/2014/main" id="{5602506D-F0D9-5827-5A25-D38826742DE9}"/>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dirty="0" smtClean="0">
                <a:solidFill>
                  <a:srgbClr val="1E3A5F"/>
                </a:solidFill>
                <a:latin typeface="Segoe UI"/>
                <a:cs typeface="Segoe UI"/>
              </a:rPr>
              <a:pPr algn="ctr"/>
              <a:t>9</a:t>
            </a:fld>
            <a:endParaRPr lang="fr-FR">
              <a:solidFill>
                <a:srgbClr val="1E3A5F"/>
              </a:solidFill>
              <a:latin typeface="Segoe UI"/>
              <a:ea typeface="Calibri"/>
              <a:cs typeface="Segoe UI"/>
            </a:endParaRPr>
          </a:p>
        </p:txBody>
      </p:sp>
    </p:spTree>
    <p:extLst>
      <p:ext uri="{BB962C8B-B14F-4D97-AF65-F5344CB8AC3E}">
        <p14:creationId xmlns:p14="http://schemas.microsoft.com/office/powerpoint/2010/main" val="1303541974"/>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sp>
        <p:nvSpPr>
          <p:cNvPr id="2" name="TextBox 1"/>
          <p:cNvSpPr txBox="1"/>
          <p:nvPr/>
        </p:nvSpPr>
        <p:spPr>
          <a:xfrm>
            <a:off x="287446" y="2839457"/>
            <a:ext cx="6111288" cy="1754326"/>
          </a:xfrm>
          <a:prstGeom prst="rect">
            <a:avLst/>
          </a:prstGeom>
          <a:noFill/>
        </p:spPr>
        <p:txBody>
          <a:bodyPr wrap="none" lIns="91440" tIns="45720" rIns="91440" bIns="45720" anchor="t">
            <a:spAutoFit/>
          </a:bodyPr>
          <a:lstStyle/>
          <a:p>
            <a:pPr>
              <a:defRPr sz="5400" b="1">
                <a:solidFill>
                  <a:srgbClr val="003366"/>
                </a:solidFill>
              </a:defRPr>
            </a:pPr>
            <a:r>
              <a:rPr lang="en-US">
                <a:solidFill>
                  <a:srgbClr val="FFFFFF"/>
                </a:solidFill>
                <a:latin typeface="Segoe UI"/>
                <a:cs typeface="Segoe UI"/>
              </a:rPr>
              <a:t>PART 3</a:t>
            </a:r>
            <a:endParaRPr lang="fr-FR">
              <a:latin typeface="Segoe UI"/>
              <a:cs typeface="Segoe UI"/>
            </a:endParaRPr>
          </a:p>
          <a:p>
            <a:pPr>
              <a:defRPr sz="5400" b="1">
                <a:solidFill>
                  <a:srgbClr val="003366"/>
                </a:solidFill>
              </a:defRPr>
            </a:pPr>
            <a:r>
              <a:rPr lang="en-US" sz="5400">
                <a:solidFill>
                  <a:srgbClr val="FFFFFF"/>
                </a:solidFill>
                <a:latin typeface="Segoe UI"/>
                <a:cs typeface="Segoe UI"/>
              </a:rPr>
              <a:t>Technical Findings</a:t>
            </a:r>
            <a:endParaRPr lang="en-US" sz="5400">
              <a:solidFill>
                <a:srgbClr val="FFFFFF"/>
              </a:solidFill>
              <a:latin typeface="Segoe UI"/>
              <a:ea typeface="Calibri"/>
              <a:cs typeface="Segoe UI"/>
            </a:endParaRPr>
          </a:p>
        </p:txBody>
      </p:sp>
      <p:pic>
        <p:nvPicPr>
          <p:cNvPr id="7" name="Image 6" descr="Blanc_Teragone-Factory-logo.png">
            <a:extLst>
              <a:ext uri="{FF2B5EF4-FFF2-40B4-BE49-F238E27FC236}">
                <a16:creationId xmlns:a16="http://schemas.microsoft.com/office/drawing/2014/main" id="{48A66430-1B85-0ECB-3AC6-50D700E2566C}"/>
              </a:ext>
            </a:extLst>
          </p:cNvPr>
          <p:cNvPicPr>
            <a:picLocks noChangeAspect="1"/>
          </p:cNvPicPr>
          <p:nvPr/>
        </p:nvPicPr>
        <p:blipFill>
          <a:blip r:embed="rId3"/>
          <a:stretch>
            <a:fillRect/>
          </a:stretch>
        </p:blipFill>
        <p:spPr>
          <a:xfrm>
            <a:off x="9865451" y="215537"/>
            <a:ext cx="2076450" cy="647700"/>
          </a:xfrm>
          <a:prstGeom prst="rect">
            <a:avLst/>
          </a:prstGeom>
        </p:spPr>
      </p:pic>
      <p:pic>
        <p:nvPicPr>
          <p:cNvPr id="9" name="Graphique 8">
            <a:extLst>
              <a:ext uri="{FF2B5EF4-FFF2-40B4-BE49-F238E27FC236}">
                <a16:creationId xmlns:a16="http://schemas.microsoft.com/office/drawing/2014/main" id="{0061EC23-AE73-6A0B-C367-9A3E67EE17F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4787" y="214312"/>
            <a:ext cx="714375" cy="714375"/>
          </a:xfrm>
          <a:prstGeom prst="rect">
            <a:avLst/>
          </a:prstGeom>
        </p:spPr>
      </p:pic>
      <p:sp>
        <p:nvSpPr>
          <p:cNvPr id="4" name="Rectangle 3">
            <a:extLst>
              <a:ext uri="{FF2B5EF4-FFF2-40B4-BE49-F238E27FC236}">
                <a16:creationId xmlns:a16="http://schemas.microsoft.com/office/drawing/2014/main" id="{4F0D1AD8-86F2-C782-0134-5BD0721B975D}"/>
              </a:ext>
            </a:extLst>
          </p:cNvPr>
          <p:cNvSpPr/>
          <p:nvPr/>
        </p:nvSpPr>
        <p:spPr>
          <a:xfrm>
            <a:off x="4354" y="3566160"/>
            <a:ext cx="9136776" cy="45720"/>
          </a:xfrm>
          <a:prstGeom prst="rect">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latin typeface="Segoe UI"/>
              <a:cs typeface="Segoe UI"/>
            </a:endParaRPr>
          </a:p>
        </p:txBody>
      </p:sp>
    </p:spTree>
    <p:extLst>
      <p:ext uri="{BB962C8B-B14F-4D97-AF65-F5344CB8AC3E}">
        <p14:creationId xmlns:p14="http://schemas.microsoft.com/office/powerpoint/2010/main" val="25675813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E5DA2C-15B8-D4D0-7AB2-9E520F3A23E6}"/>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FF0D355-902B-A9B6-C363-D760C59393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8E7587C3-52D5-4E97-E5FB-B929DEBA476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0" y="-4"/>
            <a:ext cx="2834857" cy="6858004"/>
          </a:xfrm>
          <a:prstGeom prst="rect">
            <a:avLst/>
          </a:prstGeom>
          <a:solidFill>
            <a:srgbClr val="1E3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endParaRPr>
          </a:p>
        </p:txBody>
      </p:sp>
      <p:sp>
        <p:nvSpPr>
          <p:cNvPr id="2" name="TextBox 1">
            <a:extLst>
              <a:ext uri="{FF2B5EF4-FFF2-40B4-BE49-F238E27FC236}">
                <a16:creationId xmlns:a16="http://schemas.microsoft.com/office/drawing/2014/main" id="{A52D2FA1-6923-C2B7-1071-5C13193539E7}"/>
              </a:ext>
            </a:extLst>
          </p:cNvPr>
          <p:cNvSpPr txBox="1"/>
          <p:nvPr/>
        </p:nvSpPr>
        <p:spPr>
          <a:xfrm>
            <a:off x="116423" y="591344"/>
            <a:ext cx="2711060" cy="5585619"/>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ts val="0"/>
              </a:spcBef>
              <a:spcAft>
                <a:spcPts val="0"/>
              </a:spcAft>
              <a:buClrTx/>
              <a:buSzTx/>
              <a:buFontTx/>
              <a:buNone/>
              <a:tabLst/>
              <a:defRPr sz="4000" b="1">
                <a:solidFill>
                  <a:srgbClr val="003366"/>
                </a:solidFill>
              </a:defRPr>
            </a:pPr>
            <a:r>
              <a:rPr kumimoji="0" lang="en-US" sz="3500" b="1" i="0" u="none" strike="noStrike" kern="1200" cap="none" spc="0" normalizeH="0" baseline="0" noProof="0">
                <a:ln>
                  <a:noFill/>
                </a:ln>
                <a:solidFill>
                  <a:srgbClr val="FFFFFF"/>
                </a:solidFill>
                <a:effectLst/>
                <a:uLnTx/>
                <a:uFillTx/>
                <a:latin typeface="Segoe UI"/>
                <a:ea typeface="Calibri"/>
                <a:cs typeface="Segoe UI"/>
              </a:rPr>
              <a:t>Governance History - Key elements were missing</a:t>
            </a:r>
            <a:endParaRPr kumimoji="0" lang="en-US" sz="3500" b="1" i="0" u="none" strike="noStrike" kern="1200" cap="none" spc="0" normalizeH="0" baseline="0" noProof="0">
              <a:ln>
                <a:noFill/>
              </a:ln>
              <a:solidFill>
                <a:srgbClr val="FFFFFF"/>
              </a:solidFill>
              <a:effectLst/>
              <a:uLnTx/>
              <a:uFillTx/>
              <a:latin typeface="Segoe UI"/>
              <a:ea typeface="+mn-ea"/>
              <a:cs typeface="Segoe UI"/>
            </a:endParaRPr>
          </a:p>
          <a:p>
            <a:pPr marL="0" marR="0" lvl="0" indent="0" algn="l" defTabSz="914400" rtl="0" eaLnBrk="1" fontAlgn="auto" latinLnBrk="0" hangingPunct="1">
              <a:lnSpc>
                <a:spcPct val="90000"/>
              </a:lnSpc>
              <a:spcBef>
                <a:spcPts val="0"/>
              </a:spcBef>
              <a:spcAft>
                <a:spcPts val="0"/>
              </a:spcAft>
              <a:buClrTx/>
              <a:buSzTx/>
              <a:buFontTx/>
              <a:buNone/>
              <a:tabLst/>
              <a:defRPr sz="4000" b="1">
                <a:solidFill>
                  <a:srgbClr val="003366"/>
                </a:solidFill>
              </a:defRPr>
            </a:pPr>
            <a:endParaRPr kumimoji="0" lang="en-US" sz="3500" b="1" i="0" u="none" strike="noStrike" kern="1200" cap="none" spc="0" normalizeH="0" baseline="0" noProof="0">
              <a:ln>
                <a:noFill/>
              </a:ln>
              <a:solidFill>
                <a:srgbClr val="FFFFFF"/>
              </a:solidFill>
              <a:effectLst/>
              <a:uLnTx/>
              <a:uFillTx/>
              <a:latin typeface="Segoe UI"/>
              <a:ea typeface="Calibri"/>
              <a:cs typeface="Segoe UI"/>
            </a:endParaRPr>
          </a:p>
        </p:txBody>
      </p:sp>
      <p:sp>
        <p:nvSpPr>
          <p:cNvPr id="9" name="ZoneTexte 8">
            <a:extLst>
              <a:ext uri="{FF2B5EF4-FFF2-40B4-BE49-F238E27FC236}">
                <a16:creationId xmlns:a16="http://schemas.microsoft.com/office/drawing/2014/main" id="{B4C14D58-79F9-41FC-907C-17524F057FEB}"/>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fr-FR" sz="1200" b="1">
                <a:solidFill>
                  <a:srgbClr val="1E3A5F"/>
                </a:solidFill>
                <a:latin typeface="Segoe UI"/>
                <a:ea typeface="Calibri"/>
                <a:cs typeface="Segoe UI"/>
              </a:rPr>
              <a:t>———  PART 3 — </a:t>
            </a:r>
            <a:r>
              <a:rPr lang="fr-FR" sz="1200" b="1" err="1">
                <a:solidFill>
                  <a:srgbClr val="1E3A5F"/>
                </a:solidFill>
                <a:latin typeface="Segoe UI"/>
                <a:ea typeface="Calibri"/>
                <a:cs typeface="Segoe UI"/>
              </a:rPr>
              <a:t>Technical</a:t>
            </a:r>
            <a:r>
              <a:rPr lang="fr-FR" sz="1200" b="1">
                <a:solidFill>
                  <a:srgbClr val="1E3A5F"/>
                </a:solidFill>
                <a:latin typeface="Segoe UI"/>
                <a:ea typeface="Calibri"/>
                <a:cs typeface="Segoe UI"/>
              </a:rPr>
              <a:t> </a:t>
            </a:r>
            <a:r>
              <a:rPr lang="fr-FR" sz="1200" b="1" err="1">
                <a:solidFill>
                  <a:srgbClr val="1E3A5F"/>
                </a:solidFill>
                <a:latin typeface="Segoe UI"/>
                <a:ea typeface="Calibri"/>
                <a:cs typeface="Segoe UI"/>
              </a:rPr>
              <a:t>Findings</a:t>
            </a:r>
            <a:endParaRPr lang="fr-FR" sz="1200">
              <a:solidFill>
                <a:srgbClr val="000000"/>
              </a:solidFill>
              <a:latin typeface="Segoe UI"/>
              <a:ea typeface="Calibri"/>
              <a:cs typeface="Segoe UI"/>
            </a:endParaRPr>
          </a:p>
        </p:txBody>
      </p:sp>
      <p:cxnSp>
        <p:nvCxnSpPr>
          <p:cNvPr id="11" name="Connecteur droit avec flèche 10">
            <a:extLst>
              <a:ext uri="{FF2B5EF4-FFF2-40B4-BE49-F238E27FC236}">
                <a16:creationId xmlns:a16="http://schemas.microsoft.com/office/drawing/2014/main" id="{30CDCB89-2023-E2F9-A5E2-E9D171E6DB43}"/>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sp>
        <p:nvSpPr>
          <p:cNvPr id="5" name="Espace réservé du pied de page 2">
            <a:extLst>
              <a:ext uri="{FF2B5EF4-FFF2-40B4-BE49-F238E27FC236}">
                <a16:creationId xmlns:a16="http://schemas.microsoft.com/office/drawing/2014/main" id="{1E222E8E-8605-FA7D-EA90-A87DDDF232D6}"/>
              </a:ext>
            </a:extLst>
          </p:cNvPr>
          <p:cNvSpPr>
            <a:spLocks noGrp="1"/>
          </p:cNvSpPr>
          <p:nvPr>
            <p:ph type="ftr" sz="quarter" idx="11"/>
          </p:nvPr>
        </p:nvSpPr>
        <p:spPr>
          <a:xfrm>
            <a:off x="-593" y="6444952"/>
            <a:ext cx="12193181" cy="412389"/>
          </a:xfrm>
          <a:solidFill>
            <a:srgbClr val="F8F9FB"/>
          </a:solidFill>
          <a:ln>
            <a:solidFill>
              <a:srgbClr val="E1E4E8"/>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rgbClr val="6B7C93"/>
                </a:solidFill>
                <a:effectLst/>
                <a:uLnTx/>
                <a:uFillTx/>
                <a:latin typeface="Segoe UI"/>
                <a:ea typeface="+mn-lt"/>
                <a:cs typeface="Segoe UI"/>
              </a:rPr>
              <a:t>  ISWC System Audit – </a:t>
            </a:r>
            <a:r>
              <a:rPr kumimoji="0" lang="fr-FR" sz="1100" b="0" i="0" u="none" strike="noStrike" kern="1200" cap="none" spc="0" normalizeH="0" baseline="0" noProof="0" err="1">
                <a:ln>
                  <a:noFill/>
                </a:ln>
                <a:solidFill>
                  <a:srgbClr val="6B7C93"/>
                </a:solidFill>
                <a:effectLst/>
                <a:uLnTx/>
                <a:uFillTx/>
                <a:latin typeface="Segoe UI"/>
                <a:ea typeface="+mn-lt"/>
                <a:cs typeface="Segoe UI"/>
              </a:rPr>
              <a:t>Findings</a:t>
            </a:r>
            <a:r>
              <a:rPr kumimoji="0" lang="fr-FR" sz="1100" b="0" i="0" u="none" strike="noStrike" kern="1200" cap="none" spc="0" normalizeH="0" baseline="0" noProof="0">
                <a:ln>
                  <a:noFill/>
                </a:ln>
                <a:solidFill>
                  <a:srgbClr val="6B7C93"/>
                </a:solidFill>
                <a:effectLst/>
                <a:uLnTx/>
                <a:uFillTx/>
                <a:latin typeface="Segoe UI"/>
                <a:ea typeface="+mn-lt"/>
                <a:cs typeface="Segoe UI"/>
              </a:rPr>
              <a:t> &amp; Strategic </a:t>
            </a:r>
            <a:r>
              <a:rPr kumimoji="0" lang="fr-FR" sz="1100" b="0" i="0" u="none" strike="noStrike" kern="1200" cap="none" spc="0" normalizeH="0" baseline="0" noProof="0" err="1">
                <a:ln>
                  <a:noFill/>
                </a:ln>
                <a:solidFill>
                  <a:srgbClr val="6B7C93"/>
                </a:solidFill>
                <a:effectLst/>
                <a:uLnTx/>
                <a:uFillTx/>
                <a:latin typeface="Segoe UI"/>
                <a:ea typeface="+mn-lt"/>
                <a:cs typeface="Segoe UI"/>
              </a:rPr>
              <a:t>Recommendations</a:t>
            </a:r>
            <a:r>
              <a:rPr kumimoji="0" lang="fr-FR" sz="1100" b="0" i="0" u="none" strike="noStrike" kern="1200" cap="none" spc="0" normalizeH="0" baseline="0" noProof="0">
                <a:ln>
                  <a:noFill/>
                </a:ln>
                <a:solidFill>
                  <a:srgbClr val="6B7C93"/>
                </a:solidFill>
                <a:effectLst/>
                <a:uLnTx/>
                <a:uFillTx/>
                <a:latin typeface="Segoe UI"/>
                <a:ea typeface="+mn-lt"/>
                <a:cs typeface="Segoe UI"/>
              </a:rPr>
              <a:t> • </a:t>
            </a:r>
            <a:r>
              <a:rPr kumimoji="0" lang="fr-FR" sz="1100" b="0" i="0" u="none" strike="noStrike" kern="1200" cap="none" spc="0" normalizeH="0" baseline="0" noProof="0" err="1">
                <a:ln>
                  <a:noFill/>
                </a:ln>
                <a:solidFill>
                  <a:srgbClr val="6B7C93"/>
                </a:solidFill>
                <a:effectLst/>
                <a:uLnTx/>
                <a:uFillTx/>
                <a:latin typeface="Segoe UI"/>
                <a:ea typeface="+mn-lt"/>
                <a:cs typeface="Segoe UI"/>
              </a:rPr>
              <a:t>November</a:t>
            </a:r>
            <a:r>
              <a:rPr kumimoji="0" lang="fr-FR" sz="1100" b="0" i="0" u="none" strike="noStrike" kern="1200" cap="none" spc="0" normalizeH="0" baseline="0" noProof="0">
                <a:ln>
                  <a:noFill/>
                </a:ln>
                <a:solidFill>
                  <a:srgbClr val="6B7C93"/>
                </a:solidFill>
                <a:effectLst/>
                <a:uLnTx/>
                <a:uFillTx/>
                <a:latin typeface="Segoe UI"/>
                <a:ea typeface="+mn-lt"/>
                <a:cs typeface="Segoe UI"/>
              </a:rPr>
              <a:t> 24, 2025</a:t>
            </a:r>
            <a:endParaRPr kumimoji="0" lang="fr-FR" sz="1100" b="0" i="0" u="none" strike="noStrike" kern="1200" cap="none" spc="0" normalizeH="0" baseline="0" noProof="0">
              <a:ln>
                <a:noFill/>
              </a:ln>
              <a:solidFill>
                <a:prstClr val="black">
                  <a:tint val="75000"/>
                </a:prstClr>
              </a:solidFill>
              <a:effectLst/>
              <a:uLnTx/>
              <a:uFillTx/>
              <a:latin typeface="Segoe UI"/>
              <a:ea typeface="+mn-ea"/>
              <a:cs typeface="Segoe UI"/>
            </a:endParaRPr>
          </a:p>
        </p:txBody>
      </p:sp>
      <p:sp>
        <p:nvSpPr>
          <p:cNvPr id="7" name="Espace réservé du numéro de diapositive 6">
            <a:extLst>
              <a:ext uri="{FF2B5EF4-FFF2-40B4-BE49-F238E27FC236}">
                <a16:creationId xmlns:a16="http://schemas.microsoft.com/office/drawing/2014/main" id="{59CADD74-DE95-3A24-C2E9-D15C02E42639}"/>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dirty="0" smtClean="0">
                <a:ln>
                  <a:noFill/>
                </a:ln>
                <a:solidFill>
                  <a:srgbClr val="1E3A5F"/>
                </a:solidFill>
                <a:effectLst/>
                <a:uLnTx/>
                <a:uFillTx/>
                <a:latin typeface="Segoe UI"/>
                <a:ea typeface="+mn-ea"/>
                <a:cs typeface="Segoe UI"/>
              </a:rPr>
              <a:pPr marL="0" marR="0" lvl="0" indent="0" algn="ctr" defTabSz="457200" rtl="0" eaLnBrk="1" fontAlgn="auto" latinLnBrk="0" hangingPunct="1">
                <a:lnSpc>
                  <a:spcPct val="100000"/>
                </a:lnSpc>
                <a:spcBef>
                  <a:spcPts val="0"/>
                </a:spcBef>
                <a:spcAft>
                  <a:spcPts val="0"/>
                </a:spcAft>
                <a:buClrTx/>
                <a:buSzTx/>
                <a:buFontTx/>
                <a:buNone/>
                <a:tabLst/>
                <a:defRPr/>
              </a:pPr>
              <a:t>11</a:t>
            </a:fld>
            <a:endParaRPr kumimoji="0" lang="fr-FR" sz="1200" b="0" i="0" u="none" strike="noStrike" kern="1200" cap="none" spc="0" normalizeH="0" baseline="0" noProof="0">
              <a:ln>
                <a:noFill/>
              </a:ln>
              <a:solidFill>
                <a:srgbClr val="1E3A5F"/>
              </a:solidFill>
              <a:effectLst/>
              <a:uLnTx/>
              <a:uFillTx/>
              <a:latin typeface="Segoe UI"/>
              <a:ea typeface="Calibri"/>
              <a:cs typeface="Segoe UI"/>
            </a:endParaRPr>
          </a:p>
        </p:txBody>
      </p:sp>
      <p:graphicFrame>
        <p:nvGraphicFramePr>
          <p:cNvPr id="3" name="Tableau 2">
            <a:extLst>
              <a:ext uri="{FF2B5EF4-FFF2-40B4-BE49-F238E27FC236}">
                <a16:creationId xmlns:a16="http://schemas.microsoft.com/office/drawing/2014/main" id="{26B98467-FD99-F4B5-0E24-2A4DE074AC6C}"/>
              </a:ext>
            </a:extLst>
          </p:cNvPr>
          <p:cNvGraphicFramePr>
            <a:graphicFrameLocks noGrp="1"/>
          </p:cNvGraphicFramePr>
          <p:nvPr>
            <p:extLst>
              <p:ext uri="{D42A27DB-BD31-4B8C-83A1-F6EECF244321}">
                <p14:modId xmlns:p14="http://schemas.microsoft.com/office/powerpoint/2010/main" val="4044061825"/>
              </p:ext>
            </p:extLst>
          </p:nvPr>
        </p:nvGraphicFramePr>
        <p:xfrm>
          <a:off x="3242996" y="801797"/>
          <a:ext cx="8517528" cy="1206456"/>
        </p:xfrm>
        <a:graphic>
          <a:graphicData uri="http://schemas.openxmlformats.org/drawingml/2006/table">
            <a:tbl>
              <a:tblPr firstRow="1" bandRow="1">
                <a:tableStyleId>{5940675A-B579-460E-94D1-54222C63F5DA}</a:tableStyleId>
              </a:tblPr>
              <a:tblGrid>
                <a:gridCol w="3945971">
                  <a:extLst>
                    <a:ext uri="{9D8B030D-6E8A-4147-A177-3AD203B41FA5}">
                      <a16:colId xmlns:a16="http://schemas.microsoft.com/office/drawing/2014/main" val="3706951297"/>
                    </a:ext>
                  </a:extLst>
                </a:gridCol>
                <a:gridCol w="4571557">
                  <a:extLst>
                    <a:ext uri="{9D8B030D-6E8A-4147-A177-3AD203B41FA5}">
                      <a16:colId xmlns:a16="http://schemas.microsoft.com/office/drawing/2014/main" val="2089607730"/>
                    </a:ext>
                  </a:extLst>
                </a:gridCol>
              </a:tblGrid>
              <a:tr h="402152">
                <a:tc>
                  <a:txBody>
                    <a:bodyPr/>
                    <a:lstStyle/>
                    <a:p>
                      <a:pPr lvl="0">
                        <a:buNone/>
                      </a:pPr>
                      <a:r>
                        <a:rPr lang="en-US" sz="1600" u="none" strike="noStrike" noProof="0">
                          <a:solidFill>
                            <a:srgbClr val="228B22"/>
                          </a:solidFill>
                          <a:latin typeface="Segoe UI"/>
                        </a:rPr>
                        <a:t>✅ </a:t>
                      </a:r>
                      <a:r>
                        <a:rPr lang="en-US" sz="1600" b="1" i="0" u="none" strike="noStrike" kern="1200" noProof="0">
                          <a:solidFill>
                            <a:srgbClr val="000000"/>
                          </a:solidFill>
                          <a:latin typeface="Segoe UI"/>
                          <a:ea typeface="+mn-ea"/>
                          <a:cs typeface="+mn-cs"/>
                        </a:rPr>
                        <a:t>Well-structured codebase</a:t>
                      </a:r>
                      <a:endParaRPr lang="fr-FR" sz="1600" b="1" i="0" u="none" strike="noStrike" kern="1200">
                        <a:solidFill>
                          <a:srgbClr val="000000"/>
                        </a:solidFill>
                        <a:latin typeface="Segoe UI"/>
                        <a:ea typeface="+mn-ea"/>
                        <a:cs typeface="+mn-cs"/>
                      </a:endParaRPr>
                    </a:p>
                  </a:txBody>
                  <a:tcPr/>
                </a:tc>
                <a:tc>
                  <a:txBody>
                    <a:bodyPr/>
                    <a:lstStyle/>
                    <a:p>
                      <a:pPr lvl="0">
                        <a:buNone/>
                      </a:pPr>
                      <a:r>
                        <a:rPr lang="en-US" sz="1600" u="none" strike="noStrike" noProof="0">
                          <a:solidFill>
                            <a:srgbClr val="228B22"/>
                          </a:solidFill>
                          <a:latin typeface="Segoe UI"/>
                        </a:rPr>
                        <a:t>⚠️ </a:t>
                      </a:r>
                      <a:r>
                        <a:rPr lang="en-US" sz="1600" b="1" i="0" u="none" strike="noStrike" kern="1200" noProof="0">
                          <a:solidFill>
                            <a:srgbClr val="000000"/>
                          </a:solidFill>
                          <a:latin typeface="Segoe UI"/>
                          <a:ea typeface="+mn-ea"/>
                          <a:cs typeface="+mn-cs"/>
                        </a:rPr>
                        <a:t>Minimal code comments</a:t>
                      </a:r>
                      <a:endParaRPr lang="fr-FR" sz="1600" b="1" i="0" u="none" strike="noStrike" kern="1200">
                        <a:solidFill>
                          <a:srgbClr val="000000"/>
                        </a:solidFill>
                        <a:latin typeface="Segoe UI"/>
                        <a:ea typeface="+mn-ea"/>
                        <a:cs typeface="+mn-cs"/>
                      </a:endParaRPr>
                    </a:p>
                  </a:txBody>
                  <a:tcPr/>
                </a:tc>
                <a:extLst>
                  <a:ext uri="{0D108BD9-81ED-4DB2-BD59-A6C34878D82A}">
                    <a16:rowId xmlns:a16="http://schemas.microsoft.com/office/drawing/2014/main" val="3980054303"/>
                  </a:ext>
                </a:extLst>
              </a:tr>
              <a:tr h="402152">
                <a:tc>
                  <a:txBody>
                    <a:bodyPr/>
                    <a:lstStyle/>
                    <a:p>
                      <a:pPr lvl="0">
                        <a:buNone/>
                      </a:pPr>
                      <a:r>
                        <a:rPr lang="en-US" sz="1400" b="0" i="0" u="none" strike="noStrike" noProof="0">
                          <a:solidFill>
                            <a:srgbClr val="000000"/>
                          </a:solidFill>
                          <a:latin typeface="Segoe UI"/>
                        </a:rPr>
                        <a:t>Logical project organization </a:t>
                      </a:r>
                      <a:endParaRPr lang="fr-FR">
                        <a:latin typeface="Segoe UI"/>
                      </a:endParaRPr>
                    </a:p>
                  </a:txBody>
                  <a:tcPr/>
                </a:tc>
                <a:tc>
                  <a:txBody>
                    <a:bodyPr/>
                    <a:lstStyle/>
                    <a:p>
                      <a:pPr lvl="0" algn="l">
                        <a:lnSpc>
                          <a:spcPct val="100000"/>
                        </a:lnSpc>
                        <a:spcBef>
                          <a:spcPts val="0"/>
                        </a:spcBef>
                        <a:spcAft>
                          <a:spcPts val="0"/>
                        </a:spcAft>
                        <a:buNone/>
                      </a:pPr>
                      <a:r>
                        <a:rPr lang="en-US" sz="1400" b="0" i="0" u="none" strike="noStrike" noProof="0">
                          <a:solidFill>
                            <a:srgbClr val="000000"/>
                          </a:solidFill>
                          <a:latin typeface="Segoe UI"/>
                        </a:rPr>
                        <a:t>Business logic not documented</a:t>
                      </a:r>
                      <a:endParaRPr lang="fr-FR" sz="1400" b="0" i="0" u="none" strike="noStrike" noProof="0">
                        <a:solidFill>
                          <a:srgbClr val="000000"/>
                        </a:solidFill>
                        <a:latin typeface="Segoe UI"/>
                      </a:endParaRPr>
                    </a:p>
                  </a:txBody>
                  <a:tcPr/>
                </a:tc>
                <a:extLst>
                  <a:ext uri="{0D108BD9-81ED-4DB2-BD59-A6C34878D82A}">
                    <a16:rowId xmlns:a16="http://schemas.microsoft.com/office/drawing/2014/main" val="745981040"/>
                  </a:ext>
                </a:extLst>
              </a:tr>
              <a:tr h="402152">
                <a:tc>
                  <a:txBody>
                    <a:bodyPr/>
                    <a:lstStyle/>
                    <a:p>
                      <a:pPr lvl="0">
                        <a:buNone/>
                      </a:pPr>
                      <a:r>
                        <a:rPr lang="en-US" sz="1400" b="0" i="0" u="none" strike="noStrike" noProof="0">
                          <a:solidFill>
                            <a:srgbClr val="000000"/>
                          </a:solidFill>
                          <a:latin typeface="Segoe UI"/>
                        </a:rPr>
                        <a:t>Easy to navigate</a:t>
                      </a:r>
                      <a:endParaRPr lang="fr-FR">
                        <a:latin typeface="Segoe UI"/>
                      </a:endParaRPr>
                    </a:p>
                  </a:txBody>
                  <a:tcPr/>
                </a:tc>
                <a:tc>
                  <a:txBody>
                    <a:bodyPr/>
                    <a:lstStyle/>
                    <a:p>
                      <a:pPr lvl="0" algn="l">
                        <a:lnSpc>
                          <a:spcPct val="100000"/>
                        </a:lnSpc>
                        <a:spcBef>
                          <a:spcPts val="0"/>
                        </a:spcBef>
                        <a:spcAft>
                          <a:spcPts val="0"/>
                        </a:spcAft>
                        <a:buNone/>
                      </a:pPr>
                      <a:r>
                        <a:rPr lang="en-US" sz="1400" b="0" i="0" u="none" strike="noStrike" noProof="0">
                          <a:solidFill>
                            <a:srgbClr val="000000"/>
                          </a:solidFill>
                          <a:latin typeface="Segoe UI"/>
                        </a:rPr>
                        <a:t> "Locked in people's heads"</a:t>
                      </a:r>
                      <a:endParaRPr lang="fr-FR" sz="1400" b="0" i="0" u="none" strike="noStrike" noProof="0">
                        <a:solidFill>
                          <a:srgbClr val="000000"/>
                        </a:solidFill>
                        <a:latin typeface="Segoe UI"/>
                      </a:endParaRPr>
                    </a:p>
                  </a:txBody>
                  <a:tcPr/>
                </a:tc>
                <a:extLst>
                  <a:ext uri="{0D108BD9-81ED-4DB2-BD59-A6C34878D82A}">
                    <a16:rowId xmlns:a16="http://schemas.microsoft.com/office/drawing/2014/main" val="3483835307"/>
                  </a:ext>
                </a:extLst>
              </a:tr>
            </a:tbl>
          </a:graphicData>
        </a:graphic>
      </p:graphicFrame>
      <p:graphicFrame>
        <p:nvGraphicFramePr>
          <p:cNvPr id="4" name="Tableau 3">
            <a:extLst>
              <a:ext uri="{FF2B5EF4-FFF2-40B4-BE49-F238E27FC236}">
                <a16:creationId xmlns:a16="http://schemas.microsoft.com/office/drawing/2014/main" id="{ADAF6EA3-83EF-FC76-8A41-F86BE76C642C}"/>
              </a:ext>
            </a:extLst>
          </p:cNvPr>
          <p:cNvGraphicFramePr>
            <a:graphicFrameLocks noGrp="1"/>
          </p:cNvGraphicFramePr>
          <p:nvPr>
            <p:extLst>
              <p:ext uri="{D42A27DB-BD31-4B8C-83A1-F6EECF244321}">
                <p14:modId xmlns:p14="http://schemas.microsoft.com/office/powerpoint/2010/main" val="916705313"/>
              </p:ext>
            </p:extLst>
          </p:nvPr>
        </p:nvGraphicFramePr>
        <p:xfrm>
          <a:off x="3241243" y="2331602"/>
          <a:ext cx="8525067" cy="1714368"/>
        </p:xfrm>
        <a:graphic>
          <a:graphicData uri="http://schemas.openxmlformats.org/drawingml/2006/table">
            <a:tbl>
              <a:tblPr firstRow="1" bandRow="1">
                <a:tableStyleId>{5940675A-B579-460E-94D1-54222C63F5DA}</a:tableStyleId>
              </a:tblPr>
              <a:tblGrid>
                <a:gridCol w="3953875">
                  <a:extLst>
                    <a:ext uri="{9D8B030D-6E8A-4147-A177-3AD203B41FA5}">
                      <a16:colId xmlns:a16="http://schemas.microsoft.com/office/drawing/2014/main" val="3706951297"/>
                    </a:ext>
                  </a:extLst>
                </a:gridCol>
                <a:gridCol w="4571192">
                  <a:extLst>
                    <a:ext uri="{9D8B030D-6E8A-4147-A177-3AD203B41FA5}">
                      <a16:colId xmlns:a16="http://schemas.microsoft.com/office/drawing/2014/main" val="2089607730"/>
                    </a:ext>
                  </a:extLst>
                </a:gridCol>
              </a:tblGrid>
              <a:tr h="428592">
                <a:tc>
                  <a:txBody>
                    <a:bodyPr/>
                    <a:lstStyle/>
                    <a:p>
                      <a:pPr lvl="0">
                        <a:buNone/>
                      </a:pPr>
                      <a:r>
                        <a:rPr lang="en-US" sz="1600" b="1" i="0" u="none" strike="noStrike" kern="1200" noProof="0">
                          <a:solidFill>
                            <a:srgbClr val="000000"/>
                          </a:solidFill>
                          <a:latin typeface="Segoe UI"/>
                          <a:ea typeface="+mn-ea"/>
                          <a:cs typeface="+mn-cs"/>
                        </a:rPr>
                        <a:t>✅ Clean separation of concerns </a:t>
                      </a:r>
                    </a:p>
                  </a:txBody>
                  <a:tcPr/>
                </a:tc>
                <a:tc>
                  <a:txBody>
                    <a:bodyPr/>
                    <a:lstStyle/>
                    <a:p>
                      <a:pPr lvl="0">
                        <a:buNone/>
                      </a:pPr>
                      <a:r>
                        <a:rPr lang="en-US" sz="1600" b="1" i="0" u="none" strike="noStrike" kern="1200" noProof="0">
                          <a:solidFill>
                            <a:srgbClr val="000000"/>
                          </a:solidFill>
                          <a:latin typeface="Segoe UI"/>
                          <a:ea typeface="+mn-ea"/>
                          <a:cs typeface="+mn-cs"/>
                        </a:rPr>
                        <a:t>⚠️ Significant code duplication / Imbrication</a:t>
                      </a:r>
                    </a:p>
                  </a:txBody>
                  <a:tcPr/>
                </a:tc>
                <a:extLst>
                  <a:ext uri="{0D108BD9-81ED-4DB2-BD59-A6C34878D82A}">
                    <a16:rowId xmlns:a16="http://schemas.microsoft.com/office/drawing/2014/main" val="3980054303"/>
                  </a:ext>
                </a:extLst>
              </a:tr>
              <a:tr h="428592">
                <a:tc>
                  <a:txBody>
                    <a:bodyPr/>
                    <a:lstStyle/>
                    <a:p>
                      <a:pPr lvl="0">
                        <a:buNone/>
                      </a:pPr>
                      <a:r>
                        <a:rPr lang="en-US" sz="1400" b="0" i="0" u="none" strike="noStrike" noProof="0">
                          <a:solidFill>
                            <a:srgbClr val="000000"/>
                          </a:solidFill>
                          <a:latin typeface="Segoe UI"/>
                        </a:rPr>
                        <a:t>Controllers, Services, Repos, Managers</a:t>
                      </a:r>
                      <a:endParaRPr lang="en-US" noProof="0">
                        <a:latin typeface="Segoe UI"/>
                      </a:endParaRPr>
                    </a:p>
                  </a:txBody>
                  <a:tcPr/>
                </a:tc>
                <a:tc>
                  <a:txBody>
                    <a:bodyPr/>
                    <a:lstStyle/>
                    <a:p>
                      <a:pPr lvl="0" algn="l">
                        <a:lnSpc>
                          <a:spcPct val="100000"/>
                        </a:lnSpc>
                        <a:spcBef>
                          <a:spcPts val="0"/>
                        </a:spcBef>
                        <a:spcAft>
                          <a:spcPts val="0"/>
                        </a:spcAft>
                        <a:buNone/>
                      </a:pPr>
                      <a:r>
                        <a:rPr lang="en-US" sz="1400" b="0" i="0" u="none" strike="noStrike" noProof="0">
                          <a:solidFill>
                            <a:srgbClr val="000000"/>
                          </a:solidFill>
                          <a:latin typeface="Segoe UI"/>
                        </a:rPr>
                        <a:t>Repeated patterns across modules</a:t>
                      </a:r>
                      <a:endParaRPr lang="en-US" noProof="0">
                        <a:latin typeface="Segoe UI"/>
                      </a:endParaRPr>
                    </a:p>
                  </a:txBody>
                  <a:tcPr/>
                </a:tc>
                <a:extLst>
                  <a:ext uri="{0D108BD9-81ED-4DB2-BD59-A6C34878D82A}">
                    <a16:rowId xmlns:a16="http://schemas.microsoft.com/office/drawing/2014/main" val="745981040"/>
                  </a:ext>
                </a:extLst>
              </a:tr>
              <a:tr h="428592">
                <a:tc>
                  <a:txBody>
                    <a:bodyPr/>
                    <a:lstStyle/>
                    <a:p>
                      <a:pPr lvl="0">
                        <a:buNone/>
                      </a:pPr>
                      <a:r>
                        <a:rPr lang="en-US" sz="1400" b="0" i="0" u="none" strike="noStrike" noProof="0">
                          <a:solidFill>
                            <a:srgbClr val="000000"/>
                          </a:solidFill>
                          <a:latin typeface="Segoe UI"/>
                        </a:rPr>
                        <a:t>Interface abstractions / Dependency Injection</a:t>
                      </a:r>
                      <a:endParaRPr lang="en-US" noProof="0">
                        <a:latin typeface="Segoe UI"/>
                      </a:endParaRPr>
                    </a:p>
                  </a:txBody>
                  <a:tcPr/>
                </a:tc>
                <a:tc>
                  <a:txBody>
                    <a:bodyPr/>
                    <a:lstStyle/>
                    <a:p>
                      <a:pPr lvl="0" algn="l">
                        <a:lnSpc>
                          <a:spcPct val="100000"/>
                        </a:lnSpc>
                        <a:spcBef>
                          <a:spcPts val="0"/>
                        </a:spcBef>
                        <a:spcAft>
                          <a:spcPts val="0"/>
                        </a:spcAft>
                        <a:buNone/>
                      </a:pPr>
                      <a:r>
                        <a:rPr lang="en-US" sz="1400" b="0" i="0" u="none" strike="noStrike" noProof="0">
                          <a:solidFill>
                            <a:srgbClr val="000000"/>
                          </a:solidFill>
                          <a:latin typeface="Segoe UI"/>
                        </a:rPr>
                        <a:t>Lots of local functions</a:t>
                      </a:r>
                    </a:p>
                  </a:txBody>
                  <a:tcPr/>
                </a:tc>
                <a:extLst>
                  <a:ext uri="{0D108BD9-81ED-4DB2-BD59-A6C34878D82A}">
                    <a16:rowId xmlns:a16="http://schemas.microsoft.com/office/drawing/2014/main" val="3483835307"/>
                  </a:ext>
                </a:extLst>
              </a:tr>
              <a:tr h="428592">
                <a:tc>
                  <a:txBody>
                    <a:bodyPr/>
                    <a:lstStyle/>
                    <a:p>
                      <a:pPr lvl="0">
                        <a:buNone/>
                      </a:pPr>
                      <a:r>
                        <a:rPr lang="en-US" sz="1400" b="0" i="0" u="none" strike="noStrike" noProof="0">
                          <a:solidFill>
                            <a:srgbClr val="000000"/>
                          </a:solidFill>
                          <a:latin typeface="Segoe UI"/>
                        </a:rPr>
                        <a:t>Testability enabled</a:t>
                      </a:r>
                    </a:p>
                  </a:txBody>
                  <a:tcPr/>
                </a:tc>
                <a:tc>
                  <a:txBody>
                    <a:bodyPr/>
                    <a:lstStyle/>
                    <a:p>
                      <a:pPr lvl="0" algn="l">
                        <a:lnSpc>
                          <a:spcPct val="100000"/>
                        </a:lnSpc>
                        <a:spcBef>
                          <a:spcPts val="0"/>
                        </a:spcBef>
                        <a:spcAft>
                          <a:spcPts val="0"/>
                        </a:spcAft>
                        <a:buNone/>
                      </a:pPr>
                      <a:r>
                        <a:rPr lang="en-US" sz="1400" b="0" i="0" u="none" strike="noStrike" noProof="0">
                          <a:solidFill>
                            <a:srgbClr val="000000"/>
                          </a:solidFill>
                          <a:latin typeface="Segoe UI"/>
                        </a:rPr>
                        <a:t>Maintainability Risks</a:t>
                      </a:r>
                    </a:p>
                  </a:txBody>
                  <a:tcPr/>
                </a:tc>
                <a:extLst>
                  <a:ext uri="{0D108BD9-81ED-4DB2-BD59-A6C34878D82A}">
                    <a16:rowId xmlns:a16="http://schemas.microsoft.com/office/drawing/2014/main" val="3498228172"/>
                  </a:ext>
                </a:extLst>
              </a:tr>
            </a:tbl>
          </a:graphicData>
        </a:graphic>
      </p:graphicFrame>
      <p:graphicFrame>
        <p:nvGraphicFramePr>
          <p:cNvPr id="6" name="Tableau 5">
            <a:extLst>
              <a:ext uri="{FF2B5EF4-FFF2-40B4-BE49-F238E27FC236}">
                <a16:creationId xmlns:a16="http://schemas.microsoft.com/office/drawing/2014/main" id="{38AF5972-7DF9-9040-32A7-C41DCCDDEF41}"/>
              </a:ext>
            </a:extLst>
          </p:cNvPr>
          <p:cNvGraphicFramePr>
            <a:graphicFrameLocks noGrp="1"/>
          </p:cNvGraphicFramePr>
          <p:nvPr>
            <p:extLst>
              <p:ext uri="{D42A27DB-BD31-4B8C-83A1-F6EECF244321}">
                <p14:modId xmlns:p14="http://schemas.microsoft.com/office/powerpoint/2010/main" val="2606546776"/>
              </p:ext>
            </p:extLst>
          </p:nvPr>
        </p:nvGraphicFramePr>
        <p:xfrm>
          <a:off x="3247351" y="4388699"/>
          <a:ext cx="8538262" cy="1460343"/>
        </p:xfrm>
        <a:graphic>
          <a:graphicData uri="http://schemas.openxmlformats.org/drawingml/2006/table">
            <a:tbl>
              <a:tblPr firstRow="1" bandRow="1">
                <a:tableStyleId>{5940675A-B579-460E-94D1-54222C63F5DA}</a:tableStyleId>
              </a:tblPr>
              <a:tblGrid>
                <a:gridCol w="3955577">
                  <a:extLst>
                    <a:ext uri="{9D8B030D-6E8A-4147-A177-3AD203B41FA5}">
                      <a16:colId xmlns:a16="http://schemas.microsoft.com/office/drawing/2014/main" val="3706951297"/>
                    </a:ext>
                  </a:extLst>
                </a:gridCol>
                <a:gridCol w="4582685">
                  <a:extLst>
                    <a:ext uri="{9D8B030D-6E8A-4147-A177-3AD203B41FA5}">
                      <a16:colId xmlns:a16="http://schemas.microsoft.com/office/drawing/2014/main" val="2089607730"/>
                    </a:ext>
                  </a:extLst>
                </a:gridCol>
              </a:tblGrid>
              <a:tr h="486781">
                <a:tc>
                  <a:txBody>
                    <a:bodyPr/>
                    <a:lstStyle/>
                    <a:p>
                      <a:pPr marL="0" lvl="0" algn="l" defTabSz="457200" rtl="0" eaLnBrk="1" latinLnBrk="0" hangingPunct="1">
                        <a:buNone/>
                      </a:pPr>
                      <a:r>
                        <a:rPr lang="en-US" sz="1600" b="1" i="0" u="none" strike="noStrike" kern="1200" noProof="0">
                          <a:solidFill>
                            <a:srgbClr val="000000"/>
                          </a:solidFill>
                          <a:latin typeface="Segoe UI"/>
                          <a:ea typeface="+mn-ea"/>
                          <a:cs typeface="+mn-cs"/>
                        </a:rPr>
                        <a:t>✅ Modern .NET 8 patterns</a:t>
                      </a:r>
                      <a:endParaRPr lang="fr-FR" sz="1600" b="1" i="0" u="none" strike="noStrike" kern="1200">
                        <a:solidFill>
                          <a:srgbClr val="000000"/>
                        </a:solidFill>
                        <a:latin typeface="Segoe UI"/>
                        <a:ea typeface="+mn-ea"/>
                        <a:cs typeface="+mn-cs"/>
                      </a:endParaRPr>
                    </a:p>
                  </a:txBody>
                  <a:tcPr/>
                </a:tc>
                <a:tc>
                  <a:txBody>
                    <a:bodyPr/>
                    <a:lstStyle/>
                    <a:p>
                      <a:pPr marL="0" lvl="0" algn="l" defTabSz="457200" rtl="0" eaLnBrk="1" latinLnBrk="0" hangingPunct="1">
                        <a:buNone/>
                      </a:pPr>
                      <a:r>
                        <a:rPr lang="en-US" sz="1600" b="1" i="0" u="none" strike="noStrike" kern="1200" noProof="0">
                          <a:solidFill>
                            <a:srgbClr val="000000"/>
                          </a:solidFill>
                          <a:latin typeface="Segoe UI"/>
                          <a:ea typeface="+mn-ea"/>
                          <a:cs typeface="+mn-cs"/>
                        </a:rPr>
                        <a:t>⚠️ High implicit knowledge</a:t>
                      </a:r>
                      <a:endParaRPr lang="fr-FR" sz="1600" b="1" i="0" u="none" strike="noStrike" kern="1200">
                        <a:solidFill>
                          <a:srgbClr val="000000"/>
                        </a:solidFill>
                        <a:latin typeface="Segoe UI"/>
                        <a:ea typeface="+mn-ea"/>
                        <a:cs typeface="+mn-cs"/>
                      </a:endParaRPr>
                    </a:p>
                  </a:txBody>
                  <a:tcPr/>
                </a:tc>
                <a:extLst>
                  <a:ext uri="{0D108BD9-81ED-4DB2-BD59-A6C34878D82A}">
                    <a16:rowId xmlns:a16="http://schemas.microsoft.com/office/drawing/2014/main" val="3980054303"/>
                  </a:ext>
                </a:extLst>
              </a:tr>
              <a:tr h="486781">
                <a:tc>
                  <a:txBody>
                    <a:bodyPr/>
                    <a:lstStyle/>
                    <a:p>
                      <a:pPr lvl="0">
                        <a:buNone/>
                      </a:pPr>
                      <a:r>
                        <a:rPr lang="en-US" sz="1400" b="0" i="0" u="none" strike="noStrike" noProof="0">
                          <a:solidFill>
                            <a:srgbClr val="000000"/>
                          </a:solidFill>
                          <a:latin typeface="Segoe UI"/>
                        </a:rPr>
                        <a:t>Async/await usage</a:t>
                      </a:r>
                      <a:endParaRPr lang="fr-FR">
                        <a:latin typeface="Segoe UI"/>
                      </a:endParaRPr>
                    </a:p>
                  </a:txBody>
                  <a:tcPr/>
                </a:tc>
                <a:tc>
                  <a:txBody>
                    <a:bodyPr/>
                    <a:lstStyle/>
                    <a:p>
                      <a:pPr lvl="0" algn="l">
                        <a:lnSpc>
                          <a:spcPct val="100000"/>
                        </a:lnSpc>
                        <a:spcBef>
                          <a:spcPts val="0"/>
                        </a:spcBef>
                        <a:spcAft>
                          <a:spcPts val="0"/>
                        </a:spcAft>
                        <a:buNone/>
                      </a:pPr>
                      <a:r>
                        <a:rPr lang="en-US" sz="1400" b="0" i="0" u="none" strike="noStrike" noProof="0">
                          <a:solidFill>
                            <a:srgbClr val="000000"/>
                          </a:solidFill>
                          <a:latin typeface="Segoe UI"/>
                        </a:rPr>
                        <a:t>Contextual understanding required</a:t>
                      </a:r>
                      <a:endParaRPr lang="fr-FR">
                        <a:latin typeface="Segoe UI"/>
                      </a:endParaRPr>
                    </a:p>
                  </a:txBody>
                  <a:tcPr/>
                </a:tc>
                <a:extLst>
                  <a:ext uri="{0D108BD9-81ED-4DB2-BD59-A6C34878D82A}">
                    <a16:rowId xmlns:a16="http://schemas.microsoft.com/office/drawing/2014/main" val="745981040"/>
                  </a:ext>
                </a:extLst>
              </a:tr>
              <a:tr h="486781">
                <a:tc>
                  <a:txBody>
                    <a:bodyPr/>
                    <a:lstStyle/>
                    <a:p>
                      <a:pPr lvl="0">
                        <a:buNone/>
                      </a:pPr>
                      <a:r>
                        <a:rPr lang="en-US" sz="1400" b="0" i="0" u="none" strike="noStrike" noProof="0">
                          <a:solidFill>
                            <a:srgbClr val="000000"/>
                          </a:solidFill>
                          <a:latin typeface="Segoe UI"/>
                        </a:rPr>
                        <a:t>Entity Framework Core 8.0</a:t>
                      </a:r>
                      <a:endParaRPr lang="fr-FR">
                        <a:latin typeface="Segoe UI"/>
                      </a:endParaRPr>
                    </a:p>
                  </a:txBody>
                  <a:tcPr/>
                </a:tc>
                <a:tc>
                  <a:txBody>
                    <a:bodyPr/>
                    <a:lstStyle/>
                    <a:p>
                      <a:pPr lvl="0" algn="l">
                        <a:lnSpc>
                          <a:spcPct val="100000"/>
                        </a:lnSpc>
                        <a:spcBef>
                          <a:spcPts val="0"/>
                        </a:spcBef>
                        <a:spcAft>
                          <a:spcPts val="0"/>
                        </a:spcAft>
                        <a:buNone/>
                      </a:pPr>
                      <a:r>
                        <a:rPr lang="en-US" sz="1400" b="0" i="0" u="none" strike="noStrike" noProof="0">
                          <a:solidFill>
                            <a:srgbClr val="000000"/>
                          </a:solidFill>
                          <a:latin typeface="Segoe UI"/>
                        </a:rPr>
                        <a:t> No Onboarding document</a:t>
                      </a:r>
                      <a:endParaRPr lang="fr-FR" sz="1400" b="0" i="0" u="none" strike="noStrike" noProof="0">
                        <a:solidFill>
                          <a:srgbClr val="000000"/>
                        </a:solidFill>
                        <a:latin typeface="Segoe UI"/>
                      </a:endParaRPr>
                    </a:p>
                  </a:txBody>
                  <a:tcPr/>
                </a:tc>
                <a:extLst>
                  <a:ext uri="{0D108BD9-81ED-4DB2-BD59-A6C34878D82A}">
                    <a16:rowId xmlns:a16="http://schemas.microsoft.com/office/drawing/2014/main" val="3483835307"/>
                  </a:ext>
                </a:extLst>
              </a:tr>
            </a:tbl>
          </a:graphicData>
        </a:graphic>
      </p:graphicFrame>
    </p:spTree>
    <p:extLst>
      <p:ext uri="{BB962C8B-B14F-4D97-AF65-F5344CB8AC3E}">
        <p14:creationId xmlns:p14="http://schemas.microsoft.com/office/powerpoint/2010/main" val="2609027590"/>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72A3B-921B-FF45-EA8E-3F55F1E19E12}"/>
            </a:ext>
          </a:extLst>
        </p:cNvPr>
        <p:cNvGrpSpPr/>
        <p:nvPr/>
      </p:nvGrpSpPr>
      <p:grpSpPr>
        <a:xfrm>
          <a:off x="0" y="0"/>
          <a:ext cx="0" cy="0"/>
          <a:chOff x="0" y="0"/>
          <a:chExt cx="0" cy="0"/>
        </a:xfrm>
      </p:grpSpPr>
      <p:sp>
        <p:nvSpPr>
          <p:cNvPr id="5" name="TextBox 1">
            <a:extLst>
              <a:ext uri="{FF2B5EF4-FFF2-40B4-BE49-F238E27FC236}">
                <a16:creationId xmlns:a16="http://schemas.microsoft.com/office/drawing/2014/main" id="{C0A5AB7C-7650-FE7B-F6F6-073B4F6BE0EC}"/>
              </a:ext>
            </a:extLst>
          </p:cNvPr>
          <p:cNvSpPr txBox="1"/>
          <p:nvPr/>
        </p:nvSpPr>
        <p:spPr>
          <a:xfrm>
            <a:off x="457200" y="274320"/>
            <a:ext cx="9493427" cy="707886"/>
          </a:xfrm>
          <a:prstGeom prst="rect">
            <a:avLst/>
          </a:prstGeom>
          <a:noFill/>
        </p:spPr>
        <p:txBody>
          <a:bodyPr wrap="square" lIns="91440" tIns="45720" rIns="91440" bIns="45720" anchor="t">
            <a:spAutoFit/>
          </a:bodyPr>
          <a:lstStyle/>
          <a:p>
            <a:pPr>
              <a:defRPr sz="4000" b="1">
                <a:solidFill>
                  <a:srgbClr val="003366"/>
                </a:solidFill>
              </a:defRPr>
            </a:pPr>
            <a:r>
              <a:rPr lang="en-US">
                <a:solidFill>
                  <a:srgbClr val="003366"/>
                </a:solidFill>
                <a:ea typeface="+mn-lt"/>
                <a:cs typeface="+mn-lt"/>
              </a:rPr>
              <a:t>Technical Debt Status - Mixed Picture</a:t>
            </a:r>
            <a:endParaRPr lang="en-US"/>
          </a:p>
        </p:txBody>
      </p:sp>
      <p:sp>
        <p:nvSpPr>
          <p:cNvPr id="8" name="Espace réservé du pied de page 2">
            <a:extLst>
              <a:ext uri="{FF2B5EF4-FFF2-40B4-BE49-F238E27FC236}">
                <a16:creationId xmlns:a16="http://schemas.microsoft.com/office/drawing/2014/main" id="{4BD4894E-7416-177B-DA5A-7D3B46A1BC19}"/>
              </a:ext>
            </a:extLst>
          </p:cNvPr>
          <p:cNvSpPr>
            <a:spLocks noGrp="1"/>
          </p:cNvSpPr>
          <p:nvPr>
            <p:ph type="ftr" sz="quarter" idx="11"/>
          </p:nvPr>
        </p:nvSpPr>
        <p:spPr>
          <a:xfrm>
            <a:off x="-593" y="6444952"/>
            <a:ext cx="12193181" cy="412389"/>
          </a:xfrm>
          <a:solidFill>
            <a:srgbClr val="F8F9FB"/>
          </a:solidFill>
          <a:ln>
            <a:solidFill>
              <a:srgbClr val="E1E4E8"/>
            </a:solidFill>
          </a:ln>
        </p:spPr>
        <p:txBody>
          <a:bodyPr/>
          <a:lstStyle/>
          <a:p>
            <a:pPr algn="l"/>
            <a:r>
              <a:rPr lang="fr-FR" sz="1100">
                <a:solidFill>
                  <a:srgbClr val="6B7C93"/>
                </a:solidFill>
                <a:latin typeface="Segoe UI"/>
                <a:ea typeface="+mn-lt"/>
                <a:cs typeface="Segoe UI"/>
              </a:rPr>
              <a:t>  ISWC System Audit – </a:t>
            </a:r>
            <a:r>
              <a:rPr lang="fr-FR" sz="1100" err="1">
                <a:solidFill>
                  <a:srgbClr val="6B7C93"/>
                </a:solidFill>
                <a:latin typeface="Segoe UI"/>
                <a:ea typeface="+mn-lt"/>
                <a:cs typeface="Segoe UI"/>
              </a:rPr>
              <a:t>Findings</a:t>
            </a:r>
            <a:r>
              <a:rPr lang="fr-FR" sz="1100">
                <a:solidFill>
                  <a:srgbClr val="6B7C93"/>
                </a:solidFill>
                <a:latin typeface="Segoe UI"/>
                <a:ea typeface="+mn-lt"/>
                <a:cs typeface="Segoe UI"/>
              </a:rPr>
              <a:t> &amp; Strategic </a:t>
            </a:r>
            <a:r>
              <a:rPr lang="fr-FR" sz="1100" err="1">
                <a:solidFill>
                  <a:srgbClr val="6B7C93"/>
                </a:solidFill>
                <a:latin typeface="Segoe UI"/>
                <a:ea typeface="+mn-lt"/>
                <a:cs typeface="Segoe UI"/>
              </a:rPr>
              <a:t>Recommendations</a:t>
            </a:r>
            <a:r>
              <a:rPr lang="fr-FR" sz="1100">
                <a:solidFill>
                  <a:srgbClr val="6B7C93"/>
                </a:solidFill>
                <a:latin typeface="Segoe UI"/>
                <a:ea typeface="+mn-lt"/>
                <a:cs typeface="Segoe UI"/>
              </a:rPr>
              <a:t> • </a:t>
            </a:r>
            <a:r>
              <a:rPr lang="fr-FR" sz="1100" err="1">
                <a:solidFill>
                  <a:srgbClr val="6B7C93"/>
                </a:solidFill>
                <a:latin typeface="Segoe UI"/>
                <a:ea typeface="+mn-lt"/>
                <a:cs typeface="Segoe UI"/>
              </a:rPr>
              <a:t>November</a:t>
            </a:r>
            <a:r>
              <a:rPr lang="fr-FR" sz="1100">
                <a:solidFill>
                  <a:srgbClr val="6B7C93"/>
                </a:solidFill>
                <a:latin typeface="Segoe UI"/>
                <a:ea typeface="+mn-lt"/>
                <a:cs typeface="Segoe UI"/>
              </a:rPr>
              <a:t> 24, 2025</a:t>
            </a:r>
            <a:endParaRPr lang="fr-FR" sz="1100">
              <a:latin typeface="Segoe UI"/>
              <a:cs typeface="Segoe UI"/>
            </a:endParaRPr>
          </a:p>
        </p:txBody>
      </p:sp>
      <p:sp>
        <p:nvSpPr>
          <p:cNvPr id="10" name="Espace réservé du numéro de diapositive 6">
            <a:extLst>
              <a:ext uri="{FF2B5EF4-FFF2-40B4-BE49-F238E27FC236}">
                <a16:creationId xmlns:a16="http://schemas.microsoft.com/office/drawing/2014/main" id="{7CF6FE37-2294-1B1A-3C7A-9CC0DCCC6552}"/>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dirty="0" smtClean="0">
                <a:solidFill>
                  <a:srgbClr val="1E3A5F"/>
                </a:solidFill>
                <a:latin typeface="Segoe UI"/>
                <a:cs typeface="Segoe UI"/>
              </a:rPr>
              <a:pPr algn="ctr"/>
              <a:t>12</a:t>
            </a:fld>
            <a:endParaRPr lang="fr-FR">
              <a:solidFill>
                <a:srgbClr val="1E3A5F"/>
              </a:solidFill>
              <a:latin typeface="Segoe UI"/>
              <a:ea typeface="Calibri"/>
              <a:cs typeface="Segoe UI"/>
            </a:endParaRPr>
          </a:p>
        </p:txBody>
      </p:sp>
      <p:sp>
        <p:nvSpPr>
          <p:cNvPr id="4" name="ZoneTexte 3">
            <a:extLst>
              <a:ext uri="{FF2B5EF4-FFF2-40B4-BE49-F238E27FC236}">
                <a16:creationId xmlns:a16="http://schemas.microsoft.com/office/drawing/2014/main" id="{6DB745F4-2192-CBA6-B437-97C5E4D9528A}"/>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fr-FR" sz="1200" b="1">
                <a:solidFill>
                  <a:srgbClr val="1E3A5F"/>
                </a:solidFill>
                <a:latin typeface="Segoe UI"/>
                <a:ea typeface="Calibri"/>
                <a:cs typeface="Segoe UI"/>
              </a:rPr>
              <a:t>———  PART 3 — </a:t>
            </a:r>
            <a:r>
              <a:rPr lang="fr-FR" sz="1200" b="1" err="1">
                <a:solidFill>
                  <a:srgbClr val="1E3A5F"/>
                </a:solidFill>
                <a:latin typeface="Segoe UI"/>
                <a:ea typeface="Calibri"/>
                <a:cs typeface="Segoe UI"/>
              </a:rPr>
              <a:t>Technical</a:t>
            </a:r>
            <a:r>
              <a:rPr lang="fr-FR" sz="1200" b="1">
                <a:solidFill>
                  <a:srgbClr val="1E3A5F"/>
                </a:solidFill>
                <a:latin typeface="Segoe UI"/>
                <a:ea typeface="Calibri"/>
                <a:cs typeface="Segoe UI"/>
              </a:rPr>
              <a:t> </a:t>
            </a:r>
            <a:r>
              <a:rPr lang="fr-FR" sz="1200" b="1" err="1">
                <a:solidFill>
                  <a:srgbClr val="1E3A5F"/>
                </a:solidFill>
                <a:latin typeface="Segoe UI"/>
                <a:ea typeface="Calibri"/>
                <a:cs typeface="Segoe UI"/>
              </a:rPr>
              <a:t>Findings</a:t>
            </a:r>
            <a:endParaRPr lang="fr-FR" sz="1200" err="1">
              <a:solidFill>
                <a:srgbClr val="000000"/>
              </a:solidFill>
              <a:latin typeface="Segoe UI"/>
              <a:ea typeface="Calibri"/>
              <a:cs typeface="Segoe UI"/>
            </a:endParaRPr>
          </a:p>
        </p:txBody>
      </p:sp>
      <p:cxnSp>
        <p:nvCxnSpPr>
          <p:cNvPr id="9" name="Connecteur droit avec flèche 8">
            <a:extLst>
              <a:ext uri="{FF2B5EF4-FFF2-40B4-BE49-F238E27FC236}">
                <a16:creationId xmlns:a16="http://schemas.microsoft.com/office/drawing/2014/main" id="{E4353D48-451F-EC2A-20A2-585A8ECCB682}"/>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3A9CC5E8-042D-07D4-C871-0493AC48BB5D}"/>
              </a:ext>
            </a:extLst>
          </p:cNvPr>
          <p:cNvSpPr txBox="1"/>
          <p:nvPr/>
        </p:nvSpPr>
        <p:spPr>
          <a:xfrm>
            <a:off x="455068" y="1045566"/>
            <a:ext cx="8257781" cy="4770537"/>
          </a:xfrm>
          <a:prstGeom prst="rect">
            <a:avLst/>
          </a:prstGeom>
          <a:noFill/>
        </p:spPr>
        <p:txBody>
          <a:bodyPr wrap="square" lIns="91440" tIns="45720" rIns="91440" bIns="45720" anchor="t">
            <a:spAutoFit/>
          </a:bodyPr>
          <a:lstStyle/>
          <a:p>
            <a:pPr>
              <a:defRPr sz="1800" b="1">
                <a:solidFill>
                  <a:srgbClr val="000000"/>
                </a:solidFill>
              </a:defRPr>
            </a:pPr>
            <a:endParaRPr lang="fr-FR">
              <a:ea typeface="Calibri"/>
              <a:cs typeface="Calibri"/>
            </a:endParaRPr>
          </a:p>
          <a:p>
            <a:pPr>
              <a:defRPr sz="1400">
                <a:solidFill>
                  <a:srgbClr val="000000"/>
                </a:solidFill>
              </a:defRPr>
            </a:pPr>
            <a:endParaRPr/>
          </a:p>
          <a:p>
            <a:pPr>
              <a:defRPr sz="1600">
                <a:solidFill>
                  <a:srgbClr val="228B22"/>
                </a:solidFill>
              </a:defRPr>
            </a:pPr>
            <a:r>
              <a:t>✅ </a:t>
            </a:r>
            <a:r>
              <a:rPr lang="fr-FR">
                <a:latin typeface="Segoe UI"/>
                <a:cs typeface="Segoe UI"/>
              </a:rPr>
              <a:t>RESOLVED (</a:t>
            </a:r>
            <a:r>
              <a:rPr lang="fr-FR" err="1">
                <a:latin typeface="Segoe UI"/>
                <a:cs typeface="Segoe UI"/>
              </a:rPr>
              <a:t>Recently</a:t>
            </a:r>
            <a:r>
              <a:rPr lang="fr-FR">
                <a:latin typeface="Segoe UI"/>
                <a:cs typeface="Segoe UI"/>
              </a:rPr>
              <a:t> </a:t>
            </a:r>
            <a:r>
              <a:rPr lang="fr-FR" err="1">
                <a:latin typeface="Segoe UI"/>
                <a:cs typeface="Segoe UI"/>
              </a:rPr>
              <a:t>Addressed</a:t>
            </a:r>
            <a:r>
              <a:rPr lang="fr-FR">
                <a:latin typeface="Segoe UI"/>
                <a:cs typeface="Segoe UI"/>
              </a:rPr>
              <a:t>)</a:t>
            </a:r>
            <a:endParaRPr lang="fr-FR">
              <a:latin typeface="Segoe UI"/>
              <a:ea typeface="Calibri"/>
              <a:cs typeface="Segoe UI"/>
            </a:endParaRPr>
          </a:p>
          <a:p>
            <a:pPr marL="742950" lvl="1" indent="-285750">
              <a:buFont typeface="Arial"/>
              <a:buChar char="•"/>
              <a:defRPr sz="1400">
                <a:solidFill>
                  <a:srgbClr val="000000"/>
                </a:solidFill>
              </a:defRPr>
            </a:pPr>
            <a:r>
              <a:rPr lang="fr-FR">
                <a:latin typeface="Segoe UI"/>
                <a:cs typeface="Segoe UI"/>
              </a:rPr>
              <a:t>.NET </a:t>
            </a:r>
            <a:r>
              <a:rPr lang="fr-FR" err="1">
                <a:latin typeface="Segoe UI"/>
                <a:cs typeface="Segoe UI"/>
              </a:rPr>
              <a:t>Core</a:t>
            </a:r>
            <a:r>
              <a:rPr lang="fr-FR">
                <a:latin typeface="Segoe UI"/>
                <a:cs typeface="Segoe UI"/>
              </a:rPr>
              <a:t> 3.1 → 8.0 (EOL </a:t>
            </a:r>
            <a:r>
              <a:rPr lang="fr-FR" err="1">
                <a:latin typeface="Segoe UI"/>
                <a:cs typeface="Segoe UI"/>
              </a:rPr>
              <a:t>Dec</a:t>
            </a:r>
            <a:r>
              <a:rPr lang="fr-FR">
                <a:latin typeface="Segoe UI"/>
                <a:cs typeface="Segoe UI"/>
              </a:rPr>
              <a:t> 2022 → Active support </a:t>
            </a:r>
            <a:r>
              <a:rPr lang="fr-FR" err="1">
                <a:latin typeface="Segoe UI"/>
                <a:cs typeface="Segoe UI"/>
              </a:rPr>
              <a:t>until</a:t>
            </a:r>
            <a:r>
              <a:rPr lang="fr-FR">
                <a:latin typeface="Segoe UI"/>
                <a:cs typeface="Segoe UI"/>
              </a:rPr>
              <a:t> </a:t>
            </a:r>
            <a:r>
              <a:rPr lang="fr-FR" err="1">
                <a:latin typeface="Segoe UI"/>
                <a:cs typeface="Segoe UI"/>
              </a:rPr>
              <a:t>Nov</a:t>
            </a:r>
            <a:r>
              <a:rPr lang="fr-FR">
                <a:latin typeface="Segoe UI"/>
                <a:cs typeface="Segoe UI"/>
              </a:rPr>
              <a:t> 2026)</a:t>
            </a:r>
            <a:endParaRPr lang="fr-FR">
              <a:latin typeface="Segoe UI"/>
              <a:ea typeface="Calibri"/>
              <a:cs typeface="Segoe UI"/>
            </a:endParaRPr>
          </a:p>
          <a:p>
            <a:pPr marL="742950" lvl="1" indent="-285750">
              <a:buFont typeface="Arial"/>
              <a:buChar char="•"/>
              <a:defRPr sz="1400">
                <a:solidFill>
                  <a:srgbClr val="000000"/>
                </a:solidFill>
              </a:defRPr>
            </a:pPr>
            <a:r>
              <a:rPr lang="fr-FR" err="1">
                <a:latin typeface="Segoe UI"/>
                <a:cs typeface="Segoe UI"/>
              </a:rPr>
              <a:t>Entity</a:t>
            </a:r>
            <a:r>
              <a:rPr lang="fr-FR">
                <a:latin typeface="Segoe UI"/>
                <a:cs typeface="Segoe UI"/>
              </a:rPr>
              <a:t> Framework 3.1 → 8.0 (Modern ORM)</a:t>
            </a:r>
            <a:endParaRPr lang="fr-FR">
              <a:latin typeface="Segoe UI"/>
              <a:ea typeface="Calibri"/>
              <a:cs typeface="Segoe UI"/>
            </a:endParaRPr>
          </a:p>
          <a:p>
            <a:pPr marL="742950" lvl="1" indent="-285750">
              <a:buFont typeface="Arial"/>
              <a:buChar char="•"/>
              <a:defRPr sz="1400">
                <a:solidFill>
                  <a:srgbClr val="000000"/>
                </a:solidFill>
              </a:defRPr>
            </a:pPr>
            <a:r>
              <a:rPr lang="fr-FR" err="1">
                <a:latin typeface="Segoe UI"/>
                <a:cs typeface="Segoe UI"/>
              </a:rPr>
              <a:t>Outdated</a:t>
            </a:r>
            <a:r>
              <a:rPr lang="fr-FR">
                <a:latin typeface="Segoe UI"/>
                <a:cs typeface="Segoe UI"/>
              </a:rPr>
              <a:t> packages → Security </a:t>
            </a:r>
            <a:r>
              <a:rPr lang="fr-FR" err="1">
                <a:latin typeface="Segoe UI"/>
                <a:cs typeface="Segoe UI"/>
              </a:rPr>
              <a:t>vulnerabilities</a:t>
            </a:r>
            <a:r>
              <a:rPr lang="fr-FR">
                <a:latin typeface="Segoe UI"/>
                <a:cs typeface="Segoe UI"/>
              </a:rPr>
              <a:t> </a:t>
            </a:r>
            <a:r>
              <a:rPr lang="fr-FR" err="1">
                <a:latin typeface="Segoe UI"/>
                <a:cs typeface="Segoe UI"/>
              </a:rPr>
              <a:t>addressed</a:t>
            </a:r>
            <a:endParaRPr lang="fr-FR">
              <a:latin typeface="Segoe UI"/>
              <a:ea typeface="Calibri"/>
              <a:cs typeface="Segoe UI"/>
            </a:endParaRPr>
          </a:p>
          <a:p>
            <a:pPr>
              <a:defRPr sz="1400">
                <a:solidFill>
                  <a:srgbClr val="000000"/>
                </a:solidFill>
              </a:defRPr>
            </a:pPr>
            <a:endParaRPr lang="fr-FR">
              <a:latin typeface="Segoe UI"/>
              <a:cs typeface="Segoe UI"/>
            </a:endParaRPr>
          </a:p>
          <a:p>
            <a:pPr>
              <a:defRPr sz="1600">
                <a:solidFill>
                  <a:srgbClr val="FF8C00"/>
                </a:solidFill>
              </a:defRPr>
            </a:pPr>
            <a:r>
              <a:rPr lang="fr-FR">
                <a:latin typeface="Segoe UI"/>
                <a:cs typeface="Segoe UI"/>
              </a:rPr>
              <a:t>⚠️  MEDIUM PRIORITY</a:t>
            </a:r>
            <a:endParaRPr lang="fr-FR">
              <a:latin typeface="Segoe UI"/>
              <a:ea typeface="Calibri"/>
              <a:cs typeface="Segoe UI"/>
            </a:endParaRPr>
          </a:p>
          <a:p>
            <a:pPr marL="742950" lvl="1" indent="-285750">
              <a:buFont typeface="Arial"/>
              <a:buChar char="•"/>
              <a:defRPr sz="1400">
                <a:solidFill>
                  <a:srgbClr val="000000"/>
                </a:solidFill>
              </a:defRPr>
            </a:pPr>
            <a:r>
              <a:rPr lang="fr-FR">
                <a:latin typeface="Segoe UI"/>
                <a:cs typeface="Segoe UI"/>
              </a:rPr>
              <a:t>NET 8 support ends </a:t>
            </a:r>
            <a:r>
              <a:rPr lang="fr-FR" err="1">
                <a:latin typeface="Segoe UI"/>
                <a:cs typeface="Segoe UI"/>
              </a:rPr>
              <a:t>Nov</a:t>
            </a:r>
            <a:r>
              <a:rPr lang="fr-FR">
                <a:latin typeface="Segoe UI"/>
                <a:cs typeface="Segoe UI"/>
              </a:rPr>
              <a:t> 2026 (</a:t>
            </a:r>
            <a:r>
              <a:rPr lang="fr-FR" err="1">
                <a:latin typeface="Segoe UI"/>
                <a:cs typeface="Segoe UI"/>
              </a:rPr>
              <a:t>only</a:t>
            </a:r>
            <a:r>
              <a:rPr lang="fr-FR">
                <a:latin typeface="Segoe UI"/>
                <a:cs typeface="Segoe UI"/>
              </a:rPr>
              <a:t> 1 </a:t>
            </a:r>
            <a:r>
              <a:rPr lang="fr-FR" err="1">
                <a:latin typeface="Segoe UI"/>
                <a:cs typeface="Segoe UI"/>
              </a:rPr>
              <a:t>year</a:t>
            </a:r>
            <a:r>
              <a:rPr lang="fr-FR">
                <a:latin typeface="Segoe UI"/>
                <a:cs typeface="Segoe UI"/>
              </a:rPr>
              <a:t> </a:t>
            </a:r>
            <a:r>
              <a:rPr lang="fr-FR" err="1">
                <a:latin typeface="Segoe UI"/>
                <a:cs typeface="Segoe UI"/>
              </a:rPr>
              <a:t>remaining</a:t>
            </a:r>
            <a:r>
              <a:rPr lang="fr-FR">
                <a:latin typeface="Segoe UI"/>
                <a:cs typeface="Segoe UI"/>
              </a:rPr>
              <a:t>)</a:t>
            </a:r>
            <a:endParaRPr lang="fr-FR">
              <a:latin typeface="Segoe UI"/>
              <a:ea typeface="Calibri"/>
              <a:cs typeface="Segoe UI"/>
            </a:endParaRPr>
          </a:p>
          <a:p>
            <a:pPr marL="742950" lvl="1" indent="-285750">
              <a:buFont typeface="Arial"/>
              <a:buChar char="•"/>
              <a:defRPr sz="1400">
                <a:solidFill>
                  <a:srgbClr val="000000"/>
                </a:solidFill>
              </a:defRPr>
            </a:pPr>
            <a:r>
              <a:rPr lang="fr-FR" err="1">
                <a:latin typeface="Segoe UI"/>
                <a:cs typeface="Segoe UI"/>
              </a:rPr>
              <a:t>Consider</a:t>
            </a:r>
            <a:r>
              <a:rPr lang="fr-FR">
                <a:latin typeface="Segoe UI"/>
                <a:cs typeface="Segoe UI"/>
              </a:rPr>
              <a:t> .NET 10 for longer support </a:t>
            </a:r>
            <a:r>
              <a:rPr lang="fr-FR" err="1">
                <a:latin typeface="Segoe UI"/>
                <a:cs typeface="Segoe UI"/>
              </a:rPr>
              <a:t>window</a:t>
            </a:r>
            <a:endParaRPr lang="fr-FR">
              <a:latin typeface="Segoe UI"/>
              <a:ea typeface="Calibri"/>
              <a:cs typeface="Segoe UI"/>
            </a:endParaRPr>
          </a:p>
          <a:p>
            <a:pPr marL="742950" lvl="1" indent="-285750">
              <a:buFont typeface="Arial"/>
              <a:buChar char="•"/>
              <a:defRPr sz="1400">
                <a:solidFill>
                  <a:srgbClr val="000000"/>
                </a:solidFill>
              </a:defRPr>
            </a:pPr>
            <a:r>
              <a:rPr lang="fr-FR">
                <a:latin typeface="Segoe UI"/>
                <a:cs typeface="Segoe UI"/>
              </a:rPr>
              <a:t>Code </a:t>
            </a:r>
            <a:r>
              <a:rPr lang="fr-FR" err="1">
                <a:latin typeface="Segoe UI"/>
                <a:cs typeface="Segoe UI"/>
              </a:rPr>
              <a:t>smells</a:t>
            </a:r>
            <a:endParaRPr lang="fr-FR">
              <a:latin typeface="Segoe UI"/>
              <a:ea typeface="Calibri"/>
              <a:cs typeface="Segoe UI"/>
            </a:endParaRPr>
          </a:p>
          <a:p>
            <a:pPr marL="742950" lvl="1" indent="-285750">
              <a:buFont typeface="Arial"/>
              <a:buChar char="•"/>
              <a:defRPr sz="1400">
                <a:solidFill>
                  <a:srgbClr val="000000"/>
                </a:solidFill>
              </a:defRPr>
            </a:pPr>
            <a:r>
              <a:rPr lang="fr-FR">
                <a:latin typeface="Segoe UI"/>
                <a:cs typeface="Segoe UI"/>
              </a:rPr>
              <a:t>Documentation drift (</a:t>
            </a:r>
            <a:r>
              <a:rPr lang="fr-FR" err="1">
                <a:latin typeface="Segoe UI"/>
                <a:cs typeface="Segoe UI"/>
              </a:rPr>
              <a:t>specs</a:t>
            </a:r>
            <a:r>
              <a:rPr lang="fr-FR">
                <a:latin typeface="Segoe UI"/>
                <a:cs typeface="Segoe UI"/>
              </a:rPr>
              <a:t> </a:t>
            </a:r>
            <a:r>
              <a:rPr lang="fr-FR" err="1">
                <a:latin typeface="Segoe UI"/>
                <a:cs typeface="Segoe UI"/>
              </a:rPr>
              <a:t>from</a:t>
            </a:r>
            <a:r>
              <a:rPr lang="fr-FR">
                <a:latin typeface="Segoe UI"/>
                <a:cs typeface="Segoe UI"/>
              </a:rPr>
              <a:t> 2019-2020)</a:t>
            </a:r>
            <a:endParaRPr lang="fr-FR">
              <a:latin typeface="Segoe UI"/>
              <a:ea typeface="Calibri"/>
              <a:cs typeface="Segoe UI"/>
            </a:endParaRPr>
          </a:p>
          <a:p>
            <a:pPr>
              <a:defRPr sz="1400">
                <a:solidFill>
                  <a:srgbClr val="000000"/>
                </a:solidFill>
              </a:defRPr>
            </a:pPr>
            <a:endParaRPr lang="fr-FR">
              <a:latin typeface="Segoe UI"/>
              <a:cs typeface="Segoe UI"/>
            </a:endParaRPr>
          </a:p>
          <a:p>
            <a:pPr>
              <a:defRPr sz="1600">
                <a:solidFill>
                  <a:srgbClr val="DC143C"/>
                </a:solidFill>
              </a:defRPr>
            </a:pPr>
            <a:r>
              <a:rPr lang="fr-FR">
                <a:latin typeface="Segoe UI"/>
                <a:cs typeface="Segoe UI"/>
              </a:rPr>
              <a:t>🔴 URGENT</a:t>
            </a:r>
            <a:endParaRPr lang="fr-FR">
              <a:latin typeface="Segoe UI"/>
              <a:ea typeface="Calibri"/>
              <a:cs typeface="Segoe UI"/>
            </a:endParaRPr>
          </a:p>
          <a:p>
            <a:pPr marL="742950" lvl="1" indent="-285750">
              <a:buFont typeface="Arial"/>
              <a:buChar char="•"/>
              <a:defRPr sz="1400">
                <a:solidFill>
                  <a:srgbClr val="000000"/>
                </a:solidFill>
              </a:defRPr>
            </a:pPr>
            <a:r>
              <a:rPr lang="fr-FR" err="1">
                <a:latin typeface="Segoe UI"/>
                <a:cs typeface="Segoe UI"/>
              </a:rPr>
              <a:t>Databricks</a:t>
            </a:r>
            <a:r>
              <a:rPr lang="fr-FR">
                <a:latin typeface="Segoe UI"/>
                <a:cs typeface="Segoe UI"/>
              </a:rPr>
              <a:t> 10.4 LTS </a:t>
            </a:r>
            <a:r>
              <a:rPr lang="fr-FR" err="1">
                <a:latin typeface="Segoe UI"/>
                <a:cs typeface="Segoe UI"/>
              </a:rPr>
              <a:t>outdated</a:t>
            </a:r>
            <a:r>
              <a:rPr lang="fr-FR">
                <a:latin typeface="Segoe UI"/>
                <a:cs typeface="Segoe UI"/>
              </a:rPr>
              <a:t> (</a:t>
            </a:r>
            <a:r>
              <a:rPr lang="fr-FR" err="1">
                <a:latin typeface="Segoe UI"/>
                <a:cs typeface="Segoe UI"/>
              </a:rPr>
              <a:t>unknown</a:t>
            </a:r>
            <a:r>
              <a:rPr lang="fr-FR">
                <a:latin typeface="Segoe UI"/>
                <a:cs typeface="Segoe UI"/>
              </a:rPr>
              <a:t> EOL, </a:t>
            </a:r>
            <a:r>
              <a:rPr lang="fr-FR" err="1">
                <a:latin typeface="Segoe UI"/>
                <a:cs typeface="Segoe UI"/>
              </a:rPr>
              <a:t>missing</a:t>
            </a:r>
            <a:r>
              <a:rPr lang="fr-FR">
                <a:latin typeface="Segoe UI"/>
                <a:cs typeface="Segoe UI"/>
              </a:rPr>
              <a:t> modern </a:t>
            </a:r>
            <a:r>
              <a:rPr lang="fr-FR" err="1">
                <a:latin typeface="Segoe UI"/>
                <a:cs typeface="Segoe UI"/>
              </a:rPr>
              <a:t>features</a:t>
            </a:r>
            <a:r>
              <a:rPr lang="fr-FR">
                <a:latin typeface="Segoe UI"/>
                <a:cs typeface="Segoe UI"/>
              </a:rPr>
              <a:t>)</a:t>
            </a:r>
            <a:endParaRPr lang="fr-FR">
              <a:latin typeface="Segoe UI"/>
              <a:ea typeface="Calibri"/>
              <a:cs typeface="Segoe UI"/>
            </a:endParaRPr>
          </a:p>
          <a:p>
            <a:pPr marL="742950" lvl="1" indent="-285750">
              <a:buFont typeface="Arial"/>
              <a:buChar char="•"/>
              <a:defRPr sz="1400">
                <a:solidFill>
                  <a:srgbClr val="000000"/>
                </a:solidFill>
              </a:defRPr>
            </a:pPr>
            <a:r>
              <a:rPr lang="fr-FR">
                <a:latin typeface="Segoe UI"/>
                <a:cs typeface="Segoe UI"/>
              </a:rPr>
              <a:t>Pipeline test </a:t>
            </a:r>
            <a:r>
              <a:rPr lang="fr-FR" err="1">
                <a:latin typeface="Segoe UI"/>
                <a:cs typeface="Segoe UI"/>
              </a:rPr>
              <a:t>runner</a:t>
            </a:r>
            <a:r>
              <a:rPr lang="fr-FR">
                <a:latin typeface="Segoe UI"/>
                <a:cs typeface="Segoe UI"/>
              </a:rPr>
              <a:t> </a:t>
            </a:r>
            <a:r>
              <a:rPr lang="fr-FR" err="1">
                <a:latin typeface="Segoe UI"/>
                <a:cs typeface="Segoe UI"/>
              </a:rPr>
              <a:t>blocked</a:t>
            </a:r>
            <a:r>
              <a:rPr lang="fr-FR">
                <a:latin typeface="Segoe UI"/>
                <a:cs typeface="Segoe UI"/>
              </a:rPr>
              <a:t> post-.NET 8 upgrade (</a:t>
            </a:r>
            <a:r>
              <a:rPr lang="fr-FR" err="1">
                <a:latin typeface="Segoe UI"/>
                <a:cs typeface="Segoe UI"/>
              </a:rPr>
              <a:t>workaround</a:t>
            </a:r>
            <a:r>
              <a:rPr lang="fr-FR">
                <a:latin typeface="Segoe UI"/>
                <a:cs typeface="Segoe UI"/>
              </a:rPr>
              <a:t> active)</a:t>
            </a:r>
            <a:endParaRPr lang="fr-FR">
              <a:latin typeface="Segoe UI"/>
              <a:ea typeface="Calibri"/>
              <a:cs typeface="Segoe UI"/>
            </a:endParaRPr>
          </a:p>
          <a:p>
            <a:pPr marL="742950" lvl="1" indent="-285750">
              <a:buFont typeface="Arial"/>
              <a:buChar char="•"/>
              <a:defRPr sz="1400">
                <a:solidFill>
                  <a:srgbClr val="000000"/>
                </a:solidFill>
              </a:defRPr>
            </a:pPr>
            <a:r>
              <a:rPr lang="fr-FR">
                <a:latin typeface="Segoe UI"/>
                <a:cs typeface="Segoe UI"/>
              </a:rPr>
              <a:t>Test </a:t>
            </a:r>
            <a:r>
              <a:rPr lang="fr-FR" err="1">
                <a:latin typeface="Segoe UI"/>
                <a:cs typeface="Segoe UI"/>
              </a:rPr>
              <a:t>stability</a:t>
            </a:r>
            <a:r>
              <a:rPr lang="fr-FR">
                <a:latin typeface="Segoe UI"/>
                <a:cs typeface="Segoe UI"/>
              </a:rPr>
              <a:t> issues (</a:t>
            </a:r>
            <a:r>
              <a:rPr lang="fr-FR" err="1">
                <a:latin typeface="Segoe UI"/>
                <a:cs typeface="Segoe UI"/>
              </a:rPr>
              <a:t>some</a:t>
            </a:r>
            <a:r>
              <a:rPr lang="fr-FR">
                <a:latin typeface="Segoe UI"/>
                <a:cs typeface="Segoe UI"/>
              </a:rPr>
              <a:t> tests </a:t>
            </a:r>
            <a:r>
              <a:rPr lang="fr-FR" err="1">
                <a:latin typeface="Segoe UI"/>
                <a:cs typeface="Segoe UI"/>
              </a:rPr>
              <a:t>brittle</a:t>
            </a:r>
            <a:r>
              <a:rPr lang="fr-FR">
                <a:latin typeface="Segoe UI"/>
                <a:cs typeface="Segoe UI"/>
              </a:rPr>
              <a:t>, 99.5% </a:t>
            </a:r>
            <a:r>
              <a:rPr lang="fr-FR" err="1">
                <a:latin typeface="Segoe UI"/>
                <a:cs typeface="Segoe UI"/>
              </a:rPr>
              <a:t>pass</a:t>
            </a:r>
            <a:r>
              <a:rPr lang="fr-FR">
                <a:latin typeface="Segoe UI"/>
                <a:cs typeface="Segoe UI"/>
              </a:rPr>
              <a:t> rate)</a:t>
            </a:r>
            <a:endParaRPr lang="fr-FR">
              <a:latin typeface="Segoe UI"/>
              <a:ea typeface="Calibri"/>
              <a:cs typeface="Segoe UI"/>
            </a:endParaRPr>
          </a:p>
          <a:p>
            <a:pPr>
              <a:defRPr sz="1400">
                <a:solidFill>
                  <a:srgbClr val="000000"/>
                </a:solidFill>
              </a:defRPr>
            </a:pPr>
            <a:endParaRPr lang="fr-FR">
              <a:latin typeface="Segoe UI"/>
              <a:cs typeface="Segoe UI"/>
            </a:endParaRPr>
          </a:p>
          <a:p>
            <a:pPr>
              <a:defRPr sz="1400">
                <a:solidFill>
                  <a:srgbClr val="000000"/>
                </a:solidFill>
              </a:defRPr>
            </a:pPr>
            <a:r>
              <a:rPr lang="fr-FR">
                <a:latin typeface="Segoe UI"/>
                <a:cs typeface="Segoe UI"/>
              </a:rPr>
              <a:t>🟡 HIDDEN INFORMATION</a:t>
            </a:r>
            <a:endParaRPr lang="fr-FR">
              <a:latin typeface="Segoe UI"/>
              <a:ea typeface="Calibri"/>
              <a:cs typeface="Segoe UI"/>
            </a:endParaRPr>
          </a:p>
          <a:p>
            <a:pPr marL="742950" lvl="1" indent="-285750">
              <a:buFont typeface="Arial"/>
              <a:buChar char="•"/>
              <a:defRPr sz="1400">
                <a:solidFill>
                  <a:srgbClr val="000000"/>
                </a:solidFill>
              </a:defRPr>
            </a:pPr>
            <a:r>
              <a:rPr lang="fr-FR">
                <a:latin typeface="Segoe UI"/>
                <a:cs typeface="Segoe UI"/>
              </a:rPr>
              <a:t>Git commit </a:t>
            </a:r>
            <a:r>
              <a:rPr lang="fr-FR" err="1">
                <a:latin typeface="Segoe UI"/>
                <a:cs typeface="Segoe UI"/>
              </a:rPr>
              <a:t>history</a:t>
            </a:r>
            <a:r>
              <a:rPr lang="fr-FR">
                <a:latin typeface="Segoe UI"/>
                <a:cs typeface="Segoe UI"/>
              </a:rPr>
              <a:t> not </a:t>
            </a:r>
            <a:r>
              <a:rPr lang="fr-FR" err="1">
                <a:latin typeface="Segoe UI"/>
                <a:cs typeface="Segoe UI"/>
              </a:rPr>
              <a:t>provided</a:t>
            </a:r>
            <a:r>
              <a:rPr lang="fr-FR">
                <a:latin typeface="Segoe UI"/>
                <a:cs typeface="Segoe UI"/>
              </a:rPr>
              <a:t> (compliance </a:t>
            </a:r>
            <a:r>
              <a:rPr lang="fr-FR" err="1">
                <a:latin typeface="Segoe UI"/>
                <a:cs typeface="Segoe UI"/>
              </a:rPr>
              <a:t>review</a:t>
            </a:r>
            <a:r>
              <a:rPr lang="fr-FR">
                <a:latin typeface="Segoe UI"/>
                <a:cs typeface="Segoe UI"/>
              </a:rPr>
              <a:t> </a:t>
            </a:r>
            <a:r>
              <a:rPr lang="fr-FR" err="1">
                <a:latin typeface="Segoe UI"/>
                <a:cs typeface="Segoe UI"/>
              </a:rPr>
              <a:t>pending</a:t>
            </a:r>
            <a:r>
              <a:rPr lang="fr-FR">
                <a:latin typeface="Segoe UI"/>
                <a:cs typeface="Segoe UI"/>
              </a:rPr>
              <a:t>)</a:t>
            </a:r>
            <a:endParaRPr lang="fr-FR">
              <a:latin typeface="Segoe UI"/>
              <a:ea typeface="Calibri"/>
              <a:cs typeface="Segoe UI"/>
            </a:endParaRPr>
          </a:p>
          <a:p>
            <a:pPr marL="742950" lvl="1" indent="-285750">
              <a:buFont typeface="Arial"/>
              <a:buChar char="•"/>
              <a:defRPr sz="1400">
                <a:solidFill>
                  <a:srgbClr val="000000"/>
                </a:solidFill>
              </a:defRPr>
            </a:pPr>
            <a:r>
              <a:rPr lang="fr-FR" err="1">
                <a:latin typeface="Segoe UI"/>
                <a:cs typeface="Segoe UI"/>
              </a:rPr>
              <a:t>IaC</a:t>
            </a:r>
            <a:r>
              <a:rPr lang="fr-FR">
                <a:latin typeface="Segoe UI"/>
                <a:cs typeface="Segoe UI"/>
              </a:rPr>
              <a:t> </a:t>
            </a:r>
            <a:r>
              <a:rPr lang="fr-FR" err="1">
                <a:latin typeface="Segoe UI"/>
                <a:cs typeface="Segoe UI"/>
              </a:rPr>
              <a:t>templates</a:t>
            </a:r>
            <a:r>
              <a:rPr lang="fr-FR">
                <a:latin typeface="Segoe UI"/>
                <a:cs typeface="Segoe UI"/>
              </a:rPr>
              <a:t> not </a:t>
            </a:r>
            <a:r>
              <a:rPr lang="fr-FR" err="1">
                <a:latin typeface="Segoe UI"/>
                <a:cs typeface="Segoe UI"/>
              </a:rPr>
              <a:t>included</a:t>
            </a:r>
            <a:r>
              <a:rPr lang="fr-FR">
                <a:latin typeface="Segoe UI"/>
                <a:cs typeface="Segoe UI"/>
              </a:rPr>
              <a:t> (</a:t>
            </a:r>
            <a:r>
              <a:rPr lang="fr-FR" err="1">
                <a:latin typeface="Segoe UI"/>
                <a:cs typeface="Segoe UI"/>
              </a:rPr>
              <a:t>proprietary</a:t>
            </a:r>
            <a:r>
              <a:rPr lang="fr-FR">
                <a:latin typeface="Segoe UI"/>
                <a:cs typeface="Segoe UI"/>
              </a:rPr>
              <a:t> Smart AIM </a:t>
            </a:r>
            <a:r>
              <a:rPr lang="fr-FR" err="1">
                <a:latin typeface="Segoe UI"/>
                <a:cs typeface="Segoe UI"/>
              </a:rPr>
              <a:t>library</a:t>
            </a:r>
            <a:r>
              <a:rPr lang="fr-FR">
                <a:latin typeface="Segoe UI"/>
                <a:cs typeface="Segoe UI"/>
              </a:rPr>
              <a:t>)</a:t>
            </a:r>
            <a:endParaRPr lang="fr-FR">
              <a:latin typeface="Segoe UI"/>
              <a:ea typeface="Calibri"/>
              <a:cs typeface="Segoe UI"/>
            </a:endParaRPr>
          </a:p>
        </p:txBody>
      </p:sp>
    </p:spTree>
    <p:extLst>
      <p:ext uri="{BB962C8B-B14F-4D97-AF65-F5344CB8AC3E}">
        <p14:creationId xmlns:p14="http://schemas.microsoft.com/office/powerpoint/2010/main" val="24966193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A0B65-E5CA-A823-B425-3AD96B76915C}"/>
            </a:ext>
          </a:extLst>
        </p:cNvPr>
        <p:cNvGrpSpPr/>
        <p:nvPr/>
      </p:nvGrpSpPr>
      <p:grpSpPr>
        <a:xfrm>
          <a:off x="0" y="0"/>
          <a:ext cx="0" cy="0"/>
          <a:chOff x="0" y="0"/>
          <a:chExt cx="0" cy="0"/>
        </a:xfrm>
      </p:grpSpPr>
      <p:sp>
        <p:nvSpPr>
          <p:cNvPr id="5" name="TextBox 1">
            <a:extLst>
              <a:ext uri="{FF2B5EF4-FFF2-40B4-BE49-F238E27FC236}">
                <a16:creationId xmlns:a16="http://schemas.microsoft.com/office/drawing/2014/main" id="{531877CE-A076-AF65-AD64-168ECC117A8F}"/>
              </a:ext>
            </a:extLst>
          </p:cNvPr>
          <p:cNvSpPr txBox="1"/>
          <p:nvPr/>
        </p:nvSpPr>
        <p:spPr>
          <a:xfrm>
            <a:off x="457200" y="274320"/>
            <a:ext cx="9493427" cy="707886"/>
          </a:xfrm>
          <a:prstGeom prst="rect">
            <a:avLst/>
          </a:prstGeom>
          <a:noFill/>
        </p:spPr>
        <p:txBody>
          <a:bodyPr wrap="square" lIns="91440" tIns="45720" rIns="91440" bIns="45720" anchor="t">
            <a:spAutoFit/>
          </a:bodyPr>
          <a:lstStyle/>
          <a:p>
            <a:pPr>
              <a:defRPr sz="4000" b="1">
                <a:solidFill>
                  <a:srgbClr val="003366"/>
                </a:solidFill>
              </a:defRPr>
            </a:pPr>
            <a:r>
              <a:rPr lang="en-US">
                <a:solidFill>
                  <a:srgbClr val="003366"/>
                </a:solidFill>
                <a:ea typeface="+mn-lt"/>
                <a:cs typeface="+mn-lt"/>
              </a:rPr>
              <a:t>Code Smells – A few samples</a:t>
            </a:r>
            <a:endParaRPr lang="en-US">
              <a:ea typeface="Calibri"/>
              <a:cs typeface="Calibri"/>
            </a:endParaRPr>
          </a:p>
        </p:txBody>
      </p:sp>
      <p:sp>
        <p:nvSpPr>
          <p:cNvPr id="8" name="Espace réservé du pied de page 2">
            <a:extLst>
              <a:ext uri="{FF2B5EF4-FFF2-40B4-BE49-F238E27FC236}">
                <a16:creationId xmlns:a16="http://schemas.microsoft.com/office/drawing/2014/main" id="{E60476E4-C6C7-40BE-12B2-3E48F454437C}"/>
              </a:ext>
            </a:extLst>
          </p:cNvPr>
          <p:cNvSpPr>
            <a:spLocks noGrp="1"/>
          </p:cNvSpPr>
          <p:nvPr>
            <p:ph type="ftr" sz="quarter" idx="11"/>
          </p:nvPr>
        </p:nvSpPr>
        <p:spPr>
          <a:xfrm>
            <a:off x="-593" y="6444952"/>
            <a:ext cx="12193181" cy="412389"/>
          </a:xfrm>
          <a:solidFill>
            <a:srgbClr val="F8F9FB"/>
          </a:solidFill>
          <a:ln>
            <a:solidFill>
              <a:srgbClr val="E1E4E8"/>
            </a:solidFill>
          </a:ln>
        </p:spPr>
        <p:txBody>
          <a:bodyPr/>
          <a:lstStyle/>
          <a:p>
            <a:pPr algn="l"/>
            <a:r>
              <a:rPr lang="en-US" sz="1100">
                <a:solidFill>
                  <a:srgbClr val="6B7C93"/>
                </a:solidFill>
                <a:latin typeface="Segoe UI"/>
                <a:ea typeface="+mn-lt"/>
                <a:cs typeface="Segoe UI"/>
              </a:rPr>
              <a:t>  ISWC System Audit – Findings &amp; Strategic Recommendations • November 24, 2025</a:t>
            </a:r>
            <a:endParaRPr lang="en-US" sz="1100">
              <a:latin typeface="Segoe UI"/>
              <a:cs typeface="Segoe UI"/>
            </a:endParaRPr>
          </a:p>
        </p:txBody>
      </p:sp>
      <p:sp>
        <p:nvSpPr>
          <p:cNvPr id="10" name="Espace réservé du numéro de diapositive 6">
            <a:extLst>
              <a:ext uri="{FF2B5EF4-FFF2-40B4-BE49-F238E27FC236}">
                <a16:creationId xmlns:a16="http://schemas.microsoft.com/office/drawing/2014/main" id="{E94BA9F2-6E75-8170-8E73-3401C6850979}"/>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dirty="0" smtClean="0">
                <a:solidFill>
                  <a:srgbClr val="1E3A5F"/>
                </a:solidFill>
                <a:latin typeface="Segoe UI"/>
                <a:cs typeface="Segoe UI"/>
              </a:rPr>
              <a:pPr algn="ctr"/>
              <a:t>13</a:t>
            </a:fld>
            <a:endParaRPr lang="en-US">
              <a:solidFill>
                <a:srgbClr val="1E3A5F"/>
              </a:solidFill>
              <a:latin typeface="Segoe UI"/>
              <a:ea typeface="Calibri"/>
              <a:cs typeface="Segoe UI"/>
            </a:endParaRPr>
          </a:p>
        </p:txBody>
      </p:sp>
      <p:sp>
        <p:nvSpPr>
          <p:cNvPr id="4" name="ZoneTexte 3">
            <a:extLst>
              <a:ext uri="{FF2B5EF4-FFF2-40B4-BE49-F238E27FC236}">
                <a16:creationId xmlns:a16="http://schemas.microsoft.com/office/drawing/2014/main" id="{E452DBBD-2F79-6A00-D54F-FF66AB908665}"/>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b="1">
                <a:solidFill>
                  <a:srgbClr val="1E3A5F"/>
                </a:solidFill>
                <a:latin typeface="Segoe UI"/>
                <a:ea typeface="Calibri"/>
                <a:cs typeface="Segoe UI"/>
              </a:rPr>
              <a:t>———  PART 3 — Technical Findings</a:t>
            </a:r>
            <a:endParaRPr lang="en-US" sz="1200">
              <a:solidFill>
                <a:srgbClr val="000000"/>
              </a:solidFill>
              <a:latin typeface="Segoe UI"/>
              <a:ea typeface="Calibri"/>
              <a:cs typeface="Segoe UI"/>
            </a:endParaRPr>
          </a:p>
        </p:txBody>
      </p:sp>
      <p:cxnSp>
        <p:nvCxnSpPr>
          <p:cNvPr id="9" name="Connecteur droit avec flèche 8">
            <a:extLst>
              <a:ext uri="{FF2B5EF4-FFF2-40B4-BE49-F238E27FC236}">
                <a16:creationId xmlns:a16="http://schemas.microsoft.com/office/drawing/2014/main" id="{4F57E362-A650-902B-DEAA-FD894E7118C3}"/>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sp>
        <p:nvSpPr>
          <p:cNvPr id="21" name="ZoneTexte 20">
            <a:extLst>
              <a:ext uri="{FF2B5EF4-FFF2-40B4-BE49-F238E27FC236}">
                <a16:creationId xmlns:a16="http://schemas.microsoft.com/office/drawing/2014/main" id="{0C89D0C5-C32B-80CE-0F3D-0305DDFABDFA}"/>
              </a:ext>
            </a:extLst>
          </p:cNvPr>
          <p:cNvSpPr txBox="1"/>
          <p:nvPr/>
        </p:nvSpPr>
        <p:spPr>
          <a:xfrm>
            <a:off x="1879606" y="898338"/>
            <a:ext cx="9656941" cy="830997"/>
          </a:xfrm>
          <a:prstGeom prst="rect">
            <a:avLst/>
          </a:prstGeom>
          <a:noFill/>
          <a:ln>
            <a:solidFill>
              <a:srgbClr val="FFC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Segoe UI"/>
                <a:ea typeface="Calibri"/>
                <a:cs typeface="Segoe UI"/>
              </a:rPr>
              <a:t>Code Duplication</a:t>
            </a:r>
          </a:p>
          <a:p>
            <a:endParaRPr lang="en-US" sz="1600">
              <a:latin typeface="Segoe UI"/>
              <a:ea typeface="Calibri"/>
              <a:cs typeface="Calibri"/>
            </a:endParaRPr>
          </a:p>
          <a:p>
            <a:r>
              <a:rPr lang="en-US" sz="1600">
                <a:latin typeface="Segoe UI"/>
                <a:ea typeface="Calibri"/>
                <a:cs typeface="Segoe UI"/>
              </a:rPr>
              <a:t>For example : Three different Pipeline Managers : only one (non-business) different line</a:t>
            </a:r>
          </a:p>
        </p:txBody>
      </p:sp>
      <p:pic>
        <p:nvPicPr>
          <p:cNvPr id="23" name="Image 22" descr="Une image contenant capture d’écran, ligne, conception&#10;&#10;Le contenu généré par l’IA peut être incorrect.">
            <a:extLst>
              <a:ext uri="{FF2B5EF4-FFF2-40B4-BE49-F238E27FC236}">
                <a16:creationId xmlns:a16="http://schemas.microsoft.com/office/drawing/2014/main" id="{218E12AD-2281-1E2D-77AE-D09B8B16B3ED}"/>
              </a:ext>
            </a:extLst>
          </p:cNvPr>
          <p:cNvPicPr>
            <a:picLocks noChangeAspect="1"/>
          </p:cNvPicPr>
          <p:nvPr/>
        </p:nvPicPr>
        <p:blipFill>
          <a:blip r:embed="rId3"/>
          <a:stretch>
            <a:fillRect/>
          </a:stretch>
        </p:blipFill>
        <p:spPr>
          <a:xfrm>
            <a:off x="637586" y="899581"/>
            <a:ext cx="784376" cy="5448274"/>
          </a:xfrm>
          <a:prstGeom prst="rect">
            <a:avLst/>
          </a:prstGeom>
        </p:spPr>
      </p:pic>
      <p:sp>
        <p:nvSpPr>
          <p:cNvPr id="25" name="ZoneTexte 24">
            <a:extLst>
              <a:ext uri="{FF2B5EF4-FFF2-40B4-BE49-F238E27FC236}">
                <a16:creationId xmlns:a16="http://schemas.microsoft.com/office/drawing/2014/main" id="{3D63BFB9-E013-4576-A09B-0A4F0590DE91}"/>
              </a:ext>
            </a:extLst>
          </p:cNvPr>
          <p:cNvSpPr txBox="1"/>
          <p:nvPr/>
        </p:nvSpPr>
        <p:spPr>
          <a:xfrm>
            <a:off x="1875989" y="3427896"/>
            <a:ext cx="9657810" cy="2884093"/>
          </a:xfrm>
          <a:prstGeom prst="rect">
            <a:avLst/>
          </a:prstGeom>
          <a:noFill/>
          <a:ln>
            <a:solidFill>
              <a:srgbClr val="FFC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00000"/>
                </a:solidFill>
                <a:latin typeface="Segoe UI"/>
                <a:ea typeface="Calibri"/>
                <a:cs typeface="Calibri"/>
              </a:rPr>
              <a:t>Code optimization N+1 issues</a:t>
            </a:r>
          </a:p>
          <a:p>
            <a:br>
              <a:rPr lang="en-US" sz="1200">
                <a:latin typeface="Segoe UI"/>
                <a:ea typeface="Consolas"/>
                <a:cs typeface="Consolas"/>
              </a:rPr>
            </a:br>
            <a:r>
              <a:rPr lang="en-US" sz="1200" b="0">
                <a:solidFill>
                  <a:srgbClr val="0000FF"/>
                </a:solidFill>
                <a:latin typeface="Segoe UI"/>
                <a:ea typeface="Consolas"/>
                <a:cs typeface="Consolas"/>
              </a:rPr>
              <a:t>var</a:t>
            </a:r>
            <a:r>
              <a:rPr lang="en-US" sz="1200" b="0">
                <a:solidFill>
                  <a:srgbClr val="000000"/>
                </a:solidFill>
                <a:latin typeface="Segoe UI"/>
                <a:ea typeface="Consolas"/>
                <a:cs typeface="Consolas"/>
              </a:rPr>
              <a:t> children = </a:t>
            </a:r>
            <a:r>
              <a:rPr lang="en-US" sz="1200" b="0" err="1">
                <a:solidFill>
                  <a:srgbClr val="000000"/>
                </a:solidFill>
                <a:latin typeface="Segoe UI"/>
                <a:ea typeface="Consolas"/>
                <a:cs typeface="Consolas"/>
              </a:rPr>
              <a:t>submissions.Where</a:t>
            </a:r>
            <a:r>
              <a:rPr lang="en-US" sz="1200" b="0">
                <a:solidFill>
                  <a:srgbClr val="000000"/>
                </a:solidFill>
                <a:latin typeface="Segoe UI"/>
                <a:ea typeface="Consolas"/>
                <a:cs typeface="Consolas"/>
              </a:rPr>
              <a:t>(x =&gt; </a:t>
            </a:r>
            <a:r>
              <a:rPr lang="en-US" sz="1200" b="0" err="1">
                <a:solidFill>
                  <a:srgbClr val="000000"/>
                </a:solidFill>
                <a:latin typeface="Segoe UI"/>
                <a:ea typeface="Consolas"/>
                <a:cs typeface="Consolas"/>
              </a:rPr>
              <a:t>x.MultipleAgencyWorkCodesChild</a:t>
            </a:r>
            <a:r>
              <a:rPr lang="en-US" sz="1200" b="0">
                <a:solidFill>
                  <a:srgbClr val="000000"/>
                </a:solidFill>
                <a:latin typeface="Segoe UI"/>
                <a:ea typeface="Consolas"/>
                <a:cs typeface="Consolas"/>
              </a:rPr>
              <a:t>).</a:t>
            </a:r>
            <a:r>
              <a:rPr lang="en-US" sz="1200" b="0" err="1">
                <a:solidFill>
                  <a:srgbClr val="000000"/>
                </a:solidFill>
                <a:latin typeface="Segoe UI"/>
                <a:ea typeface="Consolas"/>
                <a:cs typeface="Consolas"/>
              </a:rPr>
              <a:t>GroupBy</a:t>
            </a:r>
            <a:r>
              <a:rPr lang="en-US" sz="1200" b="0">
                <a:solidFill>
                  <a:srgbClr val="000000"/>
                </a:solidFill>
                <a:latin typeface="Segoe UI"/>
                <a:ea typeface="Consolas"/>
                <a:cs typeface="Consolas"/>
              </a:rPr>
              <a:t>(x =&gt; </a:t>
            </a:r>
            <a:r>
              <a:rPr lang="en-US" sz="1200" b="0" err="1">
                <a:solidFill>
                  <a:srgbClr val="000000"/>
                </a:solidFill>
                <a:latin typeface="Segoe UI"/>
                <a:ea typeface="Consolas"/>
                <a:cs typeface="Consolas"/>
              </a:rPr>
              <a:t>x.SubmissionParentId</a:t>
            </a:r>
            <a:r>
              <a:rPr lang="en-US" sz="1200" b="0">
                <a:solidFill>
                  <a:srgbClr val="000000"/>
                </a:solidFill>
                <a:latin typeface="Segoe UI"/>
                <a:ea typeface="Consolas"/>
                <a:cs typeface="Consolas"/>
              </a:rPr>
              <a:t>);</a:t>
            </a:r>
            <a:endParaRPr lang="en-US">
              <a:latin typeface="Segoe UI"/>
              <a:cs typeface="Segoe UI"/>
            </a:endParaRPr>
          </a:p>
          <a:p>
            <a:br>
              <a:rPr lang="en-US" sz="1200" b="0">
                <a:latin typeface="Segoe UI"/>
                <a:ea typeface="Consolas"/>
                <a:cs typeface="Consolas"/>
              </a:rPr>
            </a:br>
            <a:r>
              <a:rPr lang="en-US" sz="1200" b="0">
                <a:solidFill>
                  <a:srgbClr val="0000FF"/>
                </a:solidFill>
                <a:latin typeface="Segoe UI"/>
                <a:ea typeface="Consolas"/>
                <a:cs typeface="Consolas"/>
              </a:rPr>
              <a:t>foreach</a:t>
            </a:r>
            <a:r>
              <a:rPr lang="en-US" sz="1200" b="0">
                <a:solidFill>
                  <a:srgbClr val="000000"/>
                </a:solidFill>
                <a:latin typeface="Segoe UI"/>
                <a:ea typeface="Consolas"/>
                <a:cs typeface="Consolas"/>
              </a:rPr>
              <a:t> (</a:t>
            </a:r>
            <a:r>
              <a:rPr lang="en-US" sz="1200" b="0">
                <a:solidFill>
                  <a:srgbClr val="0000FF"/>
                </a:solidFill>
                <a:latin typeface="Segoe UI"/>
                <a:ea typeface="Consolas"/>
                <a:cs typeface="Consolas"/>
              </a:rPr>
              <a:t>var</a:t>
            </a:r>
            <a:r>
              <a:rPr lang="en-US" sz="1200" b="0">
                <a:solidFill>
                  <a:srgbClr val="000000"/>
                </a:solidFill>
                <a:latin typeface="Segoe UI"/>
                <a:ea typeface="Consolas"/>
                <a:cs typeface="Consolas"/>
              </a:rPr>
              <a:t> child </a:t>
            </a:r>
            <a:r>
              <a:rPr lang="en-US" sz="1200" b="0">
                <a:solidFill>
                  <a:srgbClr val="0000FF"/>
                </a:solidFill>
                <a:latin typeface="Segoe UI"/>
                <a:ea typeface="Consolas"/>
                <a:cs typeface="Consolas"/>
              </a:rPr>
              <a:t>in</a:t>
            </a:r>
            <a:r>
              <a:rPr lang="en-US" sz="1200" b="0">
                <a:solidFill>
                  <a:srgbClr val="000000"/>
                </a:solidFill>
                <a:latin typeface="Segoe UI"/>
                <a:ea typeface="Consolas"/>
                <a:cs typeface="Consolas"/>
              </a:rPr>
              <a:t> children)</a:t>
            </a:r>
          </a:p>
          <a:p>
            <a:r>
              <a:rPr lang="en-US" sz="1200" b="0">
                <a:solidFill>
                  <a:srgbClr val="000000"/>
                </a:solidFill>
                <a:latin typeface="Segoe UI"/>
                <a:ea typeface="Consolas"/>
                <a:cs typeface="Consolas"/>
              </a:rPr>
              <a:t>{</a:t>
            </a:r>
          </a:p>
          <a:p>
            <a:r>
              <a:rPr lang="en-US" sz="1200" b="0">
                <a:solidFill>
                  <a:srgbClr val="008000"/>
                </a:solidFill>
                <a:latin typeface="Segoe UI"/>
                <a:ea typeface="Consolas"/>
                <a:cs typeface="Consolas"/>
              </a:rPr>
              <a:t>    // N+1 PROBLEM: </a:t>
            </a:r>
            <a:r>
              <a:rPr lang="en-US" sz="1200" b="0" err="1">
                <a:solidFill>
                  <a:srgbClr val="008000"/>
                </a:solidFill>
                <a:latin typeface="Segoe UI"/>
                <a:ea typeface="Consolas"/>
                <a:cs typeface="Consolas"/>
              </a:rPr>
              <a:t>FirstOrDefault</a:t>
            </a:r>
            <a:r>
              <a:rPr lang="en-US" sz="1200" b="0">
                <a:solidFill>
                  <a:srgbClr val="008000"/>
                </a:solidFill>
                <a:latin typeface="Segoe UI"/>
                <a:ea typeface="Consolas"/>
                <a:cs typeface="Consolas"/>
              </a:rPr>
              <a:t>() is called for EACH </a:t>
            </a:r>
            <a:r>
              <a:rPr lang="en-US" sz="1200">
                <a:solidFill>
                  <a:srgbClr val="008000"/>
                </a:solidFill>
                <a:latin typeface="Segoe UI"/>
                <a:ea typeface="Consolas"/>
                <a:cs typeface="Consolas"/>
              </a:rPr>
              <a:t>child</a:t>
            </a:r>
            <a:endParaRPr lang="en-US" sz="1200" b="0">
              <a:solidFill>
                <a:srgbClr val="008000"/>
              </a:solidFill>
              <a:latin typeface="Segoe UI"/>
              <a:ea typeface="Consolas"/>
              <a:cs typeface="Consolas"/>
            </a:endParaRPr>
          </a:p>
          <a:p>
            <a:r>
              <a:rPr lang="en-US" sz="1200" b="0">
                <a:solidFill>
                  <a:srgbClr val="000000"/>
                </a:solidFill>
                <a:latin typeface="Segoe UI"/>
                <a:ea typeface="Consolas"/>
                <a:cs typeface="Consolas"/>
              </a:rPr>
              <a:t>    </a:t>
            </a:r>
            <a:r>
              <a:rPr lang="en-US" sz="1200" b="0">
                <a:solidFill>
                  <a:srgbClr val="0000FF"/>
                </a:solidFill>
                <a:latin typeface="Segoe UI"/>
                <a:ea typeface="Consolas"/>
                <a:cs typeface="Consolas"/>
              </a:rPr>
              <a:t>var</a:t>
            </a:r>
            <a:r>
              <a:rPr lang="en-US" sz="1200" b="0">
                <a:solidFill>
                  <a:srgbClr val="000000"/>
                </a:solidFill>
                <a:latin typeface="Segoe UI"/>
                <a:ea typeface="Consolas"/>
                <a:cs typeface="Consolas"/>
              </a:rPr>
              <a:t> parent = submissions?.</a:t>
            </a:r>
            <a:r>
              <a:rPr lang="en-US" sz="1200" b="0" err="1">
                <a:solidFill>
                  <a:srgbClr val="000000"/>
                </a:solidFill>
                <a:latin typeface="Segoe UI"/>
                <a:ea typeface="Consolas"/>
                <a:cs typeface="Consolas"/>
              </a:rPr>
              <a:t>FirstOrDefault</a:t>
            </a:r>
            <a:r>
              <a:rPr lang="en-US" sz="1200" b="0">
                <a:solidFill>
                  <a:srgbClr val="000000"/>
                </a:solidFill>
                <a:latin typeface="Segoe UI"/>
                <a:ea typeface="Consolas"/>
                <a:cs typeface="Consolas"/>
              </a:rPr>
              <a:t>(x =&gt; </a:t>
            </a:r>
            <a:r>
              <a:rPr lang="en-US" sz="1200" b="0" err="1">
                <a:solidFill>
                  <a:srgbClr val="000000"/>
                </a:solidFill>
                <a:latin typeface="Segoe UI"/>
                <a:ea typeface="Consolas"/>
                <a:cs typeface="Consolas"/>
              </a:rPr>
              <a:t>x.SubmissionId</a:t>
            </a:r>
            <a:r>
              <a:rPr lang="en-US" sz="1200" b="0">
                <a:solidFill>
                  <a:srgbClr val="000000"/>
                </a:solidFill>
                <a:latin typeface="Segoe UI"/>
                <a:ea typeface="Consolas"/>
                <a:cs typeface="Consolas"/>
              </a:rPr>
              <a:t> == </a:t>
            </a:r>
            <a:r>
              <a:rPr lang="en-US" sz="1200" b="0" err="1">
                <a:solidFill>
                  <a:srgbClr val="000000"/>
                </a:solidFill>
                <a:latin typeface="Segoe UI"/>
                <a:ea typeface="Consolas"/>
                <a:cs typeface="Consolas"/>
              </a:rPr>
              <a:t>child.FirstOrDefault</a:t>
            </a:r>
            <a:r>
              <a:rPr lang="en-US" sz="1200" b="0">
                <a:solidFill>
                  <a:srgbClr val="000000"/>
                </a:solidFill>
                <a:latin typeface="Segoe UI"/>
                <a:ea typeface="Consolas"/>
                <a:cs typeface="Consolas"/>
              </a:rPr>
              <a:t>()?.</a:t>
            </a:r>
            <a:r>
              <a:rPr lang="en-US" sz="1200" b="0" err="1">
                <a:solidFill>
                  <a:srgbClr val="000000"/>
                </a:solidFill>
                <a:latin typeface="Segoe UI"/>
                <a:ea typeface="Consolas"/>
                <a:cs typeface="Consolas"/>
              </a:rPr>
              <a:t>SubmissionParentId</a:t>
            </a:r>
            <a:r>
              <a:rPr lang="en-US" sz="1200" b="0">
                <a:solidFill>
                  <a:srgbClr val="000000"/>
                </a:solidFill>
                <a:latin typeface="Segoe UI"/>
                <a:ea typeface="Consolas"/>
                <a:cs typeface="Consolas"/>
              </a:rPr>
              <a:t>);</a:t>
            </a:r>
          </a:p>
          <a:p>
            <a:r>
              <a:rPr lang="en-US" sz="1200" b="0">
                <a:solidFill>
                  <a:srgbClr val="000000"/>
                </a:solidFill>
                <a:latin typeface="Segoe UI"/>
                <a:ea typeface="Consolas"/>
                <a:cs typeface="Consolas"/>
              </a:rPr>
              <a:t>    </a:t>
            </a:r>
            <a:r>
              <a:rPr lang="en-US" sz="1200" b="0">
                <a:solidFill>
                  <a:srgbClr val="0000FF"/>
                </a:solidFill>
                <a:latin typeface="Segoe UI"/>
                <a:ea typeface="Consolas"/>
                <a:cs typeface="Consolas"/>
              </a:rPr>
              <a:t>var</a:t>
            </a:r>
            <a:r>
              <a:rPr lang="en-US" sz="1200" b="0">
                <a:solidFill>
                  <a:srgbClr val="000000"/>
                </a:solidFill>
                <a:latin typeface="Segoe UI"/>
                <a:ea typeface="Consolas"/>
                <a:cs typeface="Consolas"/>
              </a:rPr>
              <a:t> </a:t>
            </a:r>
            <a:r>
              <a:rPr lang="en-US" sz="1200" b="0" err="1">
                <a:solidFill>
                  <a:srgbClr val="000000"/>
                </a:solidFill>
                <a:latin typeface="Segoe UI"/>
                <a:ea typeface="Consolas"/>
                <a:cs typeface="Consolas"/>
              </a:rPr>
              <a:t>parentId</a:t>
            </a:r>
            <a:r>
              <a:rPr lang="en-US" sz="1200" b="0">
                <a:solidFill>
                  <a:srgbClr val="000000"/>
                </a:solidFill>
                <a:latin typeface="Segoe UI"/>
                <a:ea typeface="Consolas"/>
                <a:cs typeface="Consolas"/>
              </a:rPr>
              <a:t> = </a:t>
            </a:r>
            <a:r>
              <a:rPr lang="en-US" sz="1200" b="0" err="1">
                <a:solidFill>
                  <a:srgbClr val="000000"/>
                </a:solidFill>
                <a:latin typeface="Segoe UI"/>
                <a:ea typeface="Consolas"/>
                <a:cs typeface="Consolas"/>
              </a:rPr>
              <a:t>child.FirstOrDefault</a:t>
            </a:r>
            <a:r>
              <a:rPr lang="en-US" sz="1200" b="0">
                <a:solidFill>
                  <a:srgbClr val="000000"/>
                </a:solidFill>
                <a:latin typeface="Segoe UI"/>
                <a:ea typeface="Consolas"/>
                <a:cs typeface="Consolas"/>
              </a:rPr>
              <a:t>()?.</a:t>
            </a:r>
            <a:r>
              <a:rPr lang="en-US" sz="1200" b="0" err="1">
                <a:solidFill>
                  <a:srgbClr val="000000"/>
                </a:solidFill>
                <a:latin typeface="Segoe UI"/>
                <a:ea typeface="Consolas"/>
                <a:cs typeface="Consolas"/>
              </a:rPr>
              <a:t>SubmissionParentId</a:t>
            </a:r>
            <a:r>
              <a:rPr lang="en-US" sz="1200" b="0">
                <a:solidFill>
                  <a:srgbClr val="000000"/>
                </a:solidFill>
                <a:latin typeface="Segoe UI"/>
                <a:ea typeface="Consolas"/>
                <a:cs typeface="Consolas"/>
              </a:rPr>
              <a:t>;</a:t>
            </a:r>
          </a:p>
          <a:p>
            <a:r>
              <a:rPr lang="en-US" sz="1200" b="0">
                <a:solidFill>
                  <a:srgbClr val="000000"/>
                </a:solidFill>
                <a:latin typeface="Segoe UI"/>
                <a:ea typeface="Consolas"/>
                <a:cs typeface="Consolas"/>
              </a:rPr>
              <a:t>    </a:t>
            </a:r>
          </a:p>
          <a:p>
            <a:r>
              <a:rPr lang="en-US" sz="1200" b="0">
                <a:solidFill>
                  <a:srgbClr val="008000"/>
                </a:solidFill>
                <a:latin typeface="Segoe UI"/>
                <a:ea typeface="Consolas"/>
                <a:cs typeface="Consolas"/>
              </a:rPr>
              <a:t>    // Multiple .Where() queries are executed for each child group</a:t>
            </a:r>
          </a:p>
          <a:p>
            <a:r>
              <a:rPr lang="en-US" sz="1200" b="0">
                <a:solidFill>
                  <a:srgbClr val="000000"/>
                </a:solidFill>
                <a:latin typeface="Segoe UI"/>
                <a:ea typeface="Consolas"/>
                <a:cs typeface="Consolas"/>
              </a:rPr>
              <a:t>    </a:t>
            </a:r>
            <a:r>
              <a:rPr lang="en-US" sz="1200" b="0" err="1">
                <a:solidFill>
                  <a:srgbClr val="000000"/>
                </a:solidFill>
                <a:latin typeface="Segoe UI"/>
                <a:ea typeface="Consolas"/>
                <a:cs typeface="Consolas"/>
              </a:rPr>
              <a:t>submissions?.Where</a:t>
            </a:r>
            <a:r>
              <a:rPr lang="en-US" sz="1200" b="0">
                <a:solidFill>
                  <a:srgbClr val="000000"/>
                </a:solidFill>
                <a:latin typeface="Segoe UI"/>
                <a:ea typeface="Consolas"/>
                <a:cs typeface="Consolas"/>
              </a:rPr>
              <a:t>(x =&gt; </a:t>
            </a:r>
            <a:r>
              <a:rPr lang="en-US" sz="1200" b="0" err="1">
                <a:solidFill>
                  <a:srgbClr val="000000"/>
                </a:solidFill>
                <a:latin typeface="Segoe UI"/>
                <a:ea typeface="Consolas"/>
                <a:cs typeface="Consolas"/>
              </a:rPr>
              <a:t>x.SubmissionParentId</a:t>
            </a:r>
            <a:r>
              <a:rPr lang="en-US" sz="1200" b="0">
                <a:solidFill>
                  <a:srgbClr val="000000"/>
                </a:solidFill>
                <a:latin typeface="Segoe UI"/>
                <a:ea typeface="Consolas"/>
                <a:cs typeface="Consolas"/>
              </a:rPr>
              <a:t> == </a:t>
            </a:r>
            <a:r>
              <a:rPr lang="en-US" sz="1200" b="0" err="1">
                <a:solidFill>
                  <a:srgbClr val="000000"/>
                </a:solidFill>
                <a:latin typeface="Segoe UI"/>
                <a:ea typeface="Consolas"/>
                <a:cs typeface="Consolas"/>
              </a:rPr>
              <a:t>parentId</a:t>
            </a:r>
            <a:r>
              <a:rPr lang="en-US" sz="1200" b="0">
                <a:solidFill>
                  <a:srgbClr val="000000"/>
                </a:solidFill>
                <a:latin typeface="Segoe UI"/>
                <a:ea typeface="Consolas"/>
                <a:cs typeface="Consolas"/>
              </a:rPr>
              <a:t> || </a:t>
            </a:r>
            <a:r>
              <a:rPr lang="en-US" sz="1200">
                <a:solidFill>
                  <a:srgbClr val="000000"/>
                </a:solidFill>
                <a:latin typeface="Segoe UI"/>
                <a:ea typeface="Consolas"/>
                <a:cs typeface="Consolas"/>
              </a:rPr>
              <a:t>...</a:t>
            </a:r>
            <a:endParaRPr lang="en-US" sz="1200" b="0">
              <a:solidFill>
                <a:srgbClr val="000000"/>
              </a:solidFill>
              <a:latin typeface="Segoe UI"/>
              <a:ea typeface="Consolas"/>
              <a:cs typeface="Consolas"/>
            </a:endParaRPr>
          </a:p>
          <a:p>
            <a:r>
              <a:rPr lang="en-US" sz="1200" b="0">
                <a:solidFill>
                  <a:srgbClr val="000000"/>
                </a:solidFill>
                <a:latin typeface="Segoe UI"/>
                <a:ea typeface="Consolas"/>
                <a:cs typeface="Consolas"/>
              </a:rPr>
              <a:t>    </a:t>
            </a:r>
            <a:r>
              <a:rPr lang="en-US" sz="1200" b="0" err="1">
                <a:solidFill>
                  <a:srgbClr val="000000"/>
                </a:solidFill>
                <a:latin typeface="Segoe UI"/>
                <a:ea typeface="Consolas"/>
                <a:cs typeface="Consolas"/>
              </a:rPr>
              <a:t>submissions?.Where</a:t>
            </a:r>
            <a:r>
              <a:rPr lang="en-US" sz="1200" b="0">
                <a:solidFill>
                  <a:srgbClr val="000000"/>
                </a:solidFill>
                <a:latin typeface="Segoe UI"/>
                <a:ea typeface="Consolas"/>
                <a:cs typeface="Consolas"/>
              </a:rPr>
              <a:t>(x =&gt; </a:t>
            </a:r>
            <a:r>
              <a:rPr lang="en-US" sz="1200" b="0" err="1">
                <a:solidFill>
                  <a:srgbClr val="000000"/>
                </a:solidFill>
                <a:latin typeface="Segoe UI"/>
                <a:ea typeface="Consolas"/>
                <a:cs typeface="Consolas"/>
              </a:rPr>
              <a:t>x.SubmissionParentId</a:t>
            </a:r>
            <a:r>
              <a:rPr lang="en-US" sz="1200" b="0">
                <a:solidFill>
                  <a:srgbClr val="000000"/>
                </a:solidFill>
                <a:latin typeface="Segoe UI"/>
                <a:ea typeface="Consolas"/>
                <a:cs typeface="Consolas"/>
              </a:rPr>
              <a:t> == </a:t>
            </a:r>
            <a:r>
              <a:rPr lang="en-US" sz="1200" b="0" err="1">
                <a:solidFill>
                  <a:srgbClr val="000000"/>
                </a:solidFill>
                <a:latin typeface="Segoe UI"/>
                <a:ea typeface="Consolas"/>
                <a:cs typeface="Consolas"/>
              </a:rPr>
              <a:t>parentId</a:t>
            </a:r>
            <a:r>
              <a:rPr lang="en-US" sz="1200" b="0">
                <a:solidFill>
                  <a:srgbClr val="000000"/>
                </a:solidFill>
                <a:latin typeface="Segoe UI"/>
                <a:ea typeface="Consolas"/>
                <a:cs typeface="Consolas"/>
              </a:rPr>
              <a:t>).Select(...)</a:t>
            </a:r>
          </a:p>
          <a:p>
            <a:pPr algn="ctr"/>
            <a:endParaRPr lang="en-US" b="0">
              <a:solidFill>
                <a:srgbClr val="000000"/>
              </a:solidFill>
              <a:latin typeface="Calibri"/>
              <a:ea typeface="Calibri"/>
              <a:cs typeface="Calibri"/>
            </a:endParaRPr>
          </a:p>
        </p:txBody>
      </p:sp>
      <p:sp>
        <p:nvSpPr>
          <p:cNvPr id="27" name="ZoneTexte 13">
            <a:extLst>
              <a:ext uri="{FF2B5EF4-FFF2-40B4-BE49-F238E27FC236}">
                <a16:creationId xmlns:a16="http://schemas.microsoft.com/office/drawing/2014/main" id="{F0E61C78-5F52-7883-B33D-5A5E0D367D31}"/>
              </a:ext>
            </a:extLst>
          </p:cNvPr>
          <p:cNvSpPr txBox="1"/>
          <p:nvPr/>
        </p:nvSpPr>
        <p:spPr>
          <a:xfrm>
            <a:off x="1878216" y="2088996"/>
            <a:ext cx="9657805" cy="984885"/>
          </a:xfrm>
          <a:prstGeom prst="rect">
            <a:avLst/>
          </a:prstGeom>
          <a:noFill/>
          <a:ln>
            <a:solidFill>
              <a:schemeClr val="accent6"/>
            </a:solid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rtl="0"/>
            <a:r>
              <a:rPr lang="en-US" sz="1600" baseline="0">
                <a:solidFill>
                  <a:srgbClr val="FF8C00"/>
                </a:solidFill>
                <a:latin typeface="Segoe UI"/>
                <a:ea typeface="Segoe UI"/>
                <a:cs typeface="Segoe UI"/>
              </a:rPr>
              <a:t>⚠️ Synchronous Matching Engine Calls</a:t>
            </a:r>
            <a:r>
              <a:rPr lang="en-US" sz="1600">
                <a:latin typeface="Segoe UI"/>
                <a:ea typeface="Segoe UI"/>
                <a:cs typeface="Segoe UI"/>
              </a:rPr>
              <a:t>​</a:t>
            </a:r>
            <a:endParaRPr lang="en-US">
              <a:latin typeface="Segoe UI"/>
              <a:cs typeface="Segoe UI"/>
            </a:endParaRPr>
          </a:p>
          <a:p>
            <a:pPr rtl="0"/>
            <a:r>
              <a:rPr lang="en-US" sz="1400" baseline="0">
                <a:latin typeface="Segoe UI"/>
                <a:ea typeface="Segoe UI"/>
                <a:cs typeface="Segoe UI"/>
              </a:rPr>
              <a:t>→ Blocking HTTP calls (performance coupling)</a:t>
            </a:r>
            <a:r>
              <a:rPr lang="en-US" sz="1400">
                <a:latin typeface="Segoe UI"/>
                <a:ea typeface="Segoe UI"/>
                <a:cs typeface="Segoe UI"/>
              </a:rPr>
              <a:t>​</a:t>
            </a:r>
          </a:p>
          <a:p>
            <a:pPr rtl="0"/>
            <a:r>
              <a:rPr lang="en-US" sz="1400" baseline="0">
                <a:latin typeface="Segoe UI"/>
                <a:ea typeface="Segoe UI"/>
                <a:cs typeface="Segoe UI"/>
              </a:rPr>
              <a:t>→ Large submissions may cause latency</a:t>
            </a:r>
            <a:r>
              <a:rPr lang="en-US" sz="1400">
                <a:latin typeface="Segoe UI"/>
                <a:ea typeface="Segoe UI"/>
                <a:cs typeface="Segoe UI"/>
              </a:rPr>
              <a:t>​</a:t>
            </a:r>
          </a:p>
          <a:p>
            <a:pPr rtl="0"/>
            <a:r>
              <a:rPr lang="en-US" sz="1400" baseline="0">
                <a:latin typeface="Segoe UI"/>
                <a:ea typeface="Segoe UI"/>
                <a:cs typeface="Segoe UI"/>
              </a:rPr>
              <a:t>→ Alternative: Queue-based async pattern would decouple</a:t>
            </a:r>
          </a:p>
        </p:txBody>
      </p:sp>
    </p:spTree>
    <p:extLst>
      <p:ext uri="{BB962C8B-B14F-4D97-AF65-F5344CB8AC3E}">
        <p14:creationId xmlns:p14="http://schemas.microsoft.com/office/powerpoint/2010/main" val="1164452898"/>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A436A-9DFE-ED16-4FC9-55B985D14BA7}"/>
            </a:ext>
          </a:extLst>
        </p:cNvPr>
        <p:cNvGrpSpPr/>
        <p:nvPr/>
      </p:nvGrpSpPr>
      <p:grpSpPr>
        <a:xfrm>
          <a:off x="0" y="0"/>
          <a:ext cx="0" cy="0"/>
          <a:chOff x="0" y="0"/>
          <a:chExt cx="0" cy="0"/>
        </a:xfrm>
      </p:grpSpPr>
      <p:sp>
        <p:nvSpPr>
          <p:cNvPr id="5" name="TextBox 1">
            <a:extLst>
              <a:ext uri="{FF2B5EF4-FFF2-40B4-BE49-F238E27FC236}">
                <a16:creationId xmlns:a16="http://schemas.microsoft.com/office/drawing/2014/main" id="{9BD207AB-F661-E6A2-F3E6-BDF57024B507}"/>
              </a:ext>
            </a:extLst>
          </p:cNvPr>
          <p:cNvSpPr txBox="1"/>
          <p:nvPr/>
        </p:nvSpPr>
        <p:spPr>
          <a:xfrm>
            <a:off x="457200" y="274320"/>
            <a:ext cx="9493427" cy="707886"/>
          </a:xfrm>
          <a:prstGeom prst="rect">
            <a:avLst/>
          </a:prstGeom>
          <a:noFill/>
        </p:spPr>
        <p:txBody>
          <a:bodyPr wrap="square" lIns="91440" tIns="45720" rIns="91440" bIns="45720" anchor="t">
            <a:spAutoFit/>
          </a:bodyPr>
          <a:lstStyle/>
          <a:p>
            <a:pPr>
              <a:defRPr sz="4000" b="1">
                <a:solidFill>
                  <a:srgbClr val="003366"/>
                </a:solidFill>
              </a:defRPr>
            </a:pPr>
            <a:r>
              <a:rPr lang="en-US">
                <a:solidFill>
                  <a:srgbClr val="003366"/>
                </a:solidFill>
                <a:ea typeface="+mn-lt"/>
                <a:cs typeface="+mn-lt"/>
              </a:rPr>
              <a:t>Code Smells – Cosmos DB Efficiency</a:t>
            </a:r>
            <a:endParaRPr lang="fr-FR"/>
          </a:p>
        </p:txBody>
      </p:sp>
      <p:sp>
        <p:nvSpPr>
          <p:cNvPr id="8" name="Espace réservé du pied de page 2">
            <a:extLst>
              <a:ext uri="{FF2B5EF4-FFF2-40B4-BE49-F238E27FC236}">
                <a16:creationId xmlns:a16="http://schemas.microsoft.com/office/drawing/2014/main" id="{775728E4-423F-A97F-4EF6-3D4022D30418}"/>
              </a:ext>
            </a:extLst>
          </p:cNvPr>
          <p:cNvSpPr>
            <a:spLocks noGrp="1"/>
          </p:cNvSpPr>
          <p:nvPr>
            <p:ph type="ftr" sz="quarter" idx="11"/>
          </p:nvPr>
        </p:nvSpPr>
        <p:spPr>
          <a:xfrm>
            <a:off x="-593" y="6444952"/>
            <a:ext cx="12193181" cy="412389"/>
          </a:xfrm>
          <a:solidFill>
            <a:srgbClr val="F8F9FB"/>
          </a:solidFill>
          <a:ln>
            <a:solidFill>
              <a:srgbClr val="E1E4E8"/>
            </a:solidFill>
          </a:ln>
        </p:spPr>
        <p:txBody>
          <a:bodyPr/>
          <a:lstStyle/>
          <a:p>
            <a:pPr algn="l"/>
            <a:r>
              <a:rPr lang="fr-FR" sz="1100">
                <a:solidFill>
                  <a:srgbClr val="6B7C93"/>
                </a:solidFill>
                <a:latin typeface="Segoe UI"/>
                <a:ea typeface="+mn-lt"/>
                <a:cs typeface="Segoe UI"/>
              </a:rPr>
              <a:t>  ISWC System Audit – </a:t>
            </a:r>
            <a:r>
              <a:rPr lang="fr-FR" sz="1100" err="1">
                <a:solidFill>
                  <a:srgbClr val="6B7C93"/>
                </a:solidFill>
                <a:latin typeface="Segoe UI"/>
                <a:ea typeface="+mn-lt"/>
                <a:cs typeface="Segoe UI"/>
              </a:rPr>
              <a:t>Findings</a:t>
            </a:r>
            <a:r>
              <a:rPr lang="fr-FR" sz="1100">
                <a:solidFill>
                  <a:srgbClr val="6B7C93"/>
                </a:solidFill>
                <a:latin typeface="Segoe UI"/>
                <a:ea typeface="+mn-lt"/>
                <a:cs typeface="Segoe UI"/>
              </a:rPr>
              <a:t> &amp; Strategic </a:t>
            </a:r>
            <a:r>
              <a:rPr lang="fr-FR" sz="1100" err="1">
                <a:solidFill>
                  <a:srgbClr val="6B7C93"/>
                </a:solidFill>
                <a:latin typeface="Segoe UI"/>
                <a:ea typeface="+mn-lt"/>
                <a:cs typeface="Segoe UI"/>
              </a:rPr>
              <a:t>Recommendations</a:t>
            </a:r>
            <a:r>
              <a:rPr lang="fr-FR" sz="1100">
                <a:solidFill>
                  <a:srgbClr val="6B7C93"/>
                </a:solidFill>
                <a:latin typeface="Segoe UI"/>
                <a:ea typeface="+mn-lt"/>
                <a:cs typeface="Segoe UI"/>
              </a:rPr>
              <a:t> • </a:t>
            </a:r>
            <a:r>
              <a:rPr lang="fr-FR" sz="1100" err="1">
                <a:solidFill>
                  <a:srgbClr val="6B7C93"/>
                </a:solidFill>
                <a:latin typeface="Segoe UI"/>
                <a:ea typeface="+mn-lt"/>
                <a:cs typeface="Segoe UI"/>
              </a:rPr>
              <a:t>November</a:t>
            </a:r>
            <a:r>
              <a:rPr lang="fr-FR" sz="1100">
                <a:solidFill>
                  <a:srgbClr val="6B7C93"/>
                </a:solidFill>
                <a:latin typeface="Segoe UI"/>
                <a:ea typeface="+mn-lt"/>
                <a:cs typeface="Segoe UI"/>
              </a:rPr>
              <a:t> 24, 2025</a:t>
            </a:r>
            <a:endParaRPr lang="fr-FR" sz="1100">
              <a:latin typeface="Segoe UI"/>
              <a:cs typeface="Segoe UI"/>
            </a:endParaRPr>
          </a:p>
        </p:txBody>
      </p:sp>
      <p:sp>
        <p:nvSpPr>
          <p:cNvPr id="10" name="Espace réservé du numéro de diapositive 6">
            <a:extLst>
              <a:ext uri="{FF2B5EF4-FFF2-40B4-BE49-F238E27FC236}">
                <a16:creationId xmlns:a16="http://schemas.microsoft.com/office/drawing/2014/main" id="{96538F1C-AB67-7001-E167-F168288D459A}"/>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dirty="0" smtClean="0">
                <a:solidFill>
                  <a:srgbClr val="1E3A5F"/>
                </a:solidFill>
                <a:latin typeface="Segoe UI"/>
                <a:cs typeface="Segoe UI"/>
              </a:rPr>
              <a:pPr algn="ctr"/>
              <a:t>14</a:t>
            </a:fld>
            <a:endParaRPr lang="fr-FR">
              <a:solidFill>
                <a:srgbClr val="1E3A5F"/>
              </a:solidFill>
              <a:latin typeface="Segoe UI"/>
              <a:ea typeface="Calibri"/>
              <a:cs typeface="Segoe UI"/>
            </a:endParaRPr>
          </a:p>
        </p:txBody>
      </p:sp>
      <p:sp>
        <p:nvSpPr>
          <p:cNvPr id="4" name="ZoneTexte 3">
            <a:extLst>
              <a:ext uri="{FF2B5EF4-FFF2-40B4-BE49-F238E27FC236}">
                <a16:creationId xmlns:a16="http://schemas.microsoft.com/office/drawing/2014/main" id="{B7502952-E171-278C-927F-049714AAE85E}"/>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fr-FR" sz="1200" b="1">
                <a:solidFill>
                  <a:srgbClr val="1E3A5F"/>
                </a:solidFill>
                <a:latin typeface="Segoe UI"/>
                <a:ea typeface="Calibri"/>
                <a:cs typeface="Segoe UI"/>
              </a:rPr>
              <a:t>———  PART 3 — </a:t>
            </a:r>
            <a:r>
              <a:rPr lang="fr-FR" sz="1200" b="1" err="1">
                <a:solidFill>
                  <a:srgbClr val="1E3A5F"/>
                </a:solidFill>
                <a:latin typeface="Segoe UI"/>
                <a:ea typeface="Calibri"/>
                <a:cs typeface="Segoe UI"/>
              </a:rPr>
              <a:t>Technical</a:t>
            </a:r>
            <a:r>
              <a:rPr lang="fr-FR" sz="1200" b="1">
                <a:solidFill>
                  <a:srgbClr val="1E3A5F"/>
                </a:solidFill>
                <a:latin typeface="Segoe UI"/>
                <a:ea typeface="Calibri"/>
                <a:cs typeface="Segoe UI"/>
              </a:rPr>
              <a:t> </a:t>
            </a:r>
            <a:r>
              <a:rPr lang="fr-FR" sz="1200" b="1" err="1">
                <a:solidFill>
                  <a:srgbClr val="1E3A5F"/>
                </a:solidFill>
                <a:latin typeface="Segoe UI"/>
                <a:ea typeface="Calibri"/>
                <a:cs typeface="Segoe UI"/>
              </a:rPr>
              <a:t>Findings</a:t>
            </a:r>
            <a:endParaRPr lang="fr-FR" sz="1200" err="1">
              <a:solidFill>
                <a:srgbClr val="000000"/>
              </a:solidFill>
              <a:latin typeface="Segoe UI"/>
              <a:ea typeface="Calibri"/>
              <a:cs typeface="Segoe UI"/>
            </a:endParaRPr>
          </a:p>
        </p:txBody>
      </p:sp>
      <p:cxnSp>
        <p:nvCxnSpPr>
          <p:cNvPr id="9" name="Connecteur droit avec flèche 8">
            <a:extLst>
              <a:ext uri="{FF2B5EF4-FFF2-40B4-BE49-F238E27FC236}">
                <a16:creationId xmlns:a16="http://schemas.microsoft.com/office/drawing/2014/main" id="{4E29D4CE-FF25-272F-C806-8A53E1F5A897}"/>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pic>
        <p:nvPicPr>
          <p:cNvPr id="3" name="Image 2" descr="Une image contenant texte, capture d’écran, Police&#10;&#10;Le contenu généré par l’IA peut être incorrect.">
            <a:extLst>
              <a:ext uri="{FF2B5EF4-FFF2-40B4-BE49-F238E27FC236}">
                <a16:creationId xmlns:a16="http://schemas.microsoft.com/office/drawing/2014/main" id="{D4A65FF9-3DB9-0E86-1372-B234A0CC6EC8}"/>
              </a:ext>
            </a:extLst>
          </p:cNvPr>
          <p:cNvPicPr>
            <a:picLocks noChangeAspect="1"/>
          </p:cNvPicPr>
          <p:nvPr/>
        </p:nvPicPr>
        <p:blipFill>
          <a:blip r:embed="rId3"/>
          <a:stretch>
            <a:fillRect/>
          </a:stretch>
        </p:blipFill>
        <p:spPr>
          <a:xfrm>
            <a:off x="7643499" y="2298817"/>
            <a:ext cx="4388120" cy="3789658"/>
          </a:xfrm>
          <a:prstGeom prst="rect">
            <a:avLst/>
          </a:prstGeom>
        </p:spPr>
      </p:pic>
      <p:pic>
        <p:nvPicPr>
          <p:cNvPr id="7" name="Image 6" descr="Une image contenant texte, capture d’écran, Police&#10;&#10;Le contenu généré par l’IA peut être incorrect.">
            <a:extLst>
              <a:ext uri="{FF2B5EF4-FFF2-40B4-BE49-F238E27FC236}">
                <a16:creationId xmlns:a16="http://schemas.microsoft.com/office/drawing/2014/main" id="{C687D24B-97F0-D7F3-4049-5AB59B0C89C6}"/>
              </a:ext>
            </a:extLst>
          </p:cNvPr>
          <p:cNvPicPr>
            <a:picLocks noChangeAspect="1"/>
          </p:cNvPicPr>
          <p:nvPr/>
        </p:nvPicPr>
        <p:blipFill>
          <a:blip r:embed="rId4"/>
          <a:stretch>
            <a:fillRect/>
          </a:stretch>
        </p:blipFill>
        <p:spPr>
          <a:xfrm>
            <a:off x="20473" y="2795666"/>
            <a:ext cx="4574099" cy="2358326"/>
          </a:xfrm>
          <a:prstGeom prst="rect">
            <a:avLst/>
          </a:prstGeom>
        </p:spPr>
      </p:pic>
      <p:sp>
        <p:nvSpPr>
          <p:cNvPr id="12" name="ZoneTexte 11">
            <a:extLst>
              <a:ext uri="{FF2B5EF4-FFF2-40B4-BE49-F238E27FC236}">
                <a16:creationId xmlns:a16="http://schemas.microsoft.com/office/drawing/2014/main" id="{1066F081-ED0C-C2F8-D16D-3A857DD7AA56}"/>
              </a:ext>
            </a:extLst>
          </p:cNvPr>
          <p:cNvSpPr txBox="1"/>
          <p:nvPr/>
        </p:nvSpPr>
        <p:spPr>
          <a:xfrm>
            <a:off x="106790" y="1104597"/>
            <a:ext cx="11924829" cy="400110"/>
          </a:xfrm>
          <a:prstGeom prst="rect">
            <a:avLst/>
          </a:prstGeom>
          <a:solidFill>
            <a:schemeClr val="accent2">
              <a:lumMod val="40000"/>
              <a:lumOff val="60000"/>
            </a:schemeClr>
          </a:solidFill>
          <a:ln>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a:solidFill>
                  <a:srgbClr val="228B22"/>
                </a:solidFill>
                <a:latin typeface="Segoe UI"/>
                <a:ea typeface="Calibri"/>
                <a:cs typeface="Calibri"/>
              </a:rPr>
              <a:t>⚠️ </a:t>
            </a:r>
            <a:r>
              <a:rPr lang="en-US" sz="2000">
                <a:latin typeface="Segoe UI"/>
                <a:ea typeface="Calibri"/>
                <a:cs typeface="Calibri"/>
              </a:rPr>
              <a:t>Require</a:t>
            </a:r>
            <a:r>
              <a:rPr lang="en-US" sz="2000">
                <a:solidFill>
                  <a:srgbClr val="228B22"/>
                </a:solidFill>
                <a:latin typeface="Segoe UI"/>
                <a:ea typeface="Calibri"/>
                <a:cs typeface="Calibri"/>
              </a:rPr>
              <a:t> </a:t>
            </a:r>
            <a:r>
              <a:rPr lang="fr-FR" sz="2000">
                <a:latin typeface="Segoe UI"/>
                <a:ea typeface="Calibri"/>
                <a:cs typeface="Calibri"/>
              </a:rPr>
              <a:t>more </a:t>
            </a:r>
            <a:r>
              <a:rPr lang="fr-FR" sz="2000">
                <a:solidFill>
                  <a:srgbClr val="000000"/>
                </a:solidFill>
                <a:latin typeface="Segoe UI"/>
                <a:ea typeface="Calibri"/>
                <a:cs typeface="Calibri"/>
              </a:rPr>
              <a:t>investigations</a:t>
            </a:r>
            <a:r>
              <a:rPr lang="fr-FR" sz="2000">
                <a:latin typeface="Segoe UI"/>
                <a:ea typeface="Calibri"/>
                <a:cs typeface="Calibri"/>
              </a:rPr>
              <a:t> (A/B </a:t>
            </a:r>
            <a:r>
              <a:rPr lang="fr-FR" sz="2000" err="1">
                <a:latin typeface="Segoe UI"/>
                <a:ea typeface="Calibri"/>
                <a:cs typeface="Calibri"/>
              </a:rPr>
              <a:t>Testing</a:t>
            </a:r>
            <a:r>
              <a:rPr lang="fr-FR" sz="2000">
                <a:latin typeface="Segoe UI"/>
                <a:ea typeface="Calibri"/>
                <a:cs typeface="Calibri"/>
              </a:rPr>
              <a:t>, </a:t>
            </a:r>
            <a:r>
              <a:rPr lang="fr-FR" sz="2000" err="1">
                <a:latin typeface="Segoe UI"/>
                <a:ea typeface="Calibri"/>
                <a:cs typeface="Calibri"/>
              </a:rPr>
              <a:t>regression</a:t>
            </a:r>
            <a:r>
              <a:rPr lang="fr-FR" sz="2000">
                <a:latin typeface="Segoe UI"/>
                <a:ea typeface="Calibri"/>
                <a:cs typeface="Calibri"/>
              </a:rPr>
              <a:t> checks, performance monitoring) </a:t>
            </a:r>
            <a:r>
              <a:rPr lang="en-US" sz="2000">
                <a:solidFill>
                  <a:srgbClr val="228B22"/>
                </a:solidFill>
                <a:latin typeface="Segoe UI"/>
                <a:ea typeface="Calibri"/>
                <a:cs typeface="Calibri"/>
              </a:rPr>
              <a:t>⚠️</a:t>
            </a:r>
            <a:r>
              <a:rPr lang="en-US" sz="2000">
                <a:solidFill>
                  <a:srgbClr val="228B22"/>
                </a:solidFill>
                <a:ea typeface="Calibri"/>
                <a:cs typeface="Calibri"/>
              </a:rPr>
              <a:t> </a:t>
            </a:r>
            <a:endParaRPr lang="fr-FR" sz="2000"/>
          </a:p>
        </p:txBody>
      </p:sp>
      <p:sp>
        <p:nvSpPr>
          <p:cNvPr id="14" name="ZoneTexte 13">
            <a:extLst>
              <a:ext uri="{FF2B5EF4-FFF2-40B4-BE49-F238E27FC236}">
                <a16:creationId xmlns:a16="http://schemas.microsoft.com/office/drawing/2014/main" id="{34A2E0DC-392C-13C7-0A20-C170681D119E}"/>
              </a:ext>
            </a:extLst>
          </p:cNvPr>
          <p:cNvSpPr txBox="1"/>
          <p:nvPr/>
        </p:nvSpPr>
        <p:spPr>
          <a:xfrm>
            <a:off x="4653718" y="2928389"/>
            <a:ext cx="2912997" cy="2092881"/>
          </a:xfrm>
          <a:prstGeom prst="rect">
            <a:avLst/>
          </a:prstGeom>
          <a:noFill/>
          <a:ln>
            <a:solidFill>
              <a:srgbClr val="4472C4"/>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600" b="1" err="1">
                <a:latin typeface="Segoe UI"/>
                <a:ea typeface="Calibri"/>
                <a:cs typeface="Segoe UI"/>
              </a:rPr>
              <a:t>Problematic</a:t>
            </a:r>
            <a:r>
              <a:rPr lang="fr-FR" sz="1600" b="1">
                <a:latin typeface="Segoe UI"/>
                <a:ea typeface="Calibri"/>
                <a:cs typeface="Segoe UI"/>
              </a:rPr>
              <a:t> Code Patterns</a:t>
            </a:r>
            <a:r>
              <a:rPr lang="fr-FR" sz="1600">
                <a:latin typeface="Segoe UI"/>
                <a:ea typeface="Calibri"/>
                <a:cs typeface="Segoe UI"/>
              </a:rPr>
              <a:t> </a:t>
            </a:r>
            <a:br>
              <a:rPr lang="fr-FR" sz="1600">
                <a:latin typeface="Segoe UI"/>
                <a:ea typeface="Calibri"/>
                <a:cs typeface="Segoe UI"/>
              </a:rPr>
            </a:br>
            <a:r>
              <a:rPr lang="fr-FR" sz="1600" err="1">
                <a:latin typeface="Segoe UI"/>
                <a:ea typeface="Calibri"/>
                <a:cs typeface="Segoe UI"/>
              </a:rPr>
              <a:t>Found</a:t>
            </a:r>
            <a:r>
              <a:rPr lang="fr-FR" sz="1600">
                <a:latin typeface="Segoe UI"/>
                <a:ea typeface="Calibri"/>
                <a:cs typeface="Segoe UI"/>
              </a:rPr>
              <a:t> in :</a:t>
            </a:r>
          </a:p>
          <a:p>
            <a:pPr marL="285750" indent="-285750">
              <a:buFont typeface="Arial"/>
              <a:buChar char="•"/>
            </a:pPr>
            <a:r>
              <a:rPr lang="fr-FR" sz="1600" err="1">
                <a:latin typeface="Segoe UI"/>
                <a:ea typeface="+mn-lt"/>
                <a:cs typeface="Segoe UI"/>
              </a:rPr>
              <a:t>SearchComponent</a:t>
            </a:r>
            <a:endParaRPr lang="fr-FR" sz="1600">
              <a:latin typeface="Segoe UI"/>
              <a:ea typeface="+mn-lt"/>
              <a:cs typeface="Segoe UI"/>
            </a:endParaRPr>
          </a:p>
          <a:p>
            <a:pPr marL="285750" indent="-285750">
              <a:buFont typeface="Arial"/>
              <a:buChar char="•"/>
            </a:pPr>
            <a:r>
              <a:rPr lang="fr-FR" sz="1600">
                <a:latin typeface="Segoe UI"/>
                <a:ea typeface="+mn-lt"/>
                <a:cs typeface="Segoe UI"/>
              </a:rPr>
              <a:t>Matching Pipeline </a:t>
            </a:r>
            <a:endParaRPr lang="fr-FR" sz="1600">
              <a:latin typeface="Segoe UI"/>
              <a:ea typeface="Calibri"/>
              <a:cs typeface="Segoe UI"/>
            </a:endParaRPr>
          </a:p>
          <a:p>
            <a:pPr marL="285750" indent="-285750">
              <a:buFont typeface="Arial"/>
              <a:buChar char="•"/>
            </a:pPr>
            <a:r>
              <a:rPr lang="fr-FR" sz="1600" err="1">
                <a:latin typeface="Segoe UI"/>
                <a:ea typeface="+mn-lt"/>
                <a:cs typeface="Segoe UI"/>
              </a:rPr>
              <a:t>Metadata</a:t>
            </a:r>
            <a:r>
              <a:rPr lang="fr-FR" sz="1600">
                <a:latin typeface="Segoe UI"/>
                <a:ea typeface="+mn-lt"/>
                <a:cs typeface="Segoe UI"/>
              </a:rPr>
              <a:t> Validation </a:t>
            </a:r>
            <a:endParaRPr lang="fr-FR" sz="1600">
              <a:latin typeface="Segoe UI"/>
              <a:ea typeface="Calibri"/>
              <a:cs typeface="Segoe UI"/>
            </a:endParaRPr>
          </a:p>
          <a:p>
            <a:pPr marL="285750" indent="-285750">
              <a:buFont typeface="Arial"/>
              <a:buChar char="•"/>
            </a:pPr>
            <a:r>
              <a:rPr lang="fr-FR" sz="1600" err="1">
                <a:latin typeface="Segoe UI"/>
                <a:ea typeface="+mn-lt"/>
                <a:cs typeface="Segoe UI"/>
              </a:rPr>
              <a:t>Static</a:t>
            </a:r>
            <a:r>
              <a:rPr lang="fr-FR" sz="1600">
                <a:latin typeface="Segoe UI"/>
                <a:ea typeface="+mn-lt"/>
                <a:cs typeface="Segoe UI"/>
              </a:rPr>
              <a:t> Data Validation</a:t>
            </a:r>
            <a:endParaRPr lang="fr-FR" sz="1600">
              <a:latin typeface="Segoe UI"/>
              <a:ea typeface="Calibri"/>
              <a:cs typeface="Segoe UI"/>
            </a:endParaRPr>
          </a:p>
          <a:p>
            <a:pPr marL="285750" indent="-285750">
              <a:buFont typeface="Arial"/>
              <a:buChar char="•"/>
            </a:pPr>
            <a:r>
              <a:rPr lang="fr-FR" sz="1600">
                <a:latin typeface="Segoe UI"/>
                <a:ea typeface="+mn-lt"/>
                <a:cs typeface="Segoe UI"/>
              </a:rPr>
              <a:t>Post-Matching Validation</a:t>
            </a:r>
            <a:endParaRPr lang="fr-FR" sz="1600">
              <a:latin typeface="Segoe UI"/>
              <a:ea typeface="Calibri"/>
              <a:cs typeface="Segoe UI"/>
            </a:endParaRPr>
          </a:p>
          <a:p>
            <a:r>
              <a:rPr lang="fr-FR">
                <a:ea typeface="Calibri"/>
                <a:cs typeface="Calibri"/>
              </a:rPr>
              <a:t>… </a:t>
            </a:r>
          </a:p>
        </p:txBody>
      </p:sp>
    </p:spTree>
    <p:extLst>
      <p:ext uri="{BB962C8B-B14F-4D97-AF65-F5344CB8AC3E}">
        <p14:creationId xmlns:p14="http://schemas.microsoft.com/office/powerpoint/2010/main" val="650176614"/>
      </p:ext>
    </p:extLst>
  </p:cSld>
  <p:clrMapOvr>
    <a:masterClrMapping/>
  </p:clrMapOvr>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E506A-65C6-BE17-0CD8-B223C87A4380}"/>
            </a:ext>
          </a:extLst>
        </p:cNvPr>
        <p:cNvGrpSpPr/>
        <p:nvPr/>
      </p:nvGrpSpPr>
      <p:grpSpPr>
        <a:xfrm>
          <a:off x="0" y="0"/>
          <a:ext cx="0" cy="0"/>
          <a:chOff x="0" y="0"/>
          <a:chExt cx="0" cy="0"/>
        </a:xfrm>
      </p:grpSpPr>
      <p:sp>
        <p:nvSpPr>
          <p:cNvPr id="5" name="TextBox 1">
            <a:extLst>
              <a:ext uri="{FF2B5EF4-FFF2-40B4-BE49-F238E27FC236}">
                <a16:creationId xmlns:a16="http://schemas.microsoft.com/office/drawing/2014/main" id="{09E60DF7-7CBB-5806-8AF8-DA083D36997A}"/>
              </a:ext>
            </a:extLst>
          </p:cNvPr>
          <p:cNvSpPr txBox="1"/>
          <p:nvPr/>
        </p:nvSpPr>
        <p:spPr>
          <a:xfrm>
            <a:off x="457200" y="274320"/>
            <a:ext cx="9493427" cy="707886"/>
          </a:xfrm>
          <a:prstGeom prst="rect">
            <a:avLst/>
          </a:prstGeom>
          <a:noFill/>
        </p:spPr>
        <p:txBody>
          <a:bodyPr wrap="square" lIns="91440" tIns="45720" rIns="91440" bIns="45720" anchor="t">
            <a:spAutoFit/>
          </a:bodyPr>
          <a:lstStyle/>
          <a:p>
            <a:pPr>
              <a:defRPr sz="4000" b="1">
                <a:solidFill>
                  <a:srgbClr val="003366"/>
                </a:solidFill>
              </a:defRPr>
            </a:pPr>
            <a:r>
              <a:rPr lang="en-US">
                <a:solidFill>
                  <a:srgbClr val="003366"/>
                </a:solidFill>
                <a:ea typeface="+mn-lt"/>
                <a:cs typeface="+mn-lt"/>
              </a:rPr>
              <a:t>Code Smells – Cosmos DB Misusage</a:t>
            </a:r>
            <a:endParaRPr lang="fr-FR"/>
          </a:p>
        </p:txBody>
      </p:sp>
      <p:sp>
        <p:nvSpPr>
          <p:cNvPr id="8" name="Espace réservé du pied de page 2">
            <a:extLst>
              <a:ext uri="{FF2B5EF4-FFF2-40B4-BE49-F238E27FC236}">
                <a16:creationId xmlns:a16="http://schemas.microsoft.com/office/drawing/2014/main" id="{78B67C85-5A06-9AD0-39B2-1365271C46F9}"/>
              </a:ext>
            </a:extLst>
          </p:cNvPr>
          <p:cNvSpPr>
            <a:spLocks noGrp="1"/>
          </p:cNvSpPr>
          <p:nvPr>
            <p:ph type="ftr" sz="quarter" idx="11"/>
          </p:nvPr>
        </p:nvSpPr>
        <p:spPr>
          <a:xfrm>
            <a:off x="-593" y="6444952"/>
            <a:ext cx="12193181" cy="412389"/>
          </a:xfrm>
          <a:solidFill>
            <a:srgbClr val="F8F9FB"/>
          </a:solidFill>
          <a:ln>
            <a:solidFill>
              <a:srgbClr val="E1E4E8"/>
            </a:solidFill>
          </a:ln>
        </p:spPr>
        <p:txBody>
          <a:bodyPr/>
          <a:lstStyle/>
          <a:p>
            <a:pPr algn="l"/>
            <a:r>
              <a:rPr lang="fr-FR" sz="1100">
                <a:solidFill>
                  <a:srgbClr val="6B7C93"/>
                </a:solidFill>
                <a:latin typeface="Segoe UI"/>
                <a:ea typeface="+mn-lt"/>
                <a:cs typeface="Segoe UI"/>
              </a:rPr>
              <a:t>  ISWC System Audit – </a:t>
            </a:r>
            <a:r>
              <a:rPr lang="fr-FR" sz="1100" err="1">
                <a:solidFill>
                  <a:srgbClr val="6B7C93"/>
                </a:solidFill>
                <a:latin typeface="Segoe UI"/>
                <a:ea typeface="+mn-lt"/>
                <a:cs typeface="Segoe UI"/>
              </a:rPr>
              <a:t>Findings</a:t>
            </a:r>
            <a:r>
              <a:rPr lang="fr-FR" sz="1100">
                <a:solidFill>
                  <a:srgbClr val="6B7C93"/>
                </a:solidFill>
                <a:latin typeface="Segoe UI"/>
                <a:ea typeface="+mn-lt"/>
                <a:cs typeface="Segoe UI"/>
              </a:rPr>
              <a:t> &amp; Strategic </a:t>
            </a:r>
            <a:r>
              <a:rPr lang="fr-FR" sz="1100" err="1">
                <a:solidFill>
                  <a:srgbClr val="6B7C93"/>
                </a:solidFill>
                <a:latin typeface="Segoe UI"/>
                <a:ea typeface="+mn-lt"/>
                <a:cs typeface="Segoe UI"/>
              </a:rPr>
              <a:t>Recommendations</a:t>
            </a:r>
            <a:r>
              <a:rPr lang="fr-FR" sz="1100">
                <a:solidFill>
                  <a:srgbClr val="6B7C93"/>
                </a:solidFill>
                <a:latin typeface="Segoe UI"/>
                <a:ea typeface="+mn-lt"/>
                <a:cs typeface="Segoe UI"/>
              </a:rPr>
              <a:t> • </a:t>
            </a:r>
            <a:r>
              <a:rPr lang="fr-FR" sz="1100" err="1">
                <a:solidFill>
                  <a:srgbClr val="6B7C93"/>
                </a:solidFill>
                <a:latin typeface="Segoe UI"/>
                <a:ea typeface="+mn-lt"/>
                <a:cs typeface="Segoe UI"/>
              </a:rPr>
              <a:t>November</a:t>
            </a:r>
            <a:r>
              <a:rPr lang="fr-FR" sz="1100">
                <a:solidFill>
                  <a:srgbClr val="6B7C93"/>
                </a:solidFill>
                <a:latin typeface="Segoe UI"/>
                <a:ea typeface="+mn-lt"/>
                <a:cs typeface="Segoe UI"/>
              </a:rPr>
              <a:t> 24, 2025</a:t>
            </a:r>
            <a:endParaRPr lang="fr-FR" sz="1100">
              <a:latin typeface="Segoe UI"/>
              <a:cs typeface="Segoe UI"/>
            </a:endParaRPr>
          </a:p>
        </p:txBody>
      </p:sp>
      <p:sp>
        <p:nvSpPr>
          <p:cNvPr id="10" name="Espace réservé du numéro de diapositive 6">
            <a:extLst>
              <a:ext uri="{FF2B5EF4-FFF2-40B4-BE49-F238E27FC236}">
                <a16:creationId xmlns:a16="http://schemas.microsoft.com/office/drawing/2014/main" id="{00DD6B08-644D-7227-9A06-94D21A410FCF}"/>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dirty="0" smtClean="0">
                <a:solidFill>
                  <a:srgbClr val="1E3A5F"/>
                </a:solidFill>
                <a:latin typeface="Segoe UI"/>
                <a:cs typeface="Segoe UI"/>
              </a:rPr>
              <a:pPr algn="ctr"/>
              <a:t>15</a:t>
            </a:fld>
            <a:endParaRPr lang="fr-FR">
              <a:solidFill>
                <a:srgbClr val="1E3A5F"/>
              </a:solidFill>
              <a:latin typeface="Segoe UI"/>
              <a:ea typeface="Calibri"/>
              <a:cs typeface="Segoe UI"/>
            </a:endParaRPr>
          </a:p>
        </p:txBody>
      </p:sp>
      <p:sp>
        <p:nvSpPr>
          <p:cNvPr id="4" name="ZoneTexte 3">
            <a:extLst>
              <a:ext uri="{FF2B5EF4-FFF2-40B4-BE49-F238E27FC236}">
                <a16:creationId xmlns:a16="http://schemas.microsoft.com/office/drawing/2014/main" id="{8D40DBE1-8DC9-A21F-4B75-3EE0AA5288D1}"/>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fr-FR" sz="1200" b="1">
                <a:solidFill>
                  <a:srgbClr val="1E3A5F"/>
                </a:solidFill>
                <a:latin typeface="Segoe UI"/>
                <a:ea typeface="Calibri"/>
                <a:cs typeface="Segoe UI"/>
              </a:rPr>
              <a:t>———  PART 3 — </a:t>
            </a:r>
            <a:r>
              <a:rPr lang="fr-FR" sz="1200" b="1" err="1">
                <a:solidFill>
                  <a:srgbClr val="1E3A5F"/>
                </a:solidFill>
                <a:latin typeface="Segoe UI"/>
                <a:ea typeface="Calibri"/>
                <a:cs typeface="Segoe UI"/>
              </a:rPr>
              <a:t>Technical</a:t>
            </a:r>
            <a:r>
              <a:rPr lang="fr-FR" sz="1200" b="1">
                <a:solidFill>
                  <a:srgbClr val="1E3A5F"/>
                </a:solidFill>
                <a:latin typeface="Segoe UI"/>
                <a:ea typeface="Calibri"/>
                <a:cs typeface="Segoe UI"/>
              </a:rPr>
              <a:t> </a:t>
            </a:r>
            <a:r>
              <a:rPr lang="fr-FR" sz="1200" b="1" err="1">
                <a:solidFill>
                  <a:srgbClr val="1E3A5F"/>
                </a:solidFill>
                <a:latin typeface="Segoe UI"/>
                <a:ea typeface="Calibri"/>
                <a:cs typeface="Segoe UI"/>
              </a:rPr>
              <a:t>Findings</a:t>
            </a:r>
            <a:endParaRPr lang="fr-FR" sz="1200" err="1">
              <a:solidFill>
                <a:srgbClr val="000000"/>
              </a:solidFill>
              <a:latin typeface="Segoe UI"/>
              <a:ea typeface="Calibri"/>
              <a:cs typeface="Segoe UI"/>
            </a:endParaRPr>
          </a:p>
        </p:txBody>
      </p:sp>
      <p:cxnSp>
        <p:nvCxnSpPr>
          <p:cNvPr id="9" name="Connecteur droit avec flèche 8">
            <a:extLst>
              <a:ext uri="{FF2B5EF4-FFF2-40B4-BE49-F238E27FC236}">
                <a16:creationId xmlns:a16="http://schemas.microsoft.com/office/drawing/2014/main" id="{C71676A4-6DC8-03C5-193D-DB97EA538116}"/>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sp>
        <p:nvSpPr>
          <p:cNvPr id="12" name="ZoneTexte 11">
            <a:extLst>
              <a:ext uri="{FF2B5EF4-FFF2-40B4-BE49-F238E27FC236}">
                <a16:creationId xmlns:a16="http://schemas.microsoft.com/office/drawing/2014/main" id="{D4953623-A927-C3A5-B9FE-772136B2F0FC}"/>
              </a:ext>
            </a:extLst>
          </p:cNvPr>
          <p:cNvSpPr txBox="1"/>
          <p:nvPr/>
        </p:nvSpPr>
        <p:spPr>
          <a:xfrm>
            <a:off x="133489" y="1110123"/>
            <a:ext cx="11893875" cy="400110"/>
          </a:xfrm>
          <a:prstGeom prst="rect">
            <a:avLst/>
          </a:prstGeom>
          <a:solidFill>
            <a:schemeClr val="accent2">
              <a:lumMod val="40000"/>
              <a:lumOff val="60000"/>
            </a:schemeClr>
          </a:solidFill>
          <a:ln>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a:solidFill>
                  <a:srgbClr val="228B22"/>
                </a:solidFill>
                <a:latin typeface="Segoe UI"/>
                <a:ea typeface="Calibri"/>
                <a:cs typeface="Calibri"/>
              </a:rPr>
              <a:t> ⚠️ </a:t>
            </a:r>
            <a:r>
              <a:rPr lang="en-US" sz="2000">
                <a:latin typeface="Segoe UI"/>
                <a:ea typeface="Calibri"/>
                <a:cs typeface="Calibri"/>
              </a:rPr>
              <a:t>Require</a:t>
            </a:r>
            <a:r>
              <a:rPr lang="en-US" sz="2000">
                <a:solidFill>
                  <a:srgbClr val="228B22"/>
                </a:solidFill>
                <a:latin typeface="Segoe UI"/>
                <a:ea typeface="Calibri"/>
                <a:cs typeface="Calibri"/>
              </a:rPr>
              <a:t> </a:t>
            </a:r>
            <a:r>
              <a:rPr lang="fr-FR" sz="2000">
                <a:latin typeface="Segoe UI"/>
                <a:ea typeface="Calibri"/>
                <a:cs typeface="Calibri"/>
              </a:rPr>
              <a:t>more </a:t>
            </a:r>
            <a:r>
              <a:rPr lang="fr-FR" sz="2000">
                <a:solidFill>
                  <a:srgbClr val="000000"/>
                </a:solidFill>
                <a:latin typeface="Segoe UI"/>
                <a:ea typeface="Calibri"/>
                <a:cs typeface="Calibri"/>
              </a:rPr>
              <a:t>investigations</a:t>
            </a:r>
            <a:r>
              <a:rPr lang="fr-FR" sz="2000">
                <a:latin typeface="Segoe UI"/>
                <a:ea typeface="Calibri"/>
                <a:cs typeface="Calibri"/>
              </a:rPr>
              <a:t> (A/B </a:t>
            </a:r>
            <a:r>
              <a:rPr lang="fr-FR" sz="2000" err="1">
                <a:latin typeface="Segoe UI"/>
                <a:ea typeface="Calibri"/>
                <a:cs typeface="Calibri"/>
              </a:rPr>
              <a:t>Testing</a:t>
            </a:r>
            <a:r>
              <a:rPr lang="fr-FR" sz="2000">
                <a:latin typeface="Segoe UI"/>
                <a:ea typeface="Calibri"/>
                <a:cs typeface="Calibri"/>
              </a:rPr>
              <a:t>, </a:t>
            </a:r>
            <a:r>
              <a:rPr lang="fr-FR" sz="2000" err="1">
                <a:latin typeface="Segoe UI"/>
                <a:ea typeface="Calibri"/>
                <a:cs typeface="Calibri"/>
              </a:rPr>
              <a:t>regression</a:t>
            </a:r>
            <a:r>
              <a:rPr lang="fr-FR" sz="2000">
                <a:latin typeface="Segoe UI"/>
                <a:ea typeface="Calibri"/>
                <a:cs typeface="Calibri"/>
              </a:rPr>
              <a:t> checks, performance monitoring) </a:t>
            </a:r>
            <a:r>
              <a:rPr lang="en-US" sz="2000">
                <a:solidFill>
                  <a:srgbClr val="228B22"/>
                </a:solidFill>
                <a:latin typeface="Segoe UI"/>
                <a:ea typeface="Calibri"/>
                <a:cs typeface="Calibri"/>
              </a:rPr>
              <a:t>⚠️</a:t>
            </a:r>
            <a:r>
              <a:rPr lang="en-US" sz="2000">
                <a:solidFill>
                  <a:srgbClr val="228B22"/>
                </a:solidFill>
                <a:ea typeface="Calibri"/>
                <a:cs typeface="Calibri"/>
              </a:rPr>
              <a:t> </a:t>
            </a:r>
            <a:endParaRPr lang="fr-FR" sz="2000"/>
          </a:p>
        </p:txBody>
      </p:sp>
      <p:sp>
        <p:nvSpPr>
          <p:cNvPr id="2" name="ZoneTexte 1">
            <a:extLst>
              <a:ext uri="{FF2B5EF4-FFF2-40B4-BE49-F238E27FC236}">
                <a16:creationId xmlns:a16="http://schemas.microsoft.com/office/drawing/2014/main" id="{FA736677-7667-EA06-6957-231E54E16B99}"/>
              </a:ext>
            </a:extLst>
          </p:cNvPr>
          <p:cNvSpPr txBox="1"/>
          <p:nvPr/>
        </p:nvSpPr>
        <p:spPr>
          <a:xfrm>
            <a:off x="2080497" y="2479642"/>
            <a:ext cx="7470753" cy="2831544"/>
          </a:xfrm>
          <a:prstGeom prst="rect">
            <a:avLst/>
          </a:prstGeom>
          <a:noFill/>
          <a:ln>
            <a:solidFill>
              <a:srgbClr val="4472C4"/>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600" b="1">
                <a:latin typeface="Segoe UI"/>
                <a:ea typeface="Calibri"/>
                <a:cs typeface="Segoe UI"/>
              </a:rPr>
              <a:t>ISWC Cache </a:t>
            </a:r>
            <a:r>
              <a:rPr lang="fr-FR" sz="1600" b="1" err="1">
                <a:latin typeface="Segoe UI"/>
                <a:ea typeface="Calibri"/>
                <a:cs typeface="Segoe UI"/>
              </a:rPr>
              <a:t>implemented</a:t>
            </a:r>
            <a:r>
              <a:rPr lang="fr-FR" sz="1600" b="1">
                <a:latin typeface="Segoe UI"/>
                <a:ea typeface="Calibri"/>
                <a:cs typeface="Segoe UI"/>
              </a:rPr>
              <a:t> in </a:t>
            </a:r>
            <a:r>
              <a:rPr lang="fr-FR" sz="1600" b="1" err="1">
                <a:latin typeface="Segoe UI"/>
                <a:ea typeface="Calibri"/>
                <a:cs typeface="Segoe UI"/>
              </a:rPr>
              <a:t>CosmoDb</a:t>
            </a:r>
            <a:r>
              <a:rPr lang="fr-FR" sz="1600" b="1">
                <a:latin typeface="Segoe UI"/>
                <a:ea typeface="Calibri"/>
                <a:cs typeface="Segoe UI"/>
              </a:rPr>
              <a:t> :</a:t>
            </a:r>
            <a:endParaRPr lang="fr-FR" b="1">
              <a:latin typeface="Calibri"/>
              <a:ea typeface="Calibri"/>
              <a:cs typeface="Calibri"/>
            </a:endParaRPr>
          </a:p>
          <a:p>
            <a:endParaRPr lang="en-US" sz="1600">
              <a:latin typeface="Segoe UI"/>
              <a:ea typeface="Calibri"/>
              <a:cs typeface="Segoe UI"/>
            </a:endParaRPr>
          </a:p>
          <a:p>
            <a:endParaRPr lang="en-US" sz="1600">
              <a:latin typeface="Segoe UI"/>
              <a:ea typeface="Calibri"/>
              <a:cs typeface="Segoe UI"/>
            </a:endParaRPr>
          </a:p>
          <a:p>
            <a:endParaRPr lang="en-US" sz="1600">
              <a:latin typeface="Segoe UI"/>
              <a:ea typeface="Calibri"/>
              <a:cs typeface="Segoe UI"/>
            </a:endParaRPr>
          </a:p>
          <a:p>
            <a:endParaRPr lang="en-US" sz="1600">
              <a:latin typeface="Segoe UI"/>
              <a:ea typeface="Calibri"/>
              <a:cs typeface="Segoe UI"/>
            </a:endParaRPr>
          </a:p>
          <a:p>
            <a:r>
              <a:rPr lang="en-US" sz="1600" b="1">
                <a:latin typeface="Segoe UI"/>
                <a:ea typeface="Calibri"/>
                <a:cs typeface="Segoe UI"/>
              </a:rPr>
              <a:t>⚠️ </a:t>
            </a:r>
            <a:r>
              <a:rPr lang="en-US" sz="1600">
                <a:latin typeface="Segoe UI"/>
                <a:ea typeface="Calibri"/>
                <a:cs typeface="Segoe UI"/>
              </a:rPr>
              <a:t>Cost (RU consumption)</a:t>
            </a:r>
            <a:endParaRPr lang="fr-FR" sz="1600">
              <a:latin typeface="Segoe UI"/>
              <a:ea typeface="Calibri"/>
              <a:cs typeface="Segoe UI"/>
            </a:endParaRPr>
          </a:p>
          <a:p>
            <a:r>
              <a:rPr lang="en-US" sz="1600" b="1">
                <a:latin typeface="Segoe UI"/>
                <a:ea typeface="Calibri"/>
                <a:cs typeface="Segoe UI"/>
              </a:rPr>
              <a:t>⚠️ </a:t>
            </a:r>
            <a:r>
              <a:rPr lang="en-US" sz="1600">
                <a:latin typeface="Segoe UI"/>
                <a:ea typeface="Calibri"/>
                <a:cs typeface="Segoe UI"/>
              </a:rPr>
              <a:t>Performance </a:t>
            </a:r>
            <a:endParaRPr lang="en-US"/>
          </a:p>
          <a:p>
            <a:r>
              <a:rPr lang="fr-FR" sz="1600">
                <a:latin typeface="Segoe UI"/>
                <a:ea typeface="Calibri"/>
                <a:cs typeface="Segoe UI"/>
              </a:rPr>
              <a:t>✅Standard solution : Redis</a:t>
            </a:r>
            <a:endParaRPr lang="fr-FR"/>
          </a:p>
          <a:p>
            <a:endParaRPr lang="fr-FR" sz="1600">
              <a:latin typeface="Segoe UI"/>
              <a:ea typeface="Calibri"/>
              <a:cs typeface="Segoe UI"/>
            </a:endParaRPr>
          </a:p>
          <a:p>
            <a:br>
              <a:rPr lang="fr-FR" sz="1600">
                <a:latin typeface="Segoe UI"/>
                <a:ea typeface="Calibri"/>
                <a:cs typeface="Segoe UI"/>
              </a:rPr>
            </a:br>
            <a:endParaRPr lang="fr-FR">
              <a:ea typeface="Calibri"/>
              <a:cs typeface="Calibri"/>
            </a:endParaRPr>
          </a:p>
        </p:txBody>
      </p:sp>
      <p:pic>
        <p:nvPicPr>
          <p:cNvPr id="11" name="Image 10" descr="Une image contenant texte, Police, ligne, capture d’écran&#10;&#10;Le contenu généré par l’IA peut être incorrect.">
            <a:extLst>
              <a:ext uri="{FF2B5EF4-FFF2-40B4-BE49-F238E27FC236}">
                <a16:creationId xmlns:a16="http://schemas.microsoft.com/office/drawing/2014/main" id="{8B8C1853-DFE3-1560-9D51-82955EB0F6F4}"/>
              </a:ext>
            </a:extLst>
          </p:cNvPr>
          <p:cNvPicPr>
            <a:picLocks noChangeAspect="1"/>
          </p:cNvPicPr>
          <p:nvPr/>
        </p:nvPicPr>
        <p:blipFill>
          <a:blip r:embed="rId3"/>
          <a:stretch>
            <a:fillRect/>
          </a:stretch>
        </p:blipFill>
        <p:spPr>
          <a:xfrm>
            <a:off x="2441229" y="2858529"/>
            <a:ext cx="5772150" cy="781050"/>
          </a:xfrm>
          <a:prstGeom prst="rect">
            <a:avLst/>
          </a:prstGeom>
        </p:spPr>
      </p:pic>
    </p:spTree>
    <p:extLst>
      <p:ext uri="{BB962C8B-B14F-4D97-AF65-F5344CB8AC3E}">
        <p14:creationId xmlns:p14="http://schemas.microsoft.com/office/powerpoint/2010/main" val="3772697396"/>
      </p:ext>
    </p:extLst>
  </p:cSld>
  <p:clrMapOvr>
    <a:masterClrMapping/>
  </p:clrMapOvr>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22AFE-E31A-C554-B772-C1AEC31FF9A8}"/>
            </a:ext>
          </a:extLst>
        </p:cNvPr>
        <p:cNvGrpSpPr/>
        <p:nvPr/>
      </p:nvGrpSpPr>
      <p:grpSpPr>
        <a:xfrm>
          <a:off x="0" y="0"/>
          <a:ext cx="0" cy="0"/>
          <a:chOff x="0" y="0"/>
          <a:chExt cx="0" cy="0"/>
        </a:xfrm>
      </p:grpSpPr>
      <p:sp>
        <p:nvSpPr>
          <p:cNvPr id="5" name="TextBox 1">
            <a:extLst>
              <a:ext uri="{FF2B5EF4-FFF2-40B4-BE49-F238E27FC236}">
                <a16:creationId xmlns:a16="http://schemas.microsoft.com/office/drawing/2014/main" id="{007FC182-5804-BB97-2D64-BBAF8C906E1F}"/>
              </a:ext>
            </a:extLst>
          </p:cNvPr>
          <p:cNvSpPr txBox="1"/>
          <p:nvPr/>
        </p:nvSpPr>
        <p:spPr>
          <a:xfrm>
            <a:off x="457200" y="274320"/>
            <a:ext cx="11378832" cy="646331"/>
          </a:xfrm>
          <a:prstGeom prst="rect">
            <a:avLst/>
          </a:prstGeom>
          <a:noFill/>
        </p:spPr>
        <p:txBody>
          <a:bodyPr wrap="square" lIns="91440" tIns="45720" rIns="91440" bIns="45720" anchor="t">
            <a:spAutoFit/>
          </a:bodyPr>
          <a:lstStyle/>
          <a:p>
            <a:pPr>
              <a:defRPr sz="4000" b="1">
                <a:solidFill>
                  <a:srgbClr val="003366"/>
                </a:solidFill>
              </a:defRPr>
            </a:pPr>
            <a:r>
              <a:rPr lang="en-US" sz="3600">
                <a:solidFill>
                  <a:srgbClr val="003366"/>
                </a:solidFill>
                <a:latin typeface="Segoe UI"/>
                <a:ea typeface="+mn-lt"/>
                <a:cs typeface="Segoe UI"/>
              </a:rPr>
              <a:t>Infrastructure / DevOps - Mature Pipeline, IaC Gap</a:t>
            </a:r>
            <a:endParaRPr lang="en-US" sz="3600">
              <a:latin typeface="Segoe UI"/>
              <a:ea typeface="Calibri"/>
              <a:cs typeface="Segoe UI"/>
            </a:endParaRPr>
          </a:p>
        </p:txBody>
      </p:sp>
      <p:sp>
        <p:nvSpPr>
          <p:cNvPr id="8" name="Espace réservé du pied de page 2">
            <a:extLst>
              <a:ext uri="{FF2B5EF4-FFF2-40B4-BE49-F238E27FC236}">
                <a16:creationId xmlns:a16="http://schemas.microsoft.com/office/drawing/2014/main" id="{D1BF3A73-F216-40AE-04AF-091C33B2D8B0}"/>
              </a:ext>
            </a:extLst>
          </p:cNvPr>
          <p:cNvSpPr>
            <a:spLocks noGrp="1"/>
          </p:cNvSpPr>
          <p:nvPr>
            <p:ph type="ftr" sz="quarter" idx="11"/>
          </p:nvPr>
        </p:nvSpPr>
        <p:spPr>
          <a:xfrm>
            <a:off x="-593" y="6444952"/>
            <a:ext cx="12193181" cy="412389"/>
          </a:xfrm>
          <a:solidFill>
            <a:srgbClr val="F8F9FB"/>
          </a:solidFill>
          <a:ln>
            <a:solidFill>
              <a:srgbClr val="E1E4E8"/>
            </a:solidFill>
          </a:ln>
        </p:spPr>
        <p:txBody>
          <a:bodyPr/>
          <a:lstStyle/>
          <a:p>
            <a:pPr algn="l"/>
            <a:r>
              <a:rPr lang="en-US" sz="1100">
                <a:solidFill>
                  <a:srgbClr val="6B7C93"/>
                </a:solidFill>
                <a:latin typeface="Segoe UI"/>
                <a:ea typeface="+mn-lt"/>
                <a:cs typeface="Segoe UI"/>
              </a:rPr>
              <a:t>  ISWC System Audit – Findings &amp; Strategic Recommendations • November 24, 2025</a:t>
            </a:r>
            <a:endParaRPr lang="en-US" sz="1100">
              <a:latin typeface="Segoe UI"/>
              <a:cs typeface="Segoe UI"/>
            </a:endParaRPr>
          </a:p>
        </p:txBody>
      </p:sp>
      <p:sp>
        <p:nvSpPr>
          <p:cNvPr id="10" name="Espace réservé du numéro de diapositive 6">
            <a:extLst>
              <a:ext uri="{FF2B5EF4-FFF2-40B4-BE49-F238E27FC236}">
                <a16:creationId xmlns:a16="http://schemas.microsoft.com/office/drawing/2014/main" id="{E4EF259A-B3CE-6DE5-7EE1-B62766846081}"/>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dirty="0" smtClean="0">
                <a:solidFill>
                  <a:srgbClr val="1E3A5F"/>
                </a:solidFill>
                <a:latin typeface="Segoe UI"/>
                <a:cs typeface="Segoe UI"/>
              </a:rPr>
              <a:pPr algn="ctr"/>
              <a:t>16</a:t>
            </a:fld>
            <a:endParaRPr lang="en-US">
              <a:solidFill>
                <a:srgbClr val="1E3A5F"/>
              </a:solidFill>
              <a:latin typeface="Segoe UI"/>
              <a:ea typeface="Calibri"/>
              <a:cs typeface="Segoe UI"/>
            </a:endParaRPr>
          </a:p>
        </p:txBody>
      </p:sp>
      <p:sp>
        <p:nvSpPr>
          <p:cNvPr id="4" name="ZoneTexte 3">
            <a:extLst>
              <a:ext uri="{FF2B5EF4-FFF2-40B4-BE49-F238E27FC236}">
                <a16:creationId xmlns:a16="http://schemas.microsoft.com/office/drawing/2014/main" id="{F92FED3F-2361-DB8C-C03B-52292C404EC4}"/>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b="1">
                <a:solidFill>
                  <a:srgbClr val="1E3A5F"/>
                </a:solidFill>
                <a:latin typeface="Segoe UI"/>
                <a:ea typeface="Calibri"/>
                <a:cs typeface="Segoe UI"/>
              </a:rPr>
              <a:t>———  PART 3 — Technical Findings</a:t>
            </a:r>
            <a:endParaRPr lang="en-US" sz="1200">
              <a:solidFill>
                <a:srgbClr val="000000"/>
              </a:solidFill>
              <a:latin typeface="Segoe UI"/>
              <a:ea typeface="Calibri"/>
              <a:cs typeface="Segoe UI"/>
            </a:endParaRPr>
          </a:p>
        </p:txBody>
      </p:sp>
      <p:cxnSp>
        <p:nvCxnSpPr>
          <p:cNvPr id="9" name="Connecteur droit avec flèche 8">
            <a:extLst>
              <a:ext uri="{FF2B5EF4-FFF2-40B4-BE49-F238E27FC236}">
                <a16:creationId xmlns:a16="http://schemas.microsoft.com/office/drawing/2014/main" id="{E1F25CA4-8645-03C5-A4E4-894F5ADB18DD}"/>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sp>
        <p:nvSpPr>
          <p:cNvPr id="13" name="ZoneTexte 12">
            <a:extLst>
              <a:ext uri="{FF2B5EF4-FFF2-40B4-BE49-F238E27FC236}">
                <a16:creationId xmlns:a16="http://schemas.microsoft.com/office/drawing/2014/main" id="{166C8963-30F0-16D5-F0C9-B5BFF00B09D3}"/>
              </a:ext>
            </a:extLst>
          </p:cNvPr>
          <p:cNvSpPr txBox="1"/>
          <p:nvPr/>
        </p:nvSpPr>
        <p:spPr>
          <a:xfrm>
            <a:off x="458553" y="982031"/>
            <a:ext cx="11377479" cy="2092881"/>
          </a:xfrm>
          <a:prstGeom prst="rect">
            <a:avLst/>
          </a:prstGeom>
          <a:noFill/>
          <a:ln>
            <a:solidFill>
              <a:schemeClr val="tx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Azure Resource Inventory</a:t>
            </a:r>
            <a:endParaRPr lang="en-US">
              <a:ea typeface="Calibri"/>
              <a:cs typeface="Calibri"/>
            </a:endParaRPr>
          </a:p>
          <a:p>
            <a:endParaRPr lang="en-US" sz="1400">
              <a:ea typeface="Calibri"/>
              <a:cs typeface="Calibri"/>
            </a:endParaRPr>
          </a:p>
          <a:p>
            <a:r>
              <a:rPr lang="en-US" sz="1400">
                <a:latin typeface="Segoe UI"/>
                <a:ea typeface="Calibri"/>
                <a:cs typeface="Calibri"/>
              </a:rPr>
              <a:t>343 Resources Across 4 Environments</a:t>
            </a:r>
          </a:p>
          <a:p>
            <a:r>
              <a:rPr lang="en-US" sz="1400">
                <a:latin typeface="Segoe UI"/>
                <a:ea typeface="Calibri"/>
                <a:cs typeface="Calibri"/>
              </a:rPr>
              <a:t>• Production (primary)</a:t>
            </a:r>
          </a:p>
          <a:p>
            <a:r>
              <a:rPr lang="en-US" sz="1400">
                <a:latin typeface="Segoe UI"/>
                <a:ea typeface="Calibri"/>
                <a:cs typeface="Calibri"/>
              </a:rPr>
              <a:t>• UAT (user acceptance testing)</a:t>
            </a:r>
          </a:p>
          <a:p>
            <a:r>
              <a:rPr lang="en-US" sz="1400">
                <a:latin typeface="Segoe UI"/>
                <a:ea typeface="Calibri"/>
                <a:cs typeface="Calibri"/>
              </a:rPr>
              <a:t>• Dev (development)</a:t>
            </a:r>
          </a:p>
          <a:p>
            <a:r>
              <a:rPr lang="en-US" sz="1400">
                <a:latin typeface="Segoe UI"/>
                <a:ea typeface="Calibri"/>
                <a:cs typeface="Calibri"/>
              </a:rPr>
              <a:t>• Matching Engine (separate environment)</a:t>
            </a:r>
          </a:p>
          <a:p>
            <a:endParaRPr lang="en-US" sz="1400">
              <a:latin typeface="Segoe UI"/>
              <a:ea typeface="Calibri"/>
              <a:cs typeface="Calibri"/>
            </a:endParaRPr>
          </a:p>
          <a:p>
            <a:r>
              <a:rPr lang="en-US" sz="1400">
                <a:latin typeface="Segoe UI"/>
                <a:ea typeface="Calibri"/>
                <a:cs typeface="Calibri"/>
              </a:rPr>
              <a:t>⚠️ Not Tagged</a:t>
            </a:r>
            <a:endParaRPr lang="en-US" sz="1400">
              <a:latin typeface="Segoe UI"/>
            </a:endParaRPr>
          </a:p>
        </p:txBody>
      </p:sp>
      <p:sp>
        <p:nvSpPr>
          <p:cNvPr id="16" name="ZoneTexte 15">
            <a:extLst>
              <a:ext uri="{FF2B5EF4-FFF2-40B4-BE49-F238E27FC236}">
                <a16:creationId xmlns:a16="http://schemas.microsoft.com/office/drawing/2014/main" id="{9166FD6F-370A-54FB-44D4-C96AC10028C7}"/>
              </a:ext>
            </a:extLst>
          </p:cNvPr>
          <p:cNvSpPr txBox="1"/>
          <p:nvPr/>
        </p:nvSpPr>
        <p:spPr>
          <a:xfrm>
            <a:off x="3001249" y="3242033"/>
            <a:ext cx="6290733" cy="3046988"/>
          </a:xfrm>
          <a:prstGeom prst="rect">
            <a:avLst/>
          </a:prstGeom>
          <a:noFill/>
          <a:ln>
            <a:solidFill>
              <a:schemeClr val="tx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0" i="0" u="none" strike="noStrike" baseline="0">
                <a:solidFill>
                  <a:srgbClr val="228B22"/>
                </a:solidFill>
                <a:latin typeface="Segoe UI"/>
                <a:ea typeface="Segoe UI"/>
                <a:cs typeface="Segoe UI"/>
              </a:rPr>
              <a:t>Fully Automated Deployment Pipeline</a:t>
            </a:r>
            <a:r>
              <a:rPr lang="en-US" sz="1600" b="0" i="0">
                <a:solidFill>
                  <a:srgbClr val="000000"/>
                </a:solidFill>
                <a:latin typeface="Segoe UI"/>
                <a:ea typeface="Segoe UI"/>
                <a:cs typeface="Segoe UI"/>
              </a:rPr>
              <a:t>​</a:t>
            </a:r>
            <a:r>
              <a:rPr lang="en-US" sz="1600">
                <a:solidFill>
                  <a:srgbClr val="000000"/>
                </a:solidFill>
                <a:latin typeface="Segoe UI"/>
                <a:ea typeface="Segoe UI"/>
                <a:cs typeface="Segoe UI"/>
              </a:rPr>
              <a:t> (Build, Test, Deploy)</a:t>
            </a:r>
            <a:endParaRPr lang="en-US" sz="1600" b="0" i="0">
              <a:solidFill>
                <a:srgbClr val="000000"/>
              </a:solidFill>
              <a:latin typeface="Segoe UI"/>
              <a:ea typeface="Segoe UI"/>
              <a:cs typeface="Segoe UI"/>
            </a:endParaRPr>
          </a:p>
          <a:p>
            <a:r>
              <a:rPr lang="en-US" sz="1400" b="0" i="0">
                <a:solidFill>
                  <a:srgbClr val="000000"/>
                </a:solidFill>
                <a:latin typeface="Segoe UI"/>
                <a:ea typeface="Segoe UI"/>
                <a:cs typeface="Segoe UI"/>
              </a:rPr>
              <a:t>​</a:t>
            </a:r>
            <a:r>
              <a:rPr lang="en-US" sz="1800" b="1" i="0" u="none" strike="noStrike" baseline="0">
                <a:solidFill>
                  <a:srgbClr val="000000"/>
                </a:solidFill>
                <a:latin typeface="Segoe UI"/>
                <a:ea typeface="Segoe UI"/>
                <a:cs typeface="Segoe UI"/>
              </a:rPr>
              <a:t>Infrastructure-as-Code</a:t>
            </a:r>
            <a:r>
              <a:rPr lang="en-US" b="1">
                <a:solidFill>
                  <a:srgbClr val="000000"/>
                </a:solidFill>
                <a:latin typeface="Segoe UI"/>
                <a:ea typeface="Segoe UI"/>
                <a:cs typeface="Segoe UI"/>
              </a:rPr>
              <a:t>/ DevOps </a:t>
            </a:r>
            <a:r>
              <a:rPr lang="en-US" sz="1800" b="1" i="0" u="none" strike="noStrike" baseline="0">
                <a:solidFill>
                  <a:srgbClr val="000000"/>
                </a:solidFill>
                <a:latin typeface="Segoe UI"/>
                <a:ea typeface="Segoe UI"/>
                <a:cs typeface="Segoe UI"/>
              </a:rPr>
              <a:t>Status: ⚠️ PROPRIETARY</a:t>
            </a:r>
            <a:r>
              <a:rPr lang="en-US" sz="1800" b="0" i="0">
                <a:solidFill>
                  <a:srgbClr val="000000"/>
                </a:solidFill>
                <a:latin typeface="Segoe UI"/>
                <a:ea typeface="Segoe UI"/>
                <a:cs typeface="Segoe UI"/>
              </a:rPr>
              <a:t>​</a:t>
            </a:r>
          </a:p>
          <a:p>
            <a:pPr algn="l" rtl="0"/>
            <a:r>
              <a:rPr lang="en-US" sz="1400" b="0" i="0">
                <a:solidFill>
                  <a:srgbClr val="000000"/>
                </a:solidFill>
                <a:latin typeface="Segoe UI"/>
                <a:ea typeface="Segoe UI"/>
                <a:cs typeface="Segoe UI"/>
              </a:rPr>
              <a:t>​</a:t>
            </a:r>
          </a:p>
          <a:p>
            <a:pPr algn="l" rtl="0">
              <a:spcAft>
                <a:spcPts val="600"/>
              </a:spcAft>
            </a:pPr>
            <a:r>
              <a:rPr lang="en-US" sz="1800" b="1" i="0" u="none" strike="noStrike" baseline="0">
                <a:solidFill>
                  <a:srgbClr val="000000"/>
                </a:solidFill>
                <a:latin typeface="Segoe UI"/>
                <a:ea typeface="Segoe UI"/>
                <a:cs typeface="Segoe UI"/>
              </a:rPr>
              <a:t>Spanish Point Position:</a:t>
            </a:r>
            <a:r>
              <a:rPr lang="en-US" sz="1800" b="0" i="0">
                <a:solidFill>
                  <a:srgbClr val="000000"/>
                </a:solidFill>
                <a:latin typeface="Segoe UI"/>
                <a:ea typeface="Segoe UI"/>
                <a:cs typeface="Segoe UI"/>
              </a:rPr>
              <a:t>​</a:t>
            </a:r>
          </a:p>
          <a:p>
            <a:pPr algn="l" rtl="0"/>
            <a:r>
              <a:rPr lang="en-US" sz="1400" b="0" i="0" u="none" strike="noStrike" baseline="0">
                <a:solidFill>
                  <a:srgbClr val="000000"/>
                </a:solidFill>
                <a:latin typeface="Segoe UI"/>
                <a:ea typeface="Segoe UI"/>
                <a:cs typeface="Segoe UI"/>
              </a:rPr>
              <a:t>• </a:t>
            </a:r>
            <a:r>
              <a:rPr lang="en-US" sz="1400" b="0" i="0" u="none" strike="noStrike" baseline="0" err="1">
                <a:solidFill>
                  <a:srgbClr val="000000"/>
                </a:solidFill>
                <a:latin typeface="Segoe UI"/>
                <a:ea typeface="Segoe UI"/>
                <a:cs typeface="Segoe UI"/>
              </a:rPr>
              <a:t>IaC</a:t>
            </a:r>
            <a:r>
              <a:rPr lang="en-US" sz="1400">
                <a:solidFill>
                  <a:srgbClr val="000000"/>
                </a:solidFill>
                <a:latin typeface="Segoe UI"/>
                <a:ea typeface="Segoe UI"/>
                <a:cs typeface="Segoe UI"/>
              </a:rPr>
              <a:t>/DevOps</a:t>
            </a:r>
            <a:r>
              <a:rPr lang="en-US" sz="1400" b="0" i="0" u="none" strike="noStrike" baseline="0">
                <a:solidFill>
                  <a:srgbClr val="000000"/>
                </a:solidFill>
                <a:latin typeface="Segoe UI"/>
                <a:ea typeface="Segoe UI"/>
                <a:cs typeface="Segoe UI"/>
              </a:rPr>
              <a:t> templates = "Smart AIM library" (proprietary)</a:t>
            </a:r>
            <a:r>
              <a:rPr lang="en-US" sz="1400" b="0" i="0">
                <a:solidFill>
                  <a:srgbClr val="000000"/>
                </a:solidFill>
                <a:latin typeface="Segoe UI"/>
                <a:ea typeface="Segoe UI"/>
                <a:cs typeface="Segoe UI"/>
              </a:rPr>
              <a:t>​</a:t>
            </a:r>
          </a:p>
          <a:p>
            <a:pPr algn="l" rtl="0"/>
            <a:r>
              <a:rPr lang="en-US" sz="1400" b="0" i="0" u="none" strike="noStrike" baseline="0">
                <a:solidFill>
                  <a:srgbClr val="000000"/>
                </a:solidFill>
                <a:latin typeface="Segoe UI"/>
                <a:ea typeface="Segoe UI"/>
                <a:cs typeface="Segoe UI"/>
              </a:rPr>
              <a:t>• NOT included in source code delivery</a:t>
            </a:r>
            <a:r>
              <a:rPr lang="en-US" sz="1400" b="0" i="0">
                <a:solidFill>
                  <a:srgbClr val="000000"/>
                </a:solidFill>
                <a:latin typeface="Segoe UI"/>
                <a:ea typeface="Segoe UI"/>
                <a:cs typeface="Segoe UI"/>
              </a:rPr>
              <a:t>​</a:t>
            </a:r>
          </a:p>
          <a:p>
            <a:pPr algn="l" rtl="0"/>
            <a:r>
              <a:rPr lang="en-US" sz="1400" b="0" i="0" u="none" strike="noStrike" baseline="0">
                <a:solidFill>
                  <a:srgbClr val="000000"/>
                </a:solidFill>
                <a:latin typeface="Segoe UI"/>
                <a:ea typeface="Segoe UI"/>
                <a:cs typeface="Segoe UI"/>
              </a:rPr>
              <a:t>• Licensing program exists for third-party vendors</a:t>
            </a:r>
            <a:r>
              <a:rPr lang="en-US" sz="1400" b="0" i="0">
                <a:solidFill>
                  <a:srgbClr val="000000"/>
                </a:solidFill>
                <a:latin typeface="Segoe UI"/>
                <a:ea typeface="Segoe UI"/>
                <a:cs typeface="Segoe UI"/>
              </a:rPr>
              <a:t>​</a:t>
            </a:r>
          </a:p>
          <a:p>
            <a:pPr algn="l" rtl="0"/>
            <a:r>
              <a:rPr lang="en-US" sz="1400" b="0" i="0">
                <a:solidFill>
                  <a:srgbClr val="000000"/>
                </a:solidFill>
                <a:latin typeface="Segoe UI"/>
                <a:ea typeface="Segoe UI"/>
                <a:cs typeface="Segoe UI"/>
              </a:rPr>
              <a:t>​</a:t>
            </a:r>
          </a:p>
          <a:p>
            <a:pPr algn="l" rtl="0">
              <a:spcAft>
                <a:spcPts val="600"/>
              </a:spcAft>
            </a:pPr>
            <a:r>
              <a:rPr lang="en-US" sz="1800" b="1" i="0" u="none" strike="noStrike" baseline="0">
                <a:solidFill>
                  <a:srgbClr val="000000"/>
                </a:solidFill>
                <a:latin typeface="Segoe UI"/>
                <a:ea typeface="Segoe UI"/>
                <a:cs typeface="Segoe UI"/>
              </a:rPr>
              <a:t>CISAC Options for Vendor Switch:</a:t>
            </a:r>
            <a:r>
              <a:rPr lang="en-US" sz="1800" b="0" i="0">
                <a:solidFill>
                  <a:srgbClr val="000000"/>
                </a:solidFill>
                <a:latin typeface="Segoe UI"/>
                <a:ea typeface="Segoe UI"/>
                <a:cs typeface="Segoe UI"/>
              </a:rPr>
              <a:t>​</a:t>
            </a:r>
          </a:p>
          <a:p>
            <a:r>
              <a:rPr lang="en-US" sz="1400" b="0" i="0" u="none" strike="noStrike" baseline="0">
                <a:solidFill>
                  <a:srgbClr val="000000"/>
                </a:solidFill>
                <a:latin typeface="Segoe UI"/>
                <a:ea typeface="Segoe UI"/>
                <a:cs typeface="Segoe UI"/>
              </a:rPr>
              <a:t>1. </a:t>
            </a:r>
            <a:r>
              <a:rPr lang="en-US" sz="1400">
                <a:solidFill>
                  <a:srgbClr val="000000"/>
                </a:solidFill>
                <a:latin typeface="Segoe UI"/>
                <a:ea typeface="Segoe UI"/>
                <a:cs typeface="Segoe UI"/>
              </a:rPr>
              <a:t>Full Switch :</a:t>
            </a:r>
          </a:p>
          <a:p>
            <a:r>
              <a:rPr lang="en-US" sz="1400">
                <a:solidFill>
                  <a:srgbClr val="000000"/>
                </a:solidFill>
                <a:latin typeface="Segoe UI"/>
                <a:ea typeface="Segoe UI"/>
                <a:cs typeface="Segoe UI"/>
              </a:rPr>
              <a:t>  Require Rewriting CI/CD (fairly standard)</a:t>
            </a:r>
            <a:endParaRPr lang="en-US" b="0" i="0">
              <a:solidFill>
                <a:srgbClr val="000000"/>
              </a:solidFill>
              <a:latin typeface="Segoe UI"/>
              <a:ea typeface="Segoe UI"/>
              <a:cs typeface="Segoe UI"/>
            </a:endParaRPr>
          </a:p>
          <a:p>
            <a:r>
              <a:rPr lang="en-US" sz="1400" b="0" i="0" u="none" strike="noStrike" baseline="0">
                <a:solidFill>
                  <a:srgbClr val="000000"/>
                </a:solidFill>
                <a:latin typeface="Segoe UI"/>
                <a:ea typeface="Segoe UI"/>
                <a:cs typeface="Segoe UI"/>
              </a:rPr>
              <a:t>2. License Smart AIM library for new vendor (cost unknown)</a:t>
            </a:r>
            <a:r>
              <a:rPr lang="en-US" sz="1400" b="0" i="0">
                <a:solidFill>
                  <a:srgbClr val="000000"/>
                </a:solidFill>
                <a:latin typeface="Segoe UI"/>
                <a:ea typeface="Segoe UI"/>
                <a:cs typeface="Segoe UI"/>
              </a:rPr>
              <a:t>​</a:t>
            </a:r>
          </a:p>
        </p:txBody>
      </p:sp>
      <p:graphicFrame>
        <p:nvGraphicFramePr>
          <p:cNvPr id="18" name="Tableau 17">
            <a:extLst>
              <a:ext uri="{FF2B5EF4-FFF2-40B4-BE49-F238E27FC236}">
                <a16:creationId xmlns:a16="http://schemas.microsoft.com/office/drawing/2014/main" id="{C2B90A4D-A77B-B100-2681-ABF65B9DA5CC}"/>
              </a:ext>
            </a:extLst>
          </p:cNvPr>
          <p:cNvGraphicFramePr>
            <a:graphicFrameLocks noGrp="1"/>
          </p:cNvGraphicFramePr>
          <p:nvPr>
            <p:extLst>
              <p:ext uri="{D42A27DB-BD31-4B8C-83A1-F6EECF244321}">
                <p14:modId xmlns:p14="http://schemas.microsoft.com/office/powerpoint/2010/main" val="245900548"/>
              </p:ext>
            </p:extLst>
          </p:nvPr>
        </p:nvGraphicFramePr>
        <p:xfrm>
          <a:off x="6097189" y="982983"/>
          <a:ext cx="5734402" cy="2103120"/>
        </p:xfrm>
        <a:graphic>
          <a:graphicData uri="http://schemas.openxmlformats.org/drawingml/2006/table">
            <a:tbl>
              <a:tblPr firstRow="1" bandRow="1">
                <a:tableStyleId>{5940675A-B579-460E-94D1-54222C63F5DA}</a:tableStyleId>
              </a:tblPr>
              <a:tblGrid>
                <a:gridCol w="1744805">
                  <a:extLst>
                    <a:ext uri="{9D8B030D-6E8A-4147-A177-3AD203B41FA5}">
                      <a16:colId xmlns:a16="http://schemas.microsoft.com/office/drawing/2014/main" val="544498868"/>
                    </a:ext>
                  </a:extLst>
                </a:gridCol>
                <a:gridCol w="3989597">
                  <a:extLst>
                    <a:ext uri="{9D8B030D-6E8A-4147-A177-3AD203B41FA5}">
                      <a16:colId xmlns:a16="http://schemas.microsoft.com/office/drawing/2014/main" val="618463451"/>
                    </a:ext>
                  </a:extLst>
                </a:gridCol>
              </a:tblGrid>
              <a:tr h="270652">
                <a:tc>
                  <a:txBody>
                    <a:bodyPr/>
                    <a:lstStyle/>
                    <a:p>
                      <a:pPr lvl="0">
                        <a:buNone/>
                      </a:pPr>
                      <a:r>
                        <a:rPr lang="en-US" sz="1200" noProof="0">
                          <a:latin typeface="Segoe UI"/>
                        </a:rPr>
                        <a:t>App Hosting</a:t>
                      </a: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tcPr>
                </a:tc>
                <a:tc>
                  <a:txBody>
                    <a:bodyPr/>
                    <a:lstStyle/>
                    <a:p>
                      <a:r>
                        <a:rPr lang="en-US" sz="1200" noProof="0">
                          <a:latin typeface="Segoe UI"/>
                        </a:rPr>
                        <a:t>App Services</a:t>
                      </a:r>
                      <a:endParaRPr lang="en-US" sz="1200" noProof="0" err="1">
                        <a:latin typeface="Segoe UI"/>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093917654"/>
                  </a:ext>
                </a:extLst>
              </a:tr>
              <a:tr h="300724">
                <a:tc>
                  <a:txBody>
                    <a:bodyPr/>
                    <a:lstStyle/>
                    <a:p>
                      <a:r>
                        <a:rPr lang="en-US" sz="1400" noProof="0">
                          <a:latin typeface="Segoe UI"/>
                        </a:rPr>
                        <a:t>Databases</a:t>
                      </a:r>
                    </a:p>
                  </a:txBody>
                  <a:tcPr>
                    <a:lnL w="12700" cap="flat" cmpd="sng" algn="ctr">
                      <a:noFill/>
                      <a:prstDash val="solid"/>
                      <a:round/>
                      <a:headEnd type="none" w="med" len="med"/>
                      <a:tailEnd type="none" w="med" len="med"/>
                    </a:lnL>
                  </a:tcPr>
                </a:tc>
                <a:tc>
                  <a:txBody>
                    <a:bodyPr/>
                    <a:lstStyle/>
                    <a:p>
                      <a:r>
                        <a:rPr lang="en-US" sz="1400" noProof="0">
                          <a:latin typeface="Segoe UI"/>
                        </a:rPr>
                        <a:t>SQL Server, Cosmos DB</a:t>
                      </a:r>
                    </a:p>
                  </a:txBody>
                  <a:tcPr>
                    <a:lnR w="12700" cap="flat" cmpd="sng" algn="ctr">
                      <a:noFill/>
                      <a:prstDash val="solid"/>
                      <a:round/>
                      <a:headEnd type="none" w="med" len="med"/>
                      <a:tailEnd type="none" w="med" len="med"/>
                    </a:lnR>
                  </a:tcPr>
                </a:tc>
                <a:extLst>
                  <a:ext uri="{0D108BD9-81ED-4DB2-BD59-A6C34878D82A}">
                    <a16:rowId xmlns:a16="http://schemas.microsoft.com/office/drawing/2014/main" val="3407213547"/>
                  </a:ext>
                </a:extLst>
              </a:tr>
              <a:tr h="300724">
                <a:tc>
                  <a:txBody>
                    <a:bodyPr/>
                    <a:lstStyle/>
                    <a:p>
                      <a:r>
                        <a:rPr lang="en-US" sz="1400" noProof="0">
                          <a:latin typeface="Segoe UI"/>
                        </a:rPr>
                        <a:t>Data Processing</a:t>
                      </a:r>
                    </a:p>
                  </a:txBody>
                  <a:tcPr>
                    <a:lnL w="12700" cap="flat" cmpd="sng" algn="ctr">
                      <a:noFill/>
                      <a:prstDash val="solid"/>
                      <a:round/>
                      <a:headEnd type="none" w="med" len="med"/>
                      <a:tailEnd type="none" w="med" len="med"/>
                    </a:lnL>
                  </a:tcPr>
                </a:tc>
                <a:tc>
                  <a:txBody>
                    <a:bodyPr/>
                    <a:lstStyle/>
                    <a:p>
                      <a:pPr marL="0" marR="0" lvl="0" indent="0" algn="l">
                        <a:lnSpc>
                          <a:spcPct val="100000"/>
                        </a:lnSpc>
                        <a:spcBef>
                          <a:spcPts val="0"/>
                        </a:spcBef>
                        <a:spcAft>
                          <a:spcPts val="0"/>
                        </a:spcAft>
                        <a:buNone/>
                      </a:pPr>
                      <a:r>
                        <a:rPr lang="en-US" sz="1400" b="0" i="0" u="none" strike="noStrike" noProof="0">
                          <a:solidFill>
                            <a:srgbClr val="000000"/>
                          </a:solidFill>
                          <a:latin typeface="Segoe UI"/>
                        </a:rPr>
                        <a:t>Databricks, Data Factory</a:t>
                      </a:r>
                    </a:p>
                  </a:txBody>
                  <a:tcPr>
                    <a:lnR w="12700" cap="flat" cmpd="sng" algn="ctr">
                      <a:noFill/>
                      <a:prstDash val="solid"/>
                      <a:round/>
                      <a:headEnd type="none" w="med" len="med"/>
                      <a:tailEnd type="none" w="med" len="med"/>
                    </a:lnR>
                  </a:tcPr>
                </a:tc>
                <a:extLst>
                  <a:ext uri="{0D108BD9-81ED-4DB2-BD59-A6C34878D82A}">
                    <a16:rowId xmlns:a16="http://schemas.microsoft.com/office/drawing/2014/main" val="2447015994"/>
                  </a:ext>
                </a:extLst>
              </a:tr>
              <a:tr h="300724">
                <a:tc>
                  <a:txBody>
                    <a:bodyPr/>
                    <a:lstStyle/>
                    <a:p>
                      <a:pPr lvl="0">
                        <a:buNone/>
                      </a:pPr>
                      <a:r>
                        <a:rPr lang="en-US" sz="1400" noProof="0">
                          <a:latin typeface="Segoe UI"/>
                        </a:rPr>
                        <a:t>Storage</a:t>
                      </a:r>
                    </a:p>
                  </a:txBody>
                  <a:tcPr>
                    <a:lnL w="12700" cap="flat" cmpd="sng" algn="ctr">
                      <a:noFill/>
                      <a:prstDash val="solid"/>
                      <a:round/>
                      <a:headEnd type="none" w="med" len="med"/>
                      <a:tailEnd type="none" w="med" len="med"/>
                    </a:lnL>
                  </a:tcPr>
                </a:tc>
                <a:tc>
                  <a:txBody>
                    <a:bodyPr/>
                    <a:lstStyle/>
                    <a:p>
                      <a:pPr marL="0" lvl="0" indent="0" algn="l">
                        <a:lnSpc>
                          <a:spcPct val="100000"/>
                        </a:lnSpc>
                        <a:spcBef>
                          <a:spcPts val="0"/>
                        </a:spcBef>
                        <a:spcAft>
                          <a:spcPts val="0"/>
                        </a:spcAft>
                        <a:buNone/>
                      </a:pPr>
                      <a:r>
                        <a:rPr lang="en-US" sz="1400" b="0" i="0" u="none" strike="noStrike" noProof="0">
                          <a:solidFill>
                            <a:srgbClr val="000000"/>
                          </a:solidFill>
                          <a:latin typeface="Segoe UI"/>
                        </a:rPr>
                        <a:t>SFTP, Data Lake, Key Vault</a:t>
                      </a:r>
                      <a:endParaRPr lang="en-US" noProof="0">
                        <a:latin typeface="Segoe UI"/>
                      </a:endParaRPr>
                    </a:p>
                  </a:txBody>
                  <a:tcPr>
                    <a:lnR w="12700" cap="flat" cmpd="sng" algn="ctr">
                      <a:noFill/>
                      <a:prstDash val="solid"/>
                      <a:round/>
                      <a:headEnd type="none" w="med" len="med"/>
                      <a:tailEnd type="none" w="med" len="med"/>
                    </a:lnR>
                  </a:tcPr>
                </a:tc>
                <a:extLst>
                  <a:ext uri="{0D108BD9-81ED-4DB2-BD59-A6C34878D82A}">
                    <a16:rowId xmlns:a16="http://schemas.microsoft.com/office/drawing/2014/main" val="2136335239"/>
                  </a:ext>
                </a:extLst>
              </a:tr>
              <a:tr h="300724">
                <a:tc>
                  <a:txBody>
                    <a:bodyPr/>
                    <a:lstStyle/>
                    <a:p>
                      <a:pPr lvl="0">
                        <a:buNone/>
                      </a:pPr>
                      <a:r>
                        <a:rPr lang="en-US" sz="1400" noProof="0">
                          <a:latin typeface="Segoe UI"/>
                        </a:rPr>
                        <a:t>Networking</a:t>
                      </a:r>
                    </a:p>
                  </a:txBody>
                  <a:tcPr>
                    <a:lnL w="12700" cap="flat" cmpd="sng" algn="ctr">
                      <a:noFill/>
                      <a:prstDash val="solid"/>
                      <a:round/>
                      <a:headEnd type="none" w="med" len="med"/>
                      <a:tailEnd type="none" w="med" len="med"/>
                    </a:lnL>
                  </a:tcPr>
                </a:tc>
                <a:tc>
                  <a:txBody>
                    <a:bodyPr/>
                    <a:lstStyle/>
                    <a:p>
                      <a:pPr marL="0" marR="0" lvl="0" indent="0" algn="l">
                        <a:lnSpc>
                          <a:spcPct val="100000"/>
                        </a:lnSpc>
                        <a:spcBef>
                          <a:spcPts val="0"/>
                        </a:spcBef>
                        <a:spcAft>
                          <a:spcPts val="0"/>
                        </a:spcAft>
                        <a:buNone/>
                      </a:pPr>
                      <a:r>
                        <a:rPr lang="en-US" sz="1400" b="0" i="0" u="none" strike="noStrike" noProof="0">
                          <a:solidFill>
                            <a:srgbClr val="000000"/>
                          </a:solidFill>
                          <a:latin typeface="Segoe UI"/>
                        </a:rPr>
                        <a:t>Virtual Network, API Management Gateway ,..</a:t>
                      </a:r>
                      <a:endParaRPr lang="en-US" noProof="0">
                        <a:latin typeface="Segoe UI"/>
                      </a:endParaRPr>
                    </a:p>
                  </a:txBody>
                  <a:tcPr>
                    <a:lnR w="12700" cap="flat" cmpd="sng" algn="ctr">
                      <a:noFill/>
                      <a:prstDash val="solid"/>
                      <a:round/>
                      <a:headEnd type="none" w="med" len="med"/>
                      <a:tailEnd type="none" w="med" len="med"/>
                    </a:lnR>
                  </a:tcPr>
                </a:tc>
                <a:extLst>
                  <a:ext uri="{0D108BD9-81ED-4DB2-BD59-A6C34878D82A}">
                    <a16:rowId xmlns:a16="http://schemas.microsoft.com/office/drawing/2014/main" val="831901190"/>
                  </a:ext>
                </a:extLst>
              </a:tr>
              <a:tr h="300724">
                <a:tc>
                  <a:txBody>
                    <a:bodyPr/>
                    <a:lstStyle/>
                    <a:p>
                      <a:pPr lvl="0">
                        <a:buNone/>
                      </a:pPr>
                      <a:r>
                        <a:rPr lang="en-US" sz="1400" noProof="0">
                          <a:latin typeface="Segoe UI"/>
                        </a:rPr>
                        <a:t>Management</a:t>
                      </a:r>
                    </a:p>
                  </a:txBody>
                  <a:tcPr>
                    <a:lnL w="12700" cap="flat" cmpd="sng" algn="ctr">
                      <a:noFill/>
                      <a:prstDash val="solid"/>
                      <a:round/>
                      <a:headEnd type="none" w="med" len="med"/>
                      <a:tailEnd type="none" w="med" len="med"/>
                    </a:lnL>
                  </a:tcPr>
                </a:tc>
                <a:tc>
                  <a:txBody>
                    <a:bodyPr/>
                    <a:lstStyle/>
                    <a:p>
                      <a:pPr marL="0" marR="0" lvl="0" indent="0" algn="l">
                        <a:lnSpc>
                          <a:spcPct val="100000"/>
                        </a:lnSpc>
                        <a:spcBef>
                          <a:spcPts val="0"/>
                        </a:spcBef>
                        <a:spcAft>
                          <a:spcPts val="0"/>
                        </a:spcAft>
                        <a:buNone/>
                      </a:pPr>
                      <a:r>
                        <a:rPr lang="en-US" sz="1400" b="0" i="0" u="none" strike="noStrike" noProof="0">
                          <a:solidFill>
                            <a:srgbClr val="000000"/>
                          </a:solidFill>
                          <a:latin typeface="Segoe UI"/>
                        </a:rPr>
                        <a:t>App Insights, Log Analytics</a:t>
                      </a:r>
                      <a:endParaRPr lang="en-US" noProof="0">
                        <a:latin typeface="Segoe UI"/>
                      </a:endParaRPr>
                    </a:p>
                  </a:txBody>
                  <a:tcPr>
                    <a:lnR w="12700" cap="flat" cmpd="sng" algn="ctr">
                      <a:noFill/>
                      <a:prstDash val="solid"/>
                      <a:round/>
                      <a:headEnd type="none" w="med" len="med"/>
                      <a:tailEnd type="none" w="med" len="med"/>
                    </a:lnR>
                  </a:tcPr>
                </a:tc>
                <a:extLst>
                  <a:ext uri="{0D108BD9-81ED-4DB2-BD59-A6C34878D82A}">
                    <a16:rowId xmlns:a16="http://schemas.microsoft.com/office/drawing/2014/main" val="2686893050"/>
                  </a:ext>
                </a:extLst>
              </a:tr>
              <a:tr h="300724">
                <a:tc>
                  <a:txBody>
                    <a:bodyPr/>
                    <a:lstStyle/>
                    <a:p>
                      <a:pPr lvl="0">
                        <a:buNone/>
                      </a:pPr>
                      <a:r>
                        <a:rPr lang="en-US" sz="1400" noProof="0">
                          <a:latin typeface="Segoe UI"/>
                        </a:rPr>
                        <a:t>Virtual Machines</a:t>
                      </a:r>
                    </a:p>
                  </a:txBody>
                  <a:tcPr>
                    <a:lnL w="12700" cap="flat" cmpd="sng" algn="ctr">
                      <a:noFill/>
                      <a:prstDash val="solid"/>
                      <a:round/>
                      <a:headEnd type="none" w="med" len="med"/>
                      <a:tailEnd type="none" w="med" len="med"/>
                    </a:lnL>
                    <a:lnB w="12700" cap="flat" cmpd="sng" algn="ctr">
                      <a:noFill/>
                      <a:prstDash val="solid"/>
                      <a:round/>
                      <a:headEnd type="none" w="med" len="med"/>
                      <a:tailEnd type="none" w="med" len="med"/>
                    </a:lnB>
                  </a:tcPr>
                </a:tc>
                <a:tc>
                  <a:txBody>
                    <a:bodyPr/>
                    <a:lstStyle/>
                    <a:p>
                      <a:pPr marL="0" lvl="0" indent="0" algn="l">
                        <a:lnSpc>
                          <a:spcPct val="100000"/>
                        </a:lnSpc>
                        <a:spcBef>
                          <a:spcPts val="0"/>
                        </a:spcBef>
                        <a:spcAft>
                          <a:spcPts val="0"/>
                        </a:spcAft>
                        <a:buNone/>
                      </a:pPr>
                      <a:r>
                        <a:rPr lang="en-US" sz="1400" b="0" i="0" u="none" strike="noStrike" noProof="0">
                          <a:solidFill>
                            <a:srgbClr val="000000"/>
                          </a:solidFill>
                          <a:latin typeface="Segoe UI"/>
                        </a:rPr>
                        <a:t>38 (Databricks and SFTP</a:t>
                      </a:r>
                    </a:p>
                  </a:txBody>
                  <a:tcPr>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extLst>
                  <a:ext uri="{0D108BD9-81ED-4DB2-BD59-A6C34878D82A}">
                    <a16:rowId xmlns:a16="http://schemas.microsoft.com/office/drawing/2014/main" val="661730513"/>
                  </a:ext>
                </a:extLst>
              </a:tr>
            </a:tbl>
          </a:graphicData>
        </a:graphic>
      </p:graphicFrame>
    </p:spTree>
    <p:extLst>
      <p:ext uri="{BB962C8B-B14F-4D97-AF65-F5344CB8AC3E}">
        <p14:creationId xmlns:p14="http://schemas.microsoft.com/office/powerpoint/2010/main" val="31211308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3480D-BC1B-704C-FF2B-B19F17E635B0}"/>
            </a:ext>
          </a:extLst>
        </p:cNvPr>
        <p:cNvGrpSpPr/>
        <p:nvPr/>
      </p:nvGrpSpPr>
      <p:grpSpPr>
        <a:xfrm>
          <a:off x="0" y="0"/>
          <a:ext cx="0" cy="0"/>
          <a:chOff x="0" y="0"/>
          <a:chExt cx="0" cy="0"/>
        </a:xfrm>
      </p:grpSpPr>
      <p:sp>
        <p:nvSpPr>
          <p:cNvPr id="5" name="TextBox 1">
            <a:extLst>
              <a:ext uri="{FF2B5EF4-FFF2-40B4-BE49-F238E27FC236}">
                <a16:creationId xmlns:a16="http://schemas.microsoft.com/office/drawing/2014/main" id="{0A87A31E-50D4-E023-F92C-B69CA82795F1}"/>
              </a:ext>
            </a:extLst>
          </p:cNvPr>
          <p:cNvSpPr txBox="1"/>
          <p:nvPr/>
        </p:nvSpPr>
        <p:spPr>
          <a:xfrm>
            <a:off x="457200" y="274320"/>
            <a:ext cx="9493427" cy="707886"/>
          </a:xfrm>
          <a:prstGeom prst="rect">
            <a:avLst/>
          </a:prstGeom>
          <a:noFill/>
        </p:spPr>
        <p:txBody>
          <a:bodyPr wrap="square" lIns="91440" tIns="45720" rIns="91440" bIns="45720" anchor="t">
            <a:spAutoFit/>
          </a:bodyPr>
          <a:lstStyle/>
          <a:p>
            <a:pPr>
              <a:defRPr sz="4000" b="1">
                <a:solidFill>
                  <a:srgbClr val="003366"/>
                </a:solidFill>
              </a:defRPr>
            </a:pPr>
            <a:r>
              <a:rPr lang="en-US">
                <a:solidFill>
                  <a:srgbClr val="003366"/>
                </a:solidFill>
                <a:ea typeface="+mn-lt"/>
                <a:cs typeface="+mn-lt"/>
              </a:rPr>
              <a:t>Performance – Autoscaling everywhere</a:t>
            </a:r>
            <a:endParaRPr lang="fr-FR"/>
          </a:p>
        </p:txBody>
      </p:sp>
      <p:sp>
        <p:nvSpPr>
          <p:cNvPr id="8" name="Espace réservé du pied de page 2">
            <a:extLst>
              <a:ext uri="{FF2B5EF4-FFF2-40B4-BE49-F238E27FC236}">
                <a16:creationId xmlns:a16="http://schemas.microsoft.com/office/drawing/2014/main" id="{122802F9-F457-F1D0-76B4-0C90C8894B2B}"/>
              </a:ext>
            </a:extLst>
          </p:cNvPr>
          <p:cNvSpPr>
            <a:spLocks noGrp="1"/>
          </p:cNvSpPr>
          <p:nvPr>
            <p:ph type="ftr" sz="quarter" idx="11"/>
          </p:nvPr>
        </p:nvSpPr>
        <p:spPr>
          <a:xfrm>
            <a:off x="-593" y="6444952"/>
            <a:ext cx="12193181" cy="412389"/>
          </a:xfrm>
          <a:solidFill>
            <a:srgbClr val="F8F9FB"/>
          </a:solidFill>
          <a:ln>
            <a:solidFill>
              <a:srgbClr val="E1E4E8"/>
            </a:solidFill>
          </a:ln>
        </p:spPr>
        <p:txBody>
          <a:bodyPr/>
          <a:lstStyle/>
          <a:p>
            <a:pPr algn="l"/>
            <a:r>
              <a:rPr lang="fr-FR" sz="1100">
                <a:solidFill>
                  <a:srgbClr val="6B7C93"/>
                </a:solidFill>
                <a:latin typeface="Segoe UI"/>
                <a:ea typeface="+mn-lt"/>
                <a:cs typeface="Segoe UI"/>
              </a:rPr>
              <a:t>  ISWC System Audit – </a:t>
            </a:r>
            <a:r>
              <a:rPr lang="fr-FR" sz="1100" err="1">
                <a:solidFill>
                  <a:srgbClr val="6B7C93"/>
                </a:solidFill>
                <a:latin typeface="Segoe UI"/>
                <a:ea typeface="+mn-lt"/>
                <a:cs typeface="Segoe UI"/>
              </a:rPr>
              <a:t>Findings</a:t>
            </a:r>
            <a:r>
              <a:rPr lang="fr-FR" sz="1100">
                <a:solidFill>
                  <a:srgbClr val="6B7C93"/>
                </a:solidFill>
                <a:latin typeface="Segoe UI"/>
                <a:ea typeface="+mn-lt"/>
                <a:cs typeface="Segoe UI"/>
              </a:rPr>
              <a:t> &amp; Strategic </a:t>
            </a:r>
            <a:r>
              <a:rPr lang="fr-FR" sz="1100" err="1">
                <a:solidFill>
                  <a:srgbClr val="6B7C93"/>
                </a:solidFill>
                <a:latin typeface="Segoe UI"/>
                <a:ea typeface="+mn-lt"/>
                <a:cs typeface="Segoe UI"/>
              </a:rPr>
              <a:t>Recommendations</a:t>
            </a:r>
            <a:r>
              <a:rPr lang="fr-FR" sz="1100">
                <a:solidFill>
                  <a:srgbClr val="6B7C93"/>
                </a:solidFill>
                <a:latin typeface="Segoe UI"/>
                <a:ea typeface="+mn-lt"/>
                <a:cs typeface="Segoe UI"/>
              </a:rPr>
              <a:t> • </a:t>
            </a:r>
            <a:r>
              <a:rPr lang="fr-FR" sz="1100" err="1">
                <a:solidFill>
                  <a:srgbClr val="6B7C93"/>
                </a:solidFill>
                <a:latin typeface="Segoe UI"/>
                <a:ea typeface="+mn-lt"/>
                <a:cs typeface="Segoe UI"/>
              </a:rPr>
              <a:t>November</a:t>
            </a:r>
            <a:r>
              <a:rPr lang="fr-FR" sz="1100">
                <a:solidFill>
                  <a:srgbClr val="6B7C93"/>
                </a:solidFill>
                <a:latin typeface="Segoe UI"/>
                <a:ea typeface="+mn-lt"/>
                <a:cs typeface="Segoe UI"/>
              </a:rPr>
              <a:t> 24, 2025</a:t>
            </a:r>
            <a:endParaRPr lang="fr-FR" sz="1100">
              <a:latin typeface="Segoe UI"/>
              <a:cs typeface="Segoe UI"/>
            </a:endParaRPr>
          </a:p>
        </p:txBody>
      </p:sp>
      <p:sp>
        <p:nvSpPr>
          <p:cNvPr id="10" name="Espace réservé du numéro de diapositive 6">
            <a:extLst>
              <a:ext uri="{FF2B5EF4-FFF2-40B4-BE49-F238E27FC236}">
                <a16:creationId xmlns:a16="http://schemas.microsoft.com/office/drawing/2014/main" id="{36A564B6-C150-7E7F-1A9E-1CC920E7CA11}"/>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dirty="0" smtClean="0">
                <a:solidFill>
                  <a:srgbClr val="1E3A5F"/>
                </a:solidFill>
                <a:latin typeface="Segoe UI"/>
                <a:cs typeface="Segoe UI"/>
              </a:rPr>
              <a:pPr algn="ctr"/>
              <a:t>17</a:t>
            </a:fld>
            <a:endParaRPr lang="fr-FR">
              <a:solidFill>
                <a:srgbClr val="1E3A5F"/>
              </a:solidFill>
              <a:latin typeface="Segoe UI"/>
              <a:ea typeface="Calibri"/>
              <a:cs typeface="Segoe UI"/>
            </a:endParaRPr>
          </a:p>
        </p:txBody>
      </p:sp>
      <p:sp>
        <p:nvSpPr>
          <p:cNvPr id="4" name="ZoneTexte 3">
            <a:extLst>
              <a:ext uri="{FF2B5EF4-FFF2-40B4-BE49-F238E27FC236}">
                <a16:creationId xmlns:a16="http://schemas.microsoft.com/office/drawing/2014/main" id="{06F69A39-4E30-95FE-B768-3A84046184F6}"/>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fr-FR" sz="1200" b="1">
                <a:solidFill>
                  <a:srgbClr val="1E3A5F"/>
                </a:solidFill>
                <a:latin typeface="Segoe UI"/>
                <a:ea typeface="Calibri"/>
                <a:cs typeface="Segoe UI"/>
              </a:rPr>
              <a:t>———  PART 3 — </a:t>
            </a:r>
            <a:r>
              <a:rPr lang="fr-FR" sz="1200" b="1" err="1">
                <a:solidFill>
                  <a:srgbClr val="1E3A5F"/>
                </a:solidFill>
                <a:latin typeface="Segoe UI"/>
                <a:ea typeface="Calibri"/>
                <a:cs typeface="Segoe UI"/>
              </a:rPr>
              <a:t>Technical</a:t>
            </a:r>
            <a:r>
              <a:rPr lang="fr-FR" sz="1200" b="1">
                <a:solidFill>
                  <a:srgbClr val="1E3A5F"/>
                </a:solidFill>
                <a:latin typeface="Segoe UI"/>
                <a:ea typeface="Calibri"/>
                <a:cs typeface="Segoe UI"/>
              </a:rPr>
              <a:t> </a:t>
            </a:r>
            <a:r>
              <a:rPr lang="fr-FR" sz="1200" b="1" err="1">
                <a:solidFill>
                  <a:srgbClr val="1E3A5F"/>
                </a:solidFill>
                <a:latin typeface="Segoe UI"/>
                <a:ea typeface="Calibri"/>
                <a:cs typeface="Segoe UI"/>
              </a:rPr>
              <a:t>Findings</a:t>
            </a:r>
            <a:endParaRPr lang="fr-FR" sz="1200" err="1">
              <a:solidFill>
                <a:srgbClr val="000000"/>
              </a:solidFill>
              <a:latin typeface="Segoe UI"/>
              <a:ea typeface="Calibri"/>
              <a:cs typeface="Segoe UI"/>
            </a:endParaRPr>
          </a:p>
        </p:txBody>
      </p:sp>
      <p:cxnSp>
        <p:nvCxnSpPr>
          <p:cNvPr id="9" name="Connecteur droit avec flèche 8">
            <a:extLst>
              <a:ext uri="{FF2B5EF4-FFF2-40B4-BE49-F238E27FC236}">
                <a16:creationId xmlns:a16="http://schemas.microsoft.com/office/drawing/2014/main" id="{5E0ABDF9-BD88-C1A0-0DF6-60F2621343DB}"/>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sp>
        <p:nvSpPr>
          <p:cNvPr id="3" name="ZoneTexte 2">
            <a:extLst>
              <a:ext uri="{FF2B5EF4-FFF2-40B4-BE49-F238E27FC236}">
                <a16:creationId xmlns:a16="http://schemas.microsoft.com/office/drawing/2014/main" id="{55A211A5-795F-2F4A-3BDE-B2E310A0E746}"/>
              </a:ext>
            </a:extLst>
          </p:cNvPr>
          <p:cNvSpPr txBox="1"/>
          <p:nvPr/>
        </p:nvSpPr>
        <p:spPr>
          <a:xfrm>
            <a:off x="457974" y="985586"/>
            <a:ext cx="7211841" cy="1554272"/>
          </a:xfrm>
          <a:prstGeom prst="rect">
            <a:avLst/>
          </a:prstGeom>
          <a:noFill/>
          <a:ln>
            <a:solidFill>
              <a:schemeClr val="tx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600"/>
              </a:spcAft>
            </a:pPr>
            <a:r>
              <a:rPr lang="en-US" b="1">
                <a:latin typeface="Segoe UI"/>
                <a:ea typeface="Calibri"/>
                <a:cs typeface="Segoe UI"/>
              </a:rPr>
              <a:t>Historical Performance (Past 12 Months)</a:t>
            </a:r>
            <a:endParaRPr lang="en-US" b="1">
              <a:latin typeface="Segoe UI"/>
              <a:ea typeface="Calibri"/>
              <a:cs typeface="Calibri"/>
            </a:endParaRPr>
          </a:p>
          <a:p>
            <a:r>
              <a:rPr lang="en-US">
                <a:latin typeface="Segoe UI"/>
                <a:ea typeface="Calibri"/>
                <a:cs typeface="Segoe UI"/>
              </a:rPr>
              <a:t>✅ No significant issues reported</a:t>
            </a:r>
            <a:endParaRPr lang="en-US">
              <a:latin typeface="Segoe UI"/>
              <a:ea typeface="Calibri"/>
              <a:cs typeface="Calibri"/>
            </a:endParaRPr>
          </a:p>
          <a:p>
            <a:r>
              <a:rPr lang="en-US">
                <a:latin typeface="Segoe UI"/>
                <a:ea typeface="Calibri"/>
                <a:cs typeface="Segoe UI"/>
              </a:rPr>
              <a:t>✅ Auto-scaling handling load variations</a:t>
            </a:r>
            <a:endParaRPr lang="en-US">
              <a:latin typeface="Segoe UI"/>
              <a:ea typeface="Calibri"/>
              <a:cs typeface="Calibri"/>
            </a:endParaRPr>
          </a:p>
          <a:p>
            <a:r>
              <a:rPr lang="en-US">
                <a:latin typeface="Segoe UI"/>
                <a:ea typeface="Calibri"/>
                <a:cs typeface="Segoe UI"/>
              </a:rPr>
              <a:t>⚠️ One exception: ISWCs with 8,000+ works caused SQL exceptions</a:t>
            </a:r>
            <a:endParaRPr lang="en-US">
              <a:latin typeface="Segoe UI"/>
              <a:ea typeface="Calibri"/>
              <a:cs typeface="Calibri"/>
            </a:endParaRPr>
          </a:p>
          <a:p>
            <a:r>
              <a:rPr lang="en-US">
                <a:latin typeface="Segoe UI"/>
                <a:ea typeface="Calibri"/>
                <a:cs typeface="Segoe UI"/>
              </a:rPr>
              <a:t>→ Proposed solution: Pagination for large submissions</a:t>
            </a:r>
            <a:endParaRPr lang="fr-FR">
              <a:latin typeface="Segoe UI"/>
              <a:ea typeface="Calibri"/>
              <a:cs typeface="Calibri"/>
            </a:endParaRPr>
          </a:p>
        </p:txBody>
      </p:sp>
      <p:sp>
        <p:nvSpPr>
          <p:cNvPr id="7" name="ZoneTexte 6">
            <a:extLst>
              <a:ext uri="{FF2B5EF4-FFF2-40B4-BE49-F238E27FC236}">
                <a16:creationId xmlns:a16="http://schemas.microsoft.com/office/drawing/2014/main" id="{DC945134-5410-48FD-C131-AAB10AE4E29C}"/>
              </a:ext>
            </a:extLst>
          </p:cNvPr>
          <p:cNvSpPr txBox="1"/>
          <p:nvPr/>
        </p:nvSpPr>
        <p:spPr>
          <a:xfrm>
            <a:off x="3881697" y="4622612"/>
            <a:ext cx="6880243" cy="1677382"/>
          </a:xfrm>
          <a:prstGeom prst="rect">
            <a:avLst/>
          </a:prstGeom>
          <a:noFill/>
          <a:ln>
            <a:solidFill>
              <a:schemeClr val="tx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spcAft>
                <a:spcPts val="600"/>
              </a:spcAft>
            </a:pPr>
            <a:r>
              <a:rPr lang="en-US" sz="1800" b="1" baseline="0">
                <a:latin typeface="Segoe UI"/>
                <a:ea typeface="Segoe UI"/>
                <a:cs typeface="Segoe UI"/>
              </a:rPr>
              <a:t>Monitoring &amp; Alerts</a:t>
            </a:r>
            <a:r>
              <a:rPr lang="en-US" sz="1800">
                <a:latin typeface="Segoe UI"/>
                <a:ea typeface="Segoe UI"/>
                <a:cs typeface="Segoe UI"/>
              </a:rPr>
              <a:t>​</a:t>
            </a:r>
            <a:endParaRPr lang="fr-FR"/>
          </a:p>
          <a:p>
            <a:pPr rtl="0"/>
            <a:r>
              <a:rPr lang="en-US" sz="1600" baseline="0">
                <a:solidFill>
                  <a:srgbClr val="228B22"/>
                </a:solidFill>
                <a:latin typeface="Segoe UI"/>
                <a:ea typeface="Segoe UI"/>
                <a:cs typeface="Segoe UI"/>
              </a:rPr>
              <a:t>✅ Azure Monitor configured (platform-native metrics)</a:t>
            </a:r>
            <a:r>
              <a:rPr lang="en-US" sz="1600">
                <a:latin typeface="Segoe UI"/>
                <a:ea typeface="Segoe UI"/>
                <a:cs typeface="Segoe UI"/>
              </a:rPr>
              <a:t>​</a:t>
            </a:r>
          </a:p>
          <a:p>
            <a:pPr rtl="0"/>
            <a:r>
              <a:rPr lang="en-US" sz="1600" baseline="0">
                <a:solidFill>
                  <a:srgbClr val="228B22"/>
                </a:solidFill>
                <a:latin typeface="Segoe UI"/>
                <a:ea typeface="Segoe UI"/>
                <a:cs typeface="Segoe UI"/>
              </a:rPr>
              <a:t>✅ Alerts: CPU &gt;80% for 5 minutes → email to support team</a:t>
            </a:r>
            <a:r>
              <a:rPr lang="en-US" sz="1600">
                <a:latin typeface="Segoe UI"/>
                <a:ea typeface="Segoe UI"/>
                <a:cs typeface="Segoe UI"/>
              </a:rPr>
              <a:t>​</a:t>
            </a:r>
          </a:p>
          <a:p>
            <a:pPr rtl="0"/>
            <a:r>
              <a:rPr lang="en-US" sz="1600" baseline="0">
                <a:solidFill>
                  <a:srgbClr val="228B22"/>
                </a:solidFill>
                <a:latin typeface="Segoe UI"/>
                <a:ea typeface="Segoe UI"/>
                <a:cs typeface="Segoe UI"/>
              </a:rPr>
              <a:t>✅ Application Insights available (accessible to audit team)</a:t>
            </a:r>
            <a:r>
              <a:rPr lang="en-US" sz="1600">
                <a:latin typeface="Segoe UI"/>
                <a:ea typeface="Segoe UI"/>
                <a:cs typeface="Segoe UI"/>
              </a:rPr>
              <a:t>​</a:t>
            </a:r>
          </a:p>
          <a:p>
            <a:pPr rtl="0"/>
            <a:r>
              <a:rPr lang="en-US" sz="1600" baseline="0">
                <a:solidFill>
                  <a:srgbClr val="FF8C00"/>
                </a:solidFill>
                <a:latin typeface="Segoe UI"/>
                <a:ea typeface="Segoe UI"/>
                <a:cs typeface="Segoe UI"/>
              </a:rPr>
              <a:t>⚠️ No formal performance SLAs (only incident response time SLAs)</a:t>
            </a:r>
            <a:r>
              <a:rPr lang="en-US" sz="1600">
                <a:latin typeface="Segoe UI"/>
                <a:ea typeface="Segoe UI"/>
                <a:cs typeface="Segoe UI"/>
              </a:rPr>
              <a:t>​</a:t>
            </a:r>
          </a:p>
          <a:p>
            <a:pPr rtl="0"/>
            <a:r>
              <a:rPr lang="en-US" sz="1600" baseline="0">
                <a:solidFill>
                  <a:srgbClr val="FF8C00"/>
                </a:solidFill>
                <a:latin typeface="Segoe UI"/>
                <a:ea typeface="Segoe UI"/>
                <a:cs typeface="Segoe UI"/>
              </a:rPr>
              <a:t>⚠️ No proactive performance dashboards or business KPIs</a:t>
            </a:r>
          </a:p>
        </p:txBody>
      </p:sp>
      <p:sp>
        <p:nvSpPr>
          <p:cNvPr id="12" name="ZoneTexte 11">
            <a:extLst>
              <a:ext uri="{FF2B5EF4-FFF2-40B4-BE49-F238E27FC236}">
                <a16:creationId xmlns:a16="http://schemas.microsoft.com/office/drawing/2014/main" id="{0A191736-600C-0F69-BF75-A9879FB35D20}"/>
              </a:ext>
            </a:extLst>
          </p:cNvPr>
          <p:cNvSpPr txBox="1"/>
          <p:nvPr/>
        </p:nvSpPr>
        <p:spPr>
          <a:xfrm>
            <a:off x="5004289" y="3049249"/>
            <a:ext cx="5326114" cy="1184940"/>
          </a:xfrm>
          <a:prstGeom prst="rect">
            <a:avLst/>
          </a:prstGeom>
          <a:noFill/>
          <a:ln>
            <a:solidFill>
              <a:schemeClr val="tx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600"/>
              </a:spcAft>
            </a:pPr>
            <a:r>
              <a:rPr lang="en-US" b="1">
                <a:latin typeface="Segoe UI"/>
                <a:ea typeface="Calibri"/>
                <a:cs typeface="Calibri"/>
              </a:rPr>
              <a:t>Auto-Scaling Configuration</a:t>
            </a:r>
            <a:endParaRPr lang="en-US">
              <a:latin typeface="Segoe UI"/>
              <a:ea typeface="Calibri"/>
              <a:cs typeface="Calibri"/>
            </a:endParaRPr>
          </a:p>
          <a:p>
            <a:r>
              <a:rPr lang="en-US" sz="1600">
                <a:solidFill>
                  <a:srgbClr val="228B22"/>
                </a:solidFill>
                <a:latin typeface="Segoe UI"/>
                <a:ea typeface="Calibri"/>
                <a:cs typeface="Calibri"/>
              </a:rPr>
              <a:t>✅ App Services: 2-8 instances (CPU/memory-based)</a:t>
            </a:r>
            <a:endParaRPr lang="en-US" sz="1600">
              <a:latin typeface="Segoe UI"/>
              <a:ea typeface="Calibri"/>
              <a:cs typeface="Calibri"/>
            </a:endParaRPr>
          </a:p>
          <a:p>
            <a:r>
              <a:rPr lang="en-US" sz="1600">
                <a:solidFill>
                  <a:srgbClr val="228B22"/>
                </a:solidFill>
                <a:latin typeface="Segoe UI"/>
                <a:ea typeface="Calibri"/>
                <a:cs typeface="Calibri"/>
              </a:rPr>
              <a:t>✅ Cosmos DB: Request Units auto-scale (usage-based)</a:t>
            </a:r>
            <a:endParaRPr lang="en-US" sz="1600">
              <a:latin typeface="Segoe UI"/>
              <a:ea typeface="Calibri"/>
              <a:cs typeface="Calibri"/>
            </a:endParaRPr>
          </a:p>
          <a:p>
            <a:r>
              <a:rPr lang="en-US" sz="1600">
                <a:solidFill>
                  <a:srgbClr val="228B22"/>
                </a:solidFill>
                <a:latin typeface="Segoe UI"/>
                <a:ea typeface="Calibri"/>
                <a:cs typeface="Calibri"/>
              </a:rPr>
              <a:t>✅ Databricks: Cluster sizing adjusts to workload</a:t>
            </a:r>
            <a:endParaRPr lang="fr-FR">
              <a:latin typeface="Segoe UI"/>
            </a:endParaRPr>
          </a:p>
        </p:txBody>
      </p:sp>
    </p:spTree>
    <p:extLst>
      <p:ext uri="{BB962C8B-B14F-4D97-AF65-F5344CB8AC3E}">
        <p14:creationId xmlns:p14="http://schemas.microsoft.com/office/powerpoint/2010/main" val="15942846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D13A3-4661-2809-B062-9D774A28E762}"/>
            </a:ext>
          </a:extLst>
        </p:cNvPr>
        <p:cNvGrpSpPr/>
        <p:nvPr/>
      </p:nvGrpSpPr>
      <p:grpSpPr>
        <a:xfrm>
          <a:off x="0" y="0"/>
          <a:ext cx="0" cy="0"/>
          <a:chOff x="0" y="0"/>
          <a:chExt cx="0" cy="0"/>
        </a:xfrm>
      </p:grpSpPr>
      <p:sp>
        <p:nvSpPr>
          <p:cNvPr id="5" name="TextBox 1">
            <a:extLst>
              <a:ext uri="{FF2B5EF4-FFF2-40B4-BE49-F238E27FC236}">
                <a16:creationId xmlns:a16="http://schemas.microsoft.com/office/drawing/2014/main" id="{8817D982-291B-9CE2-022C-64809D22EC50}"/>
              </a:ext>
            </a:extLst>
          </p:cNvPr>
          <p:cNvSpPr txBox="1"/>
          <p:nvPr/>
        </p:nvSpPr>
        <p:spPr>
          <a:xfrm>
            <a:off x="457200" y="274320"/>
            <a:ext cx="9493427" cy="707886"/>
          </a:xfrm>
          <a:prstGeom prst="rect">
            <a:avLst/>
          </a:prstGeom>
          <a:noFill/>
        </p:spPr>
        <p:txBody>
          <a:bodyPr wrap="square" lIns="91440" tIns="45720" rIns="91440" bIns="45720" anchor="t">
            <a:spAutoFit/>
          </a:bodyPr>
          <a:lstStyle/>
          <a:p>
            <a:pPr>
              <a:defRPr sz="4000" b="1">
                <a:solidFill>
                  <a:srgbClr val="003366"/>
                </a:solidFill>
              </a:defRPr>
            </a:pPr>
            <a:r>
              <a:rPr lang="en-US">
                <a:solidFill>
                  <a:srgbClr val="003366"/>
                </a:solidFill>
                <a:ea typeface="+mn-lt"/>
                <a:cs typeface="+mn-lt"/>
              </a:rPr>
              <a:t>Analysis - €600K/Year, Visibility Gap</a:t>
            </a:r>
            <a:endParaRPr lang="en-US"/>
          </a:p>
        </p:txBody>
      </p:sp>
      <p:sp>
        <p:nvSpPr>
          <p:cNvPr id="8" name="Espace réservé du pied de page 2">
            <a:extLst>
              <a:ext uri="{FF2B5EF4-FFF2-40B4-BE49-F238E27FC236}">
                <a16:creationId xmlns:a16="http://schemas.microsoft.com/office/drawing/2014/main" id="{05FE9D66-84A4-3B17-7ACB-AB4067055C8B}"/>
              </a:ext>
            </a:extLst>
          </p:cNvPr>
          <p:cNvSpPr>
            <a:spLocks noGrp="1"/>
          </p:cNvSpPr>
          <p:nvPr>
            <p:ph type="ftr" sz="quarter" idx="11"/>
          </p:nvPr>
        </p:nvSpPr>
        <p:spPr>
          <a:xfrm>
            <a:off x="-593" y="6444952"/>
            <a:ext cx="12193181" cy="412389"/>
          </a:xfrm>
          <a:solidFill>
            <a:srgbClr val="F8F9FB"/>
          </a:solidFill>
          <a:ln>
            <a:solidFill>
              <a:srgbClr val="E1E4E8"/>
            </a:solidFill>
          </a:ln>
        </p:spPr>
        <p:txBody>
          <a:bodyPr/>
          <a:lstStyle/>
          <a:p>
            <a:pPr algn="l"/>
            <a:r>
              <a:rPr lang="en-US" sz="1100">
                <a:solidFill>
                  <a:srgbClr val="6B7C93"/>
                </a:solidFill>
                <a:latin typeface="Segoe UI"/>
                <a:ea typeface="+mn-lt"/>
                <a:cs typeface="Segoe UI"/>
              </a:rPr>
              <a:t>  ISWC System Audit – Findings &amp; Strategic Recommendations • November 24, 2025</a:t>
            </a:r>
            <a:endParaRPr lang="en-US" sz="1100">
              <a:latin typeface="Segoe UI"/>
              <a:cs typeface="Segoe UI"/>
            </a:endParaRPr>
          </a:p>
        </p:txBody>
      </p:sp>
      <p:sp>
        <p:nvSpPr>
          <p:cNvPr id="10" name="Espace réservé du numéro de diapositive 6">
            <a:extLst>
              <a:ext uri="{FF2B5EF4-FFF2-40B4-BE49-F238E27FC236}">
                <a16:creationId xmlns:a16="http://schemas.microsoft.com/office/drawing/2014/main" id="{D7CED661-A8C6-CE0A-8AA0-AB76CCF6A274}"/>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dirty="0" smtClean="0">
                <a:solidFill>
                  <a:srgbClr val="1E3A5F"/>
                </a:solidFill>
                <a:latin typeface="Segoe UI"/>
                <a:cs typeface="Segoe UI"/>
              </a:rPr>
              <a:pPr algn="ctr"/>
              <a:t>18</a:t>
            </a:fld>
            <a:endParaRPr lang="en-US">
              <a:solidFill>
                <a:srgbClr val="1E3A5F"/>
              </a:solidFill>
              <a:latin typeface="Segoe UI"/>
              <a:ea typeface="Calibri"/>
              <a:cs typeface="Segoe UI"/>
            </a:endParaRPr>
          </a:p>
        </p:txBody>
      </p:sp>
      <p:sp>
        <p:nvSpPr>
          <p:cNvPr id="4" name="ZoneTexte 3">
            <a:extLst>
              <a:ext uri="{FF2B5EF4-FFF2-40B4-BE49-F238E27FC236}">
                <a16:creationId xmlns:a16="http://schemas.microsoft.com/office/drawing/2014/main" id="{7692711D-8913-9922-3C09-5E3F884D75EC}"/>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b="1">
                <a:solidFill>
                  <a:srgbClr val="1E3A5F"/>
                </a:solidFill>
                <a:latin typeface="Segoe UI"/>
                <a:ea typeface="Calibri"/>
                <a:cs typeface="Segoe UI"/>
              </a:rPr>
              <a:t>———  PART 3 — Technical Findings</a:t>
            </a:r>
            <a:endParaRPr lang="en-US" sz="1200">
              <a:solidFill>
                <a:srgbClr val="000000"/>
              </a:solidFill>
              <a:latin typeface="Segoe UI"/>
              <a:ea typeface="Calibri"/>
              <a:cs typeface="Segoe UI"/>
            </a:endParaRPr>
          </a:p>
        </p:txBody>
      </p:sp>
      <p:cxnSp>
        <p:nvCxnSpPr>
          <p:cNvPr id="9" name="Connecteur droit avec flèche 8">
            <a:extLst>
              <a:ext uri="{FF2B5EF4-FFF2-40B4-BE49-F238E27FC236}">
                <a16:creationId xmlns:a16="http://schemas.microsoft.com/office/drawing/2014/main" id="{CCB186E3-0B81-0EF0-F574-FEACAFB9EC11}"/>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sp>
        <p:nvSpPr>
          <p:cNvPr id="3" name="ZoneTexte 2">
            <a:extLst>
              <a:ext uri="{FF2B5EF4-FFF2-40B4-BE49-F238E27FC236}">
                <a16:creationId xmlns:a16="http://schemas.microsoft.com/office/drawing/2014/main" id="{9777B448-0F13-C331-5DE4-DF041A6AEB44}"/>
              </a:ext>
            </a:extLst>
          </p:cNvPr>
          <p:cNvSpPr txBox="1"/>
          <p:nvPr/>
        </p:nvSpPr>
        <p:spPr>
          <a:xfrm>
            <a:off x="423843" y="1716236"/>
            <a:ext cx="6003056" cy="3980577"/>
          </a:xfrm>
          <a:prstGeom prst="rect">
            <a:avLst/>
          </a:prstGeom>
          <a:noFill/>
          <a:ln>
            <a:solidFill>
              <a:schemeClr val="tx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600"/>
              </a:spcAft>
            </a:pPr>
            <a:r>
              <a:rPr lang="en-US" sz="1600" b="1">
                <a:latin typeface="Segoe UI"/>
                <a:ea typeface="Calibri"/>
                <a:cs typeface="Segoe UI"/>
              </a:rPr>
              <a:t>Annual Cloud Spending: ~€600,000 (~€50K/month average)</a:t>
            </a:r>
            <a:endParaRPr lang="en-US">
              <a:ea typeface="Calibri"/>
              <a:cs typeface="Calibri"/>
            </a:endParaRPr>
          </a:p>
          <a:p>
            <a:pPr>
              <a:spcAft>
                <a:spcPts val="200"/>
              </a:spcAft>
            </a:pPr>
            <a:r>
              <a:rPr lang="en-US" sz="1500">
                <a:latin typeface="Segoe UI"/>
                <a:ea typeface="Calibri"/>
                <a:cs typeface="Segoe UI"/>
              </a:rPr>
              <a:t>1. Cosmos DB (Largest portion)</a:t>
            </a:r>
          </a:p>
          <a:p>
            <a:pPr lvl="1">
              <a:spcAft>
                <a:spcPts val="200"/>
              </a:spcAft>
            </a:pPr>
            <a:r>
              <a:rPr lang="en-US" sz="1500">
                <a:latin typeface="Segoe UI"/>
                <a:ea typeface="Calibri"/>
                <a:cs typeface="Segoe UI"/>
              </a:rPr>
              <a:t>• Use case: Audit tracking container (append-only logs)</a:t>
            </a:r>
          </a:p>
          <a:p>
            <a:pPr lvl="1">
              <a:spcAft>
                <a:spcPts val="200"/>
              </a:spcAft>
            </a:pPr>
            <a:r>
              <a:rPr lang="en-US" sz="1500">
                <a:latin typeface="Segoe UI"/>
                <a:ea typeface="Calibri"/>
                <a:cs typeface="Segoe UI"/>
              </a:rPr>
              <a:t>• Auto-scaling: Request Units vary with usage</a:t>
            </a:r>
          </a:p>
          <a:p>
            <a:pPr lvl="1">
              <a:spcAft>
                <a:spcPts val="200"/>
              </a:spcAft>
            </a:pPr>
            <a:r>
              <a:rPr lang="en-US" sz="1500">
                <a:latin typeface="Segoe UI"/>
                <a:ea typeface="Calibri"/>
                <a:cs typeface="Segoe UI"/>
              </a:rPr>
              <a:t>• Concern: Expensive for audit-only use case</a:t>
            </a:r>
          </a:p>
          <a:p>
            <a:pPr>
              <a:spcAft>
                <a:spcPts val="200"/>
              </a:spcAft>
            </a:pPr>
            <a:r>
              <a:rPr lang="en-US" sz="1500">
                <a:latin typeface="Segoe UI"/>
                <a:ea typeface="Calibri"/>
                <a:cs typeface="Segoe UI"/>
              </a:rPr>
              <a:t>2. SQL Server (Business Critical tier)</a:t>
            </a:r>
          </a:p>
          <a:p>
            <a:pPr lvl="1">
              <a:spcAft>
                <a:spcPts val="200"/>
              </a:spcAft>
            </a:pPr>
            <a:r>
              <a:rPr lang="en-US" sz="1500">
                <a:latin typeface="Segoe UI"/>
                <a:ea typeface="Calibri"/>
                <a:cs typeface="Segoe UI"/>
              </a:rPr>
              <a:t>• Fixed provisioned capacity</a:t>
            </a:r>
          </a:p>
          <a:p>
            <a:pPr lvl="1">
              <a:spcAft>
                <a:spcPts val="200"/>
              </a:spcAft>
            </a:pPr>
            <a:r>
              <a:rPr lang="en-US" sz="1500">
                <a:latin typeface="Segoe UI"/>
                <a:ea typeface="Calibri"/>
                <a:cs typeface="Segoe UI"/>
              </a:rPr>
              <a:t>• Target of Hyperscale proposal (-€1,800/month potential)</a:t>
            </a:r>
          </a:p>
          <a:p>
            <a:pPr>
              <a:spcAft>
                <a:spcPts val="200"/>
              </a:spcAft>
            </a:pPr>
            <a:r>
              <a:rPr lang="en-US" sz="1500">
                <a:latin typeface="Segoe UI"/>
                <a:ea typeface="Calibri"/>
                <a:cs typeface="Segoe UI"/>
              </a:rPr>
              <a:t>3. Databricks (Usage-based)</a:t>
            </a:r>
          </a:p>
          <a:p>
            <a:pPr lvl="1">
              <a:spcAft>
                <a:spcPts val="200"/>
              </a:spcAft>
            </a:pPr>
            <a:r>
              <a:rPr lang="en-US" sz="1500">
                <a:latin typeface="Segoe UI"/>
                <a:ea typeface="Calibri"/>
                <a:cs typeface="Segoe UI"/>
              </a:rPr>
              <a:t>• File processing workloads</a:t>
            </a:r>
          </a:p>
          <a:p>
            <a:pPr lvl="1">
              <a:spcAft>
                <a:spcPts val="200"/>
              </a:spcAft>
            </a:pPr>
            <a:r>
              <a:rPr lang="en-US" sz="1500">
                <a:latin typeface="Segoe UI"/>
                <a:ea typeface="Calibri"/>
                <a:cs typeface="Segoe UI"/>
              </a:rPr>
              <a:t>• Auto-scaling enabled (cluster runtime costs)</a:t>
            </a:r>
          </a:p>
          <a:p>
            <a:pPr>
              <a:spcAft>
                <a:spcPts val="200"/>
              </a:spcAft>
            </a:pPr>
            <a:r>
              <a:rPr lang="en-US" sz="1500">
                <a:latin typeface="Segoe UI"/>
                <a:ea typeface="Calibri"/>
                <a:cs typeface="Segoe UI"/>
              </a:rPr>
              <a:t>4. Data Factory (Pipeline orchestration)</a:t>
            </a:r>
          </a:p>
          <a:p>
            <a:pPr lvl="1">
              <a:spcAft>
                <a:spcPts val="200"/>
              </a:spcAft>
            </a:pPr>
            <a:r>
              <a:rPr lang="en-US" sz="1500">
                <a:latin typeface="Segoe UI"/>
                <a:ea typeface="Calibri"/>
                <a:cs typeface="Segoe UI"/>
              </a:rPr>
              <a:t>• Activity runs, data movement</a:t>
            </a:r>
          </a:p>
          <a:p>
            <a:pPr>
              <a:spcAft>
                <a:spcPts val="200"/>
              </a:spcAft>
            </a:pPr>
            <a:r>
              <a:rPr lang="en-US" sz="1500">
                <a:latin typeface="Segoe UI"/>
                <a:ea typeface="Calibri"/>
                <a:cs typeface="Segoe UI"/>
              </a:rPr>
              <a:t>5. App Services (APIs, portals)</a:t>
            </a:r>
          </a:p>
          <a:p>
            <a:pPr lvl="1">
              <a:spcAft>
                <a:spcPts val="200"/>
              </a:spcAft>
            </a:pPr>
            <a:r>
              <a:rPr lang="en-US" sz="1500">
                <a:latin typeface="Segoe UI"/>
                <a:ea typeface="Calibri"/>
                <a:cs typeface="Segoe UI"/>
              </a:rPr>
              <a:t>• Auto-scaling 2-8 instances</a:t>
            </a:r>
          </a:p>
        </p:txBody>
      </p:sp>
      <p:sp>
        <p:nvSpPr>
          <p:cNvPr id="7" name="ZoneTexte 6">
            <a:extLst>
              <a:ext uri="{FF2B5EF4-FFF2-40B4-BE49-F238E27FC236}">
                <a16:creationId xmlns:a16="http://schemas.microsoft.com/office/drawing/2014/main" id="{E2B4FA32-904D-8E87-6DCD-9B0313235DE8}"/>
              </a:ext>
            </a:extLst>
          </p:cNvPr>
          <p:cNvSpPr txBox="1"/>
          <p:nvPr/>
        </p:nvSpPr>
        <p:spPr>
          <a:xfrm>
            <a:off x="6568494" y="2507248"/>
            <a:ext cx="5240316" cy="1954381"/>
          </a:xfrm>
          <a:prstGeom prst="rect">
            <a:avLst/>
          </a:prstGeom>
          <a:noFill/>
          <a:ln>
            <a:solidFill>
              <a:schemeClr val="accent6"/>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600"/>
              </a:spcAft>
            </a:pPr>
            <a:r>
              <a:rPr lang="en-US" sz="1600" b="1">
                <a:latin typeface="Segoe UI"/>
                <a:ea typeface="Calibri"/>
                <a:cs typeface="Calibri"/>
              </a:rPr>
              <a:t>Current Process for understanding Cost spikes</a:t>
            </a:r>
            <a:endParaRPr lang="en-US" sz="1600">
              <a:latin typeface="Segoe UI"/>
              <a:ea typeface="Calibri"/>
              <a:cs typeface="Calibri"/>
            </a:endParaRPr>
          </a:p>
          <a:p>
            <a:r>
              <a:rPr lang="en-US" sz="1400">
                <a:latin typeface="Segoe UI"/>
                <a:ea typeface="Calibri"/>
                <a:cs typeface="Calibri"/>
              </a:rPr>
              <a:t>• Require MANUAL support ticket investigation</a:t>
            </a:r>
          </a:p>
          <a:p>
            <a:r>
              <a:rPr lang="en-US" sz="1400">
                <a:latin typeface="Segoe UI"/>
                <a:ea typeface="Calibri"/>
                <a:cs typeface="Calibri"/>
              </a:rPr>
              <a:t>• No proactive monitoring, no automated correlation dashboard</a:t>
            </a:r>
          </a:p>
          <a:p>
            <a:endParaRPr lang="en-US" sz="1000">
              <a:latin typeface="Segoe UI"/>
              <a:ea typeface="Calibri"/>
              <a:cs typeface="Calibri"/>
            </a:endParaRPr>
          </a:p>
          <a:p>
            <a:pPr>
              <a:spcAft>
                <a:spcPts val="600"/>
              </a:spcAft>
            </a:pPr>
            <a:r>
              <a:rPr lang="en-US" sz="1500" b="1">
                <a:latin typeface="Segoe UI"/>
                <a:ea typeface="Calibri"/>
                <a:cs typeface="Calibri"/>
              </a:rPr>
              <a:t>Impact on CISAC</a:t>
            </a:r>
            <a:endParaRPr lang="en-US" sz="1500">
              <a:latin typeface="Segoe UI"/>
              <a:ea typeface="Calibri"/>
              <a:cs typeface="Calibri"/>
            </a:endParaRPr>
          </a:p>
          <a:p>
            <a:r>
              <a:rPr lang="en-US" sz="1400">
                <a:solidFill>
                  <a:srgbClr val="DC143C"/>
                </a:solidFill>
                <a:latin typeface="Segoe UI"/>
                <a:ea typeface="Calibri"/>
                <a:cs typeface="Calibri"/>
              </a:rPr>
              <a:t>❌ Cannot explain monthly variations to stakeholders</a:t>
            </a:r>
            <a:endParaRPr lang="en-US" sz="1400">
              <a:latin typeface="Segoe UI"/>
              <a:ea typeface="Calibri"/>
              <a:cs typeface="Calibri"/>
            </a:endParaRPr>
          </a:p>
          <a:p>
            <a:r>
              <a:rPr lang="en-US" sz="1400">
                <a:solidFill>
                  <a:srgbClr val="DC143C"/>
                </a:solidFill>
                <a:latin typeface="Segoe UI"/>
                <a:ea typeface="Calibri"/>
                <a:cs typeface="Calibri"/>
              </a:rPr>
              <a:t>❌ Cannot forecast spending based on expected usage</a:t>
            </a:r>
            <a:endParaRPr lang="en-US" sz="1400">
              <a:latin typeface="Segoe UI"/>
              <a:ea typeface="Calibri"/>
              <a:cs typeface="Calibri"/>
            </a:endParaRPr>
          </a:p>
          <a:p>
            <a:r>
              <a:rPr lang="en-US" sz="1400">
                <a:solidFill>
                  <a:srgbClr val="DC143C"/>
                </a:solidFill>
                <a:latin typeface="Segoe UI"/>
                <a:ea typeface="Calibri"/>
                <a:cs typeface="Calibri"/>
              </a:rPr>
              <a:t>❌ Cannot identify cost optimization opportunities proactively</a:t>
            </a:r>
            <a:endParaRPr lang="en-US" sz="1400">
              <a:latin typeface="Segoe UI"/>
              <a:ea typeface="Calibri"/>
              <a:cs typeface="Calibri"/>
            </a:endParaRPr>
          </a:p>
        </p:txBody>
      </p:sp>
    </p:spTree>
    <p:extLst>
      <p:ext uri="{BB962C8B-B14F-4D97-AF65-F5344CB8AC3E}">
        <p14:creationId xmlns:p14="http://schemas.microsoft.com/office/powerpoint/2010/main" val="15411324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sp>
        <p:nvSpPr>
          <p:cNvPr id="2" name="TextBox 1"/>
          <p:cNvSpPr txBox="1"/>
          <p:nvPr/>
        </p:nvSpPr>
        <p:spPr>
          <a:xfrm>
            <a:off x="287446" y="2860192"/>
            <a:ext cx="6979924" cy="1754326"/>
          </a:xfrm>
          <a:prstGeom prst="rect">
            <a:avLst/>
          </a:prstGeom>
          <a:noFill/>
        </p:spPr>
        <p:txBody>
          <a:bodyPr wrap="none" lIns="91440" tIns="45720" rIns="91440" bIns="45720" anchor="t">
            <a:spAutoFit/>
          </a:bodyPr>
          <a:lstStyle/>
          <a:p>
            <a:pPr>
              <a:defRPr sz="5400" b="1">
                <a:solidFill>
                  <a:srgbClr val="003366"/>
                </a:solidFill>
              </a:defRPr>
            </a:pPr>
            <a:r>
              <a:rPr lang="en-US">
                <a:solidFill>
                  <a:srgbClr val="FFFFFF"/>
                </a:solidFill>
                <a:latin typeface="Segoe UI"/>
                <a:cs typeface="Segoe UI"/>
              </a:rPr>
              <a:t>PART 4</a:t>
            </a:r>
            <a:endParaRPr lang="fr-FR">
              <a:latin typeface="Segoe UI"/>
              <a:cs typeface="Segoe UI"/>
            </a:endParaRPr>
          </a:p>
          <a:p>
            <a:pPr>
              <a:defRPr sz="5400" b="1">
                <a:solidFill>
                  <a:srgbClr val="003366"/>
                </a:solidFill>
              </a:defRPr>
            </a:pPr>
            <a:r>
              <a:rPr lang="en-US" sz="5400">
                <a:solidFill>
                  <a:srgbClr val="FFFFFF"/>
                </a:solidFill>
                <a:latin typeface="Segoe UI"/>
                <a:ea typeface="Calibri"/>
                <a:cs typeface="Segoe UI"/>
              </a:rPr>
              <a:t>Governance Findings</a:t>
            </a:r>
            <a:endParaRPr lang="en-US">
              <a:latin typeface="Segoe UI"/>
              <a:ea typeface="Calibri"/>
              <a:cs typeface="Segoe UI"/>
            </a:endParaRPr>
          </a:p>
        </p:txBody>
      </p:sp>
      <p:pic>
        <p:nvPicPr>
          <p:cNvPr id="7" name="Image 6" descr="Blanc_Teragone-Factory-logo.png">
            <a:extLst>
              <a:ext uri="{FF2B5EF4-FFF2-40B4-BE49-F238E27FC236}">
                <a16:creationId xmlns:a16="http://schemas.microsoft.com/office/drawing/2014/main" id="{48A66430-1B85-0ECB-3AC6-50D700E2566C}"/>
              </a:ext>
            </a:extLst>
          </p:cNvPr>
          <p:cNvPicPr>
            <a:picLocks noChangeAspect="1"/>
          </p:cNvPicPr>
          <p:nvPr/>
        </p:nvPicPr>
        <p:blipFill>
          <a:blip r:embed="rId3"/>
          <a:stretch>
            <a:fillRect/>
          </a:stretch>
        </p:blipFill>
        <p:spPr>
          <a:xfrm>
            <a:off x="9865451" y="215537"/>
            <a:ext cx="2076450" cy="647700"/>
          </a:xfrm>
          <a:prstGeom prst="rect">
            <a:avLst/>
          </a:prstGeom>
        </p:spPr>
      </p:pic>
      <p:pic>
        <p:nvPicPr>
          <p:cNvPr id="9" name="Graphique 8">
            <a:extLst>
              <a:ext uri="{FF2B5EF4-FFF2-40B4-BE49-F238E27FC236}">
                <a16:creationId xmlns:a16="http://schemas.microsoft.com/office/drawing/2014/main" id="{0061EC23-AE73-6A0B-C367-9A3E67EE17F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4787" y="214312"/>
            <a:ext cx="714375" cy="714375"/>
          </a:xfrm>
          <a:prstGeom prst="rect">
            <a:avLst/>
          </a:prstGeom>
        </p:spPr>
      </p:pic>
      <p:sp>
        <p:nvSpPr>
          <p:cNvPr id="4" name="Rectangle 3">
            <a:extLst>
              <a:ext uri="{FF2B5EF4-FFF2-40B4-BE49-F238E27FC236}">
                <a16:creationId xmlns:a16="http://schemas.microsoft.com/office/drawing/2014/main" id="{4F0D1AD8-86F2-C782-0134-5BD0721B975D}"/>
              </a:ext>
            </a:extLst>
          </p:cNvPr>
          <p:cNvSpPr/>
          <p:nvPr/>
        </p:nvSpPr>
        <p:spPr>
          <a:xfrm>
            <a:off x="4354" y="3566160"/>
            <a:ext cx="9136776" cy="45720"/>
          </a:xfrm>
          <a:prstGeom prst="rect">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latin typeface="Segoe UI"/>
              <a:cs typeface="Segoe UI"/>
            </a:endParaRPr>
          </a:p>
        </p:txBody>
      </p:sp>
    </p:spTree>
    <p:extLst>
      <p:ext uri="{BB962C8B-B14F-4D97-AF65-F5344CB8AC3E}">
        <p14:creationId xmlns:p14="http://schemas.microsoft.com/office/powerpoint/2010/main" val="32759958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092305-B1EF-BD79-06EB-C7E6FD4444E6}"/>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F5B4A92B-B879-C771-CCAD-5675AB8102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8A1307C-C545-E41C-121A-1AD86146929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0" y="-4"/>
            <a:ext cx="2834857" cy="6858004"/>
          </a:xfrm>
          <a:prstGeom prst="rect">
            <a:avLst/>
          </a:prstGeom>
          <a:solidFill>
            <a:srgbClr val="1E3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TextBox 1">
            <a:extLst>
              <a:ext uri="{FF2B5EF4-FFF2-40B4-BE49-F238E27FC236}">
                <a16:creationId xmlns:a16="http://schemas.microsoft.com/office/drawing/2014/main" id="{5488C397-1E21-EACB-A228-C49C6D014752}"/>
              </a:ext>
            </a:extLst>
          </p:cNvPr>
          <p:cNvSpPr txBox="1"/>
          <p:nvPr/>
        </p:nvSpPr>
        <p:spPr>
          <a:xfrm>
            <a:off x="116423" y="591344"/>
            <a:ext cx="2711060" cy="5585619"/>
          </a:xfrm>
          <a:prstGeom prst="rect">
            <a:avLst/>
          </a:prstGeom>
        </p:spPr>
        <p:txBody>
          <a:bodyPr vert="horz" lIns="91440" tIns="45720" rIns="91440" bIns="45720" rtlCol="0" anchor="ctr">
            <a:normAutofit/>
          </a:bodyPr>
          <a:lstStyle/>
          <a:p>
            <a:pPr defTabSz="914400">
              <a:lnSpc>
                <a:spcPct val="90000"/>
              </a:lnSpc>
              <a:defRPr sz="4000" b="1">
                <a:solidFill>
                  <a:srgbClr val="003366"/>
                </a:solidFill>
              </a:defRPr>
            </a:pPr>
            <a:r>
              <a:rPr lang="en-US" sz="3500" b="1">
                <a:solidFill>
                  <a:srgbClr val="FFFFFF"/>
                </a:solidFill>
                <a:latin typeface="Segoe UI"/>
                <a:ea typeface="Calibri"/>
                <a:cs typeface="Segoe UI"/>
              </a:rPr>
              <a:t>Governance History - Key elements were missing</a:t>
            </a:r>
            <a:endParaRPr lang="en-US" sz="3500">
              <a:solidFill>
                <a:srgbClr val="FFFFFF"/>
              </a:solidFill>
              <a:latin typeface="Segoe UI"/>
              <a:cs typeface="Segoe UI"/>
            </a:endParaRPr>
          </a:p>
          <a:p>
            <a:pPr defTabSz="914400">
              <a:lnSpc>
                <a:spcPct val="90000"/>
              </a:lnSpc>
              <a:defRPr sz="4000" b="1">
                <a:solidFill>
                  <a:srgbClr val="003366"/>
                </a:solidFill>
              </a:defRPr>
            </a:pPr>
            <a:endParaRPr lang="en-US" sz="3500">
              <a:solidFill>
                <a:srgbClr val="FFFFFF"/>
              </a:solidFill>
              <a:latin typeface="Segoe UI"/>
              <a:ea typeface="Calibri"/>
              <a:cs typeface="Segoe UI"/>
            </a:endParaRPr>
          </a:p>
        </p:txBody>
      </p:sp>
      <p:sp>
        <p:nvSpPr>
          <p:cNvPr id="9" name="ZoneTexte 8">
            <a:extLst>
              <a:ext uri="{FF2B5EF4-FFF2-40B4-BE49-F238E27FC236}">
                <a16:creationId xmlns:a16="http://schemas.microsoft.com/office/drawing/2014/main" id="{998994B1-CAC7-13F0-1473-E8DE4AA9910D}"/>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fr-FR" sz="1200" b="1">
                <a:solidFill>
                  <a:srgbClr val="1E3A5F"/>
                </a:solidFill>
                <a:latin typeface="Segoe UI"/>
                <a:ea typeface="Calibri"/>
                <a:cs typeface="Segoe UI"/>
              </a:rPr>
              <a:t>———  PART 4 — </a:t>
            </a:r>
            <a:r>
              <a:rPr lang="fr-FR" sz="1200" b="1" err="1">
                <a:solidFill>
                  <a:srgbClr val="1E3A5F"/>
                </a:solidFill>
                <a:latin typeface="Segoe UI"/>
                <a:ea typeface="Calibri"/>
                <a:cs typeface="Segoe UI"/>
              </a:rPr>
              <a:t>Governance</a:t>
            </a:r>
            <a:r>
              <a:rPr lang="fr-FR" sz="1200" b="1">
                <a:solidFill>
                  <a:srgbClr val="1E3A5F"/>
                </a:solidFill>
                <a:latin typeface="Segoe UI"/>
                <a:ea typeface="Calibri"/>
                <a:cs typeface="Segoe UI"/>
              </a:rPr>
              <a:t> </a:t>
            </a:r>
            <a:r>
              <a:rPr lang="fr-FR" sz="1200" b="1" err="1">
                <a:solidFill>
                  <a:srgbClr val="1E3A5F"/>
                </a:solidFill>
                <a:latin typeface="Segoe UI"/>
                <a:ea typeface="Calibri"/>
                <a:cs typeface="Segoe UI"/>
              </a:rPr>
              <a:t>findings</a:t>
            </a:r>
            <a:endParaRPr lang="fr-FR" sz="1200" b="1">
              <a:solidFill>
                <a:srgbClr val="1E3A5F"/>
              </a:solidFill>
              <a:latin typeface="Segoe UI"/>
              <a:ea typeface="Calibri"/>
              <a:cs typeface="Segoe UI"/>
            </a:endParaRPr>
          </a:p>
        </p:txBody>
      </p:sp>
      <p:cxnSp>
        <p:nvCxnSpPr>
          <p:cNvPr id="11" name="Connecteur droit avec flèche 10">
            <a:extLst>
              <a:ext uri="{FF2B5EF4-FFF2-40B4-BE49-F238E27FC236}">
                <a16:creationId xmlns:a16="http://schemas.microsoft.com/office/drawing/2014/main" id="{D53BC0AD-A955-5B16-A839-00D147B0621B}"/>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sp>
        <p:nvSpPr>
          <p:cNvPr id="5" name="Espace réservé du pied de page 2">
            <a:extLst>
              <a:ext uri="{FF2B5EF4-FFF2-40B4-BE49-F238E27FC236}">
                <a16:creationId xmlns:a16="http://schemas.microsoft.com/office/drawing/2014/main" id="{E6C8D8C8-BFC5-1A94-9E07-F0E7F7335063}"/>
              </a:ext>
            </a:extLst>
          </p:cNvPr>
          <p:cNvSpPr>
            <a:spLocks noGrp="1"/>
          </p:cNvSpPr>
          <p:nvPr>
            <p:ph type="ftr" sz="quarter" idx="11"/>
          </p:nvPr>
        </p:nvSpPr>
        <p:spPr>
          <a:xfrm>
            <a:off x="-593" y="6444952"/>
            <a:ext cx="12193181" cy="412389"/>
          </a:xfrm>
          <a:solidFill>
            <a:srgbClr val="F8F9FB"/>
          </a:solidFill>
          <a:ln>
            <a:solidFill>
              <a:srgbClr val="E1E4E8"/>
            </a:solidFill>
          </a:ln>
        </p:spPr>
        <p:txBody>
          <a:bodyPr/>
          <a:lstStyle/>
          <a:p>
            <a:pPr algn="l"/>
            <a:r>
              <a:rPr lang="fr-FR" sz="1100">
                <a:solidFill>
                  <a:srgbClr val="6B7C93"/>
                </a:solidFill>
                <a:latin typeface="Segoe UI"/>
                <a:ea typeface="+mn-lt"/>
                <a:cs typeface="Segoe UI"/>
              </a:rPr>
              <a:t>  ISWC System Audit – </a:t>
            </a:r>
            <a:r>
              <a:rPr lang="fr-FR" sz="1100" err="1">
                <a:solidFill>
                  <a:srgbClr val="6B7C93"/>
                </a:solidFill>
                <a:latin typeface="Segoe UI"/>
                <a:ea typeface="+mn-lt"/>
                <a:cs typeface="Segoe UI"/>
              </a:rPr>
              <a:t>Findings</a:t>
            </a:r>
            <a:r>
              <a:rPr lang="fr-FR" sz="1100">
                <a:solidFill>
                  <a:srgbClr val="6B7C93"/>
                </a:solidFill>
                <a:latin typeface="Segoe UI"/>
                <a:ea typeface="+mn-lt"/>
                <a:cs typeface="Segoe UI"/>
              </a:rPr>
              <a:t> &amp; Strategic </a:t>
            </a:r>
            <a:r>
              <a:rPr lang="fr-FR" sz="1100" err="1">
                <a:solidFill>
                  <a:srgbClr val="6B7C93"/>
                </a:solidFill>
                <a:latin typeface="Segoe UI"/>
                <a:ea typeface="+mn-lt"/>
                <a:cs typeface="Segoe UI"/>
              </a:rPr>
              <a:t>Recommendations</a:t>
            </a:r>
            <a:r>
              <a:rPr lang="fr-FR" sz="1100">
                <a:solidFill>
                  <a:srgbClr val="6B7C93"/>
                </a:solidFill>
                <a:latin typeface="Segoe UI"/>
                <a:ea typeface="+mn-lt"/>
                <a:cs typeface="Segoe UI"/>
              </a:rPr>
              <a:t> • </a:t>
            </a:r>
            <a:r>
              <a:rPr lang="fr-FR" sz="1100" err="1">
                <a:solidFill>
                  <a:srgbClr val="6B7C93"/>
                </a:solidFill>
                <a:latin typeface="Segoe UI"/>
                <a:ea typeface="+mn-lt"/>
                <a:cs typeface="Segoe UI"/>
              </a:rPr>
              <a:t>November</a:t>
            </a:r>
            <a:r>
              <a:rPr lang="fr-FR" sz="1100">
                <a:solidFill>
                  <a:srgbClr val="6B7C93"/>
                </a:solidFill>
                <a:latin typeface="Segoe UI"/>
                <a:ea typeface="+mn-lt"/>
                <a:cs typeface="Segoe UI"/>
              </a:rPr>
              <a:t> 24, 2025</a:t>
            </a:r>
            <a:endParaRPr lang="fr-FR" sz="1100">
              <a:latin typeface="Segoe UI"/>
              <a:cs typeface="Segoe UI"/>
            </a:endParaRPr>
          </a:p>
        </p:txBody>
      </p:sp>
      <p:sp>
        <p:nvSpPr>
          <p:cNvPr id="7" name="Espace réservé du numéro de diapositive 6">
            <a:extLst>
              <a:ext uri="{FF2B5EF4-FFF2-40B4-BE49-F238E27FC236}">
                <a16:creationId xmlns:a16="http://schemas.microsoft.com/office/drawing/2014/main" id="{7F4CFC90-E08D-4F29-9434-7DF7D158A018}"/>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dirty="0" smtClean="0">
                <a:solidFill>
                  <a:srgbClr val="1E3A5F"/>
                </a:solidFill>
                <a:latin typeface="Segoe UI"/>
                <a:cs typeface="Segoe UI"/>
              </a:rPr>
              <a:pPr algn="ctr"/>
              <a:t>20</a:t>
            </a:fld>
            <a:endParaRPr lang="fr-FR">
              <a:solidFill>
                <a:srgbClr val="1E3A5F"/>
              </a:solidFill>
              <a:latin typeface="Segoe UI"/>
              <a:ea typeface="Calibri"/>
              <a:cs typeface="Segoe UI"/>
            </a:endParaRPr>
          </a:p>
        </p:txBody>
      </p:sp>
      <p:sp>
        <p:nvSpPr>
          <p:cNvPr id="21" name="TextBox 2">
            <a:extLst>
              <a:ext uri="{FF2B5EF4-FFF2-40B4-BE49-F238E27FC236}">
                <a16:creationId xmlns:a16="http://schemas.microsoft.com/office/drawing/2014/main" id="{DEA9633A-2DD8-9F16-E08D-E54D020FC4C1}"/>
              </a:ext>
            </a:extLst>
          </p:cNvPr>
          <p:cNvSpPr txBox="1"/>
          <p:nvPr/>
        </p:nvSpPr>
        <p:spPr>
          <a:xfrm>
            <a:off x="3052749" y="728731"/>
            <a:ext cx="3812751" cy="4955203"/>
          </a:xfrm>
          <a:prstGeom prst="rect">
            <a:avLst/>
          </a:prstGeom>
        </p:spPr>
        <p:style>
          <a:lnRef idx="2">
            <a:schemeClr val="accent2"/>
          </a:lnRef>
          <a:fillRef idx="1">
            <a:schemeClr val="lt1"/>
          </a:fillRef>
          <a:effectRef idx="0">
            <a:schemeClr val="accent2"/>
          </a:effectRef>
          <a:fontRef idx="minor">
            <a:schemeClr val="dk1"/>
          </a:fontRef>
        </p:style>
        <p:txBody>
          <a:bodyPr wrap="square" lIns="91440" tIns="45720" rIns="91440" bIns="45720" anchor="t">
            <a:spAutoFit/>
          </a:bodyPr>
          <a:lstStyle/>
          <a:p>
            <a:pPr>
              <a:defRPr sz="1800" b="1">
                <a:solidFill>
                  <a:srgbClr val="000000"/>
                </a:solidFill>
              </a:defRPr>
            </a:pPr>
            <a:r>
              <a:rPr sz="1600">
                <a:latin typeface="Segoe UI"/>
                <a:cs typeface="Segoe UI"/>
              </a:rPr>
              <a:t>May-June 2024 Production Incident</a:t>
            </a:r>
          </a:p>
          <a:p>
            <a:pPr>
              <a:defRPr sz="1400">
                <a:solidFill>
                  <a:srgbClr val="000000"/>
                </a:solidFill>
              </a:defRPr>
            </a:pPr>
            <a:r>
              <a:rPr sz="1200">
                <a:latin typeface="Segoe UI"/>
                <a:cs typeface="Segoe UI"/>
              </a:rPr>
              <a:t>"Six months of hell, incessant incidents"</a:t>
            </a:r>
            <a:endParaRPr sz="1200">
              <a:latin typeface="Segoe UI"/>
              <a:ea typeface="Calibri"/>
              <a:cs typeface="Segoe UI"/>
            </a:endParaRPr>
          </a:p>
          <a:p>
            <a:pPr>
              <a:defRPr sz="1400">
                <a:solidFill>
                  <a:srgbClr val="000000"/>
                </a:solidFill>
              </a:defRPr>
            </a:pPr>
            <a:endParaRPr sz="1200">
              <a:latin typeface="Segoe UI"/>
              <a:cs typeface="Segoe UI"/>
            </a:endParaRPr>
          </a:p>
          <a:p>
            <a:pPr>
              <a:spcAft>
                <a:spcPts val="600"/>
              </a:spcAft>
              <a:defRPr sz="1800" b="1">
                <a:solidFill>
                  <a:srgbClr val="000000"/>
                </a:solidFill>
              </a:defRPr>
            </a:pPr>
            <a:r>
              <a:rPr sz="1600">
                <a:latin typeface="Segoe UI"/>
                <a:cs typeface="Segoe UI"/>
              </a:rPr>
              <a:t>What Happened</a:t>
            </a:r>
          </a:p>
          <a:p>
            <a:pPr>
              <a:defRPr sz="1400">
                <a:solidFill>
                  <a:srgbClr val="000000"/>
                </a:solidFill>
              </a:defRPr>
            </a:pPr>
            <a:r>
              <a:rPr sz="1200">
                <a:latin typeface="Segoe UI"/>
                <a:cs typeface="Segoe UI"/>
              </a:rPr>
              <a:t>POC code from unrelated project accidentally merged to</a:t>
            </a:r>
            <a:r>
              <a:rPr lang="fr-FR" sz="1200">
                <a:latin typeface="Segoe UI"/>
                <a:cs typeface="Segoe UI"/>
              </a:rPr>
              <a:t> </a:t>
            </a:r>
            <a:r>
              <a:rPr sz="1200">
                <a:latin typeface="Segoe UI"/>
                <a:cs typeface="Segoe UI"/>
              </a:rPr>
              <a:t>production branch and deployed to production            </a:t>
            </a:r>
            <a:endParaRPr sz="1200">
              <a:latin typeface="Segoe UI"/>
              <a:ea typeface="Calibri"/>
              <a:cs typeface="Segoe UI"/>
            </a:endParaRPr>
          </a:p>
          <a:p>
            <a:pPr>
              <a:defRPr sz="1400">
                <a:solidFill>
                  <a:srgbClr val="000000"/>
                </a:solidFill>
              </a:defRPr>
            </a:pPr>
            <a:endParaRPr sz="1200">
              <a:latin typeface="Segoe UI"/>
              <a:cs typeface="Segoe UI"/>
            </a:endParaRPr>
          </a:p>
          <a:p>
            <a:pPr>
              <a:spcAft>
                <a:spcPts val="600"/>
              </a:spcAft>
              <a:defRPr sz="1800" b="1">
                <a:solidFill>
                  <a:srgbClr val="000000"/>
                </a:solidFill>
              </a:defRPr>
            </a:pPr>
            <a:r>
              <a:rPr sz="1600">
                <a:latin typeface="Segoe UI"/>
                <a:cs typeface="Segoe UI"/>
              </a:rPr>
              <a:t>Root Cause</a:t>
            </a:r>
            <a:endParaRPr sz="1600">
              <a:latin typeface="Segoe UI"/>
              <a:ea typeface="Calibri"/>
              <a:cs typeface="Segoe UI"/>
            </a:endParaRPr>
          </a:p>
          <a:p>
            <a:pPr>
              <a:defRPr sz="1400">
                <a:solidFill>
                  <a:srgbClr val="000000"/>
                </a:solidFill>
              </a:defRPr>
            </a:pPr>
            <a:r>
              <a:rPr sz="1200">
                <a:latin typeface="Segoe UI"/>
                <a:cs typeface="Segoe UI"/>
              </a:rPr>
              <a:t>• No branch protection preventing POC merges</a:t>
            </a:r>
            <a:endParaRPr sz="1200">
              <a:latin typeface="Segoe UI"/>
              <a:ea typeface="Calibri"/>
              <a:cs typeface="Segoe UI"/>
            </a:endParaRPr>
          </a:p>
          <a:p>
            <a:pPr>
              <a:defRPr sz="1400">
                <a:solidFill>
                  <a:srgbClr val="000000"/>
                </a:solidFill>
              </a:defRPr>
            </a:pPr>
            <a:r>
              <a:rPr sz="1200">
                <a:latin typeface="Segoe UI"/>
                <a:cs typeface="Segoe UI"/>
              </a:rPr>
              <a:t>• No pre-production testing gate caught the issue</a:t>
            </a:r>
            <a:endParaRPr sz="1200">
              <a:latin typeface="Segoe UI"/>
              <a:ea typeface="Calibri"/>
              <a:cs typeface="Segoe UI"/>
            </a:endParaRPr>
          </a:p>
          <a:p>
            <a:pPr>
              <a:defRPr sz="1400">
                <a:solidFill>
                  <a:srgbClr val="000000"/>
                </a:solidFill>
              </a:defRPr>
            </a:pPr>
            <a:r>
              <a:rPr sz="1200">
                <a:latin typeface="Segoe UI"/>
                <a:cs typeface="Segoe UI"/>
              </a:rPr>
              <a:t>• No rollback executed (or couldn't rollback)</a:t>
            </a:r>
            <a:endParaRPr sz="1200">
              <a:latin typeface="Segoe UI"/>
              <a:ea typeface="Calibri"/>
              <a:cs typeface="Segoe UI"/>
            </a:endParaRPr>
          </a:p>
          <a:p>
            <a:pPr>
              <a:defRPr sz="1400">
                <a:solidFill>
                  <a:srgbClr val="000000"/>
                </a:solidFill>
              </a:defRPr>
            </a:pPr>
            <a:r>
              <a:rPr sz="1200">
                <a:latin typeface="Segoe UI"/>
                <a:cs typeface="Segoe UI"/>
              </a:rPr>
              <a:t>• Governance gap allowed uncontrolled deployment</a:t>
            </a:r>
            <a:endParaRPr sz="1200">
              <a:latin typeface="Segoe UI"/>
              <a:ea typeface="Calibri"/>
              <a:cs typeface="Segoe UI"/>
            </a:endParaRPr>
          </a:p>
          <a:p>
            <a:pPr>
              <a:defRPr sz="1400">
                <a:solidFill>
                  <a:srgbClr val="000000"/>
                </a:solidFill>
              </a:defRPr>
            </a:pPr>
            <a:endParaRPr sz="1200">
              <a:latin typeface="Segoe UI"/>
              <a:cs typeface="Segoe UI"/>
            </a:endParaRPr>
          </a:p>
          <a:p>
            <a:pPr>
              <a:spcAft>
                <a:spcPts val="600"/>
              </a:spcAft>
              <a:defRPr sz="1800" b="1">
                <a:solidFill>
                  <a:srgbClr val="000000"/>
                </a:solidFill>
              </a:defRPr>
            </a:pPr>
            <a:r>
              <a:rPr sz="1600">
                <a:latin typeface="Segoe UI"/>
                <a:cs typeface="Segoe UI"/>
              </a:rPr>
              <a:t>Impact</a:t>
            </a:r>
            <a:endParaRPr sz="1600">
              <a:latin typeface="Segoe UI"/>
              <a:ea typeface="Calibri"/>
              <a:cs typeface="Segoe UI"/>
            </a:endParaRPr>
          </a:p>
          <a:p>
            <a:pPr>
              <a:defRPr sz="1400">
                <a:solidFill>
                  <a:srgbClr val="000000"/>
                </a:solidFill>
              </a:defRPr>
            </a:pPr>
            <a:r>
              <a:rPr sz="1200">
                <a:latin typeface="Segoe UI"/>
                <a:cs typeface="Segoe UI"/>
              </a:rPr>
              <a:t>• 6 months continuous incident recovery</a:t>
            </a:r>
            <a:endParaRPr sz="1200">
              <a:latin typeface="Segoe UI"/>
              <a:ea typeface="Calibri"/>
              <a:cs typeface="Segoe UI"/>
            </a:endParaRPr>
          </a:p>
          <a:p>
            <a:pPr>
              <a:defRPr sz="1400">
                <a:solidFill>
                  <a:srgbClr val="000000"/>
                </a:solidFill>
              </a:defRPr>
            </a:pPr>
            <a:r>
              <a:rPr sz="1200">
                <a:latin typeface="Segoe UI"/>
                <a:cs typeface="Segoe UI"/>
              </a:rPr>
              <a:t>• User complaints, system instability</a:t>
            </a:r>
            <a:endParaRPr sz="1200">
              <a:latin typeface="Segoe UI"/>
              <a:ea typeface="Calibri"/>
              <a:cs typeface="Segoe UI"/>
            </a:endParaRPr>
          </a:p>
          <a:p>
            <a:pPr>
              <a:defRPr sz="1400">
                <a:solidFill>
                  <a:srgbClr val="000000"/>
                </a:solidFill>
              </a:defRPr>
            </a:pPr>
            <a:r>
              <a:rPr sz="1200">
                <a:latin typeface="Segoe UI"/>
                <a:cs typeface="Segoe UI"/>
              </a:rPr>
              <a:t>• CISAC resources consumed troubleshooting</a:t>
            </a:r>
            <a:endParaRPr sz="1200">
              <a:latin typeface="Segoe UI"/>
              <a:ea typeface="Calibri"/>
              <a:cs typeface="Segoe UI"/>
            </a:endParaRPr>
          </a:p>
          <a:p>
            <a:pPr>
              <a:defRPr sz="1400">
                <a:solidFill>
                  <a:srgbClr val="000000"/>
                </a:solidFill>
              </a:defRPr>
            </a:pPr>
            <a:r>
              <a:rPr sz="1200">
                <a:latin typeface="Segoe UI"/>
                <a:cs typeface="Segoe UI"/>
              </a:rPr>
              <a:t>• Trust in vendor relationship damaged</a:t>
            </a:r>
            <a:endParaRPr sz="1200">
              <a:latin typeface="Segoe UI"/>
              <a:ea typeface="Calibri"/>
              <a:cs typeface="Segoe UI"/>
            </a:endParaRPr>
          </a:p>
          <a:p>
            <a:pPr>
              <a:defRPr sz="1400">
                <a:solidFill>
                  <a:srgbClr val="000000"/>
                </a:solidFill>
              </a:defRPr>
            </a:pPr>
            <a:endParaRPr sz="1200">
              <a:latin typeface="Segoe UI"/>
              <a:cs typeface="Segoe UI"/>
            </a:endParaRPr>
          </a:p>
          <a:p>
            <a:pPr>
              <a:spcAft>
                <a:spcPts val="600"/>
              </a:spcAft>
              <a:defRPr sz="1800" b="1">
                <a:solidFill>
                  <a:srgbClr val="000000"/>
                </a:solidFill>
              </a:defRPr>
            </a:pPr>
            <a:r>
              <a:rPr sz="1600">
                <a:latin typeface="Segoe UI"/>
                <a:cs typeface="Segoe UI"/>
              </a:rPr>
              <a:t>Recovery</a:t>
            </a:r>
            <a:endParaRPr sz="1600">
              <a:latin typeface="Segoe UI"/>
              <a:ea typeface="Calibri"/>
              <a:cs typeface="Segoe UI"/>
            </a:endParaRPr>
          </a:p>
          <a:p>
            <a:pPr>
              <a:defRPr sz="1400">
                <a:solidFill>
                  <a:srgbClr val="000000"/>
                </a:solidFill>
              </a:defRPr>
            </a:pPr>
            <a:r>
              <a:rPr sz="1200">
                <a:latin typeface="Segoe UI"/>
                <a:cs typeface="Segoe UI"/>
              </a:rPr>
              <a:t>• CAB (Change Advisory Board) established May 2024</a:t>
            </a:r>
            <a:endParaRPr sz="1200">
              <a:latin typeface="Segoe UI"/>
              <a:ea typeface="Calibri"/>
              <a:cs typeface="Segoe UI"/>
            </a:endParaRPr>
          </a:p>
          <a:p>
            <a:pPr>
              <a:defRPr sz="1400">
                <a:solidFill>
                  <a:srgbClr val="000000"/>
                </a:solidFill>
              </a:defRPr>
            </a:pPr>
            <a:r>
              <a:rPr sz="1200">
                <a:latin typeface="Segoe UI"/>
                <a:cs typeface="Segoe UI"/>
              </a:rPr>
              <a:t>• Deployment control and notification process</a:t>
            </a:r>
            <a:endParaRPr sz="1200">
              <a:latin typeface="Segoe UI"/>
              <a:ea typeface="Calibri"/>
              <a:cs typeface="Segoe UI"/>
            </a:endParaRPr>
          </a:p>
          <a:p>
            <a:pPr>
              <a:defRPr sz="1400">
                <a:solidFill>
                  <a:srgbClr val="000000"/>
                </a:solidFill>
              </a:defRPr>
            </a:pPr>
            <a:r>
              <a:rPr sz="1200">
                <a:latin typeface="Segoe UI"/>
                <a:cs typeface="Segoe UI"/>
              </a:rPr>
              <a:t>• Expert group review before production releases</a:t>
            </a:r>
            <a:endParaRPr sz="1200">
              <a:latin typeface="Segoe UI"/>
              <a:ea typeface="Calibri"/>
              <a:cs typeface="Segoe UI"/>
            </a:endParaRPr>
          </a:p>
        </p:txBody>
      </p:sp>
      <p:sp>
        <p:nvSpPr>
          <p:cNvPr id="23" name="ZoneTexte 22">
            <a:extLst>
              <a:ext uri="{FF2B5EF4-FFF2-40B4-BE49-F238E27FC236}">
                <a16:creationId xmlns:a16="http://schemas.microsoft.com/office/drawing/2014/main" id="{29AEA02B-597F-E596-DE3A-CD25E0B3E099}"/>
              </a:ext>
            </a:extLst>
          </p:cNvPr>
          <p:cNvSpPr txBox="1"/>
          <p:nvPr/>
        </p:nvSpPr>
        <p:spPr>
          <a:xfrm>
            <a:off x="7142862" y="729338"/>
            <a:ext cx="4630659" cy="4519186"/>
          </a:xfrm>
          <a:prstGeom prst="rect">
            <a:avLst/>
          </a:prstGeom>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600"/>
              </a:spcAft>
            </a:pPr>
            <a:r>
              <a:rPr lang="en-US" sz="1600" b="1">
                <a:latin typeface="Segoe UI"/>
                <a:ea typeface="Segoe UI"/>
                <a:cs typeface="Segoe UI"/>
              </a:rPr>
              <a:t>Five years without a CAB ! </a:t>
            </a:r>
            <a:endParaRPr lang="fr-FR" sz="1600"/>
          </a:p>
          <a:p>
            <a:pPr>
              <a:spcAft>
                <a:spcPts val="200"/>
              </a:spcAft>
            </a:pPr>
            <a:r>
              <a:rPr lang="en-US" sz="1200" baseline="0">
                <a:solidFill>
                  <a:srgbClr val="DC143C"/>
                </a:solidFill>
                <a:latin typeface="Segoe UI"/>
                <a:ea typeface="Segoe UI"/>
                <a:cs typeface="Segoe UI"/>
              </a:rPr>
              <a:t>❌ No deployment tracking </a:t>
            </a:r>
            <a:r>
              <a:rPr lang="en-US" sz="1200">
                <a:solidFill>
                  <a:srgbClr val="DC143C"/>
                </a:solidFill>
                <a:latin typeface="Segoe UI"/>
                <a:ea typeface="Segoe UI"/>
                <a:cs typeface="Segoe UI"/>
              </a:rPr>
              <a:t>     </a:t>
            </a:r>
            <a:r>
              <a:rPr lang="en-US" sz="1200">
                <a:latin typeface="Segoe UI"/>
                <a:ea typeface="Segoe UI"/>
                <a:cs typeface="Segoe UI"/>
              </a:rPr>
              <a:t>​</a:t>
            </a:r>
          </a:p>
          <a:p>
            <a:pPr>
              <a:spcAft>
                <a:spcPts val="200"/>
              </a:spcAft>
            </a:pPr>
            <a:r>
              <a:rPr lang="en-US" sz="1200" baseline="0">
                <a:solidFill>
                  <a:srgbClr val="DC143C"/>
                </a:solidFill>
                <a:latin typeface="Segoe UI"/>
                <a:ea typeface="Segoe UI"/>
                <a:cs typeface="Segoe UI"/>
              </a:rPr>
              <a:t>❌ No change notification </a:t>
            </a:r>
            <a:r>
              <a:rPr lang="en-US" sz="1200">
                <a:solidFill>
                  <a:srgbClr val="DC143C"/>
                </a:solidFill>
                <a:latin typeface="Segoe UI"/>
                <a:ea typeface="Segoe UI"/>
                <a:cs typeface="Segoe UI"/>
              </a:rPr>
              <a:t>       </a:t>
            </a:r>
            <a:endParaRPr lang="en-US" sz="1200">
              <a:latin typeface="Segoe UI"/>
              <a:cs typeface="Segoe UI"/>
            </a:endParaRPr>
          </a:p>
          <a:p>
            <a:pPr>
              <a:spcAft>
                <a:spcPts val="200"/>
              </a:spcAft>
            </a:pPr>
            <a:r>
              <a:rPr lang="en-US" sz="1200" baseline="0">
                <a:solidFill>
                  <a:srgbClr val="DC143C"/>
                </a:solidFill>
                <a:latin typeface="Segoe UI"/>
                <a:ea typeface="Segoe UI"/>
                <a:cs typeface="Segoe UI"/>
              </a:rPr>
              <a:t>❌ No governance oversight </a:t>
            </a:r>
            <a:r>
              <a:rPr lang="en-US" sz="1200">
                <a:solidFill>
                  <a:srgbClr val="DC143C"/>
                </a:solidFill>
                <a:latin typeface="Segoe UI"/>
                <a:ea typeface="Segoe UI"/>
                <a:cs typeface="Segoe UI"/>
              </a:rPr>
              <a:t>             </a:t>
            </a:r>
            <a:r>
              <a:rPr lang="en-US" sz="1200">
                <a:latin typeface="Segoe UI"/>
                <a:ea typeface="Segoe UI"/>
                <a:cs typeface="Segoe UI"/>
              </a:rPr>
              <a:t>​</a:t>
            </a:r>
          </a:p>
          <a:p>
            <a:pPr rtl="0">
              <a:spcAft>
                <a:spcPts val="200"/>
              </a:spcAft>
            </a:pPr>
            <a:r>
              <a:rPr lang="en-US" sz="1200" baseline="0">
                <a:solidFill>
                  <a:srgbClr val="DC143C"/>
                </a:solidFill>
                <a:latin typeface="Segoe UI"/>
                <a:ea typeface="Segoe UI"/>
                <a:cs typeface="Segoe UI"/>
              </a:rPr>
              <a:t>❌ Uncontrolled production releases </a:t>
            </a:r>
            <a:r>
              <a:rPr lang="en-US" sz="1200">
                <a:latin typeface="Segoe UI"/>
                <a:ea typeface="Segoe UI"/>
                <a:cs typeface="Segoe UI"/>
              </a:rPr>
              <a:t>​</a:t>
            </a:r>
          </a:p>
          <a:p>
            <a:pPr>
              <a:spcAft>
                <a:spcPts val="200"/>
              </a:spcAft>
            </a:pPr>
            <a:r>
              <a:rPr lang="en-US" sz="1200" baseline="0">
                <a:solidFill>
                  <a:srgbClr val="DC143C"/>
                </a:solidFill>
                <a:latin typeface="Segoe UI"/>
                <a:ea typeface="Segoe UI"/>
                <a:cs typeface="Segoe UI"/>
              </a:rPr>
              <a:t>❌ "They did everything when </a:t>
            </a:r>
            <a:r>
              <a:rPr lang="en-US" sz="1200">
                <a:solidFill>
                  <a:srgbClr val="DC143C"/>
                </a:solidFill>
                <a:latin typeface="Segoe UI"/>
                <a:cs typeface="Segoe UI"/>
              </a:rPr>
              <a:t>they wanted, without warning"</a:t>
            </a:r>
            <a:r>
              <a:rPr lang="en-US" sz="1200">
                <a:solidFill>
                  <a:srgbClr val="DC143C"/>
                </a:solidFill>
                <a:latin typeface="Segoe UI"/>
                <a:ea typeface="Segoe UI"/>
                <a:cs typeface="Segoe UI"/>
              </a:rPr>
              <a:t>         </a:t>
            </a:r>
            <a:endParaRPr lang="en-US" sz="1200">
              <a:latin typeface="Segoe UI"/>
              <a:ea typeface="Segoe UI"/>
              <a:cs typeface="Segoe UI"/>
            </a:endParaRPr>
          </a:p>
          <a:p>
            <a:pPr rtl="0"/>
            <a:r>
              <a:rPr lang="en-US" sz="1100">
                <a:latin typeface="Segoe UI"/>
                <a:ea typeface="Segoe UI"/>
                <a:cs typeface="Segoe UI"/>
              </a:rPr>
              <a:t>​</a:t>
            </a:r>
          </a:p>
          <a:p>
            <a:pPr>
              <a:spcAft>
                <a:spcPts val="600"/>
              </a:spcAft>
            </a:pPr>
            <a:r>
              <a:rPr lang="en-US" sz="1600" b="1">
                <a:latin typeface="Segoe UI"/>
                <a:cs typeface="Segoe UI"/>
              </a:rPr>
              <a:t>Since May 2024</a:t>
            </a:r>
            <a:endParaRPr lang="en-US" sz="1600" b="1">
              <a:latin typeface="Segoe UI"/>
              <a:ea typeface="Calibri"/>
              <a:cs typeface="Segoe UI"/>
            </a:endParaRPr>
          </a:p>
          <a:p>
            <a:pPr>
              <a:spcAft>
                <a:spcPts val="200"/>
              </a:spcAft>
            </a:pPr>
            <a:r>
              <a:rPr lang="en-US" sz="1200">
                <a:solidFill>
                  <a:srgbClr val="DC143C"/>
                </a:solidFill>
                <a:latin typeface="Segoe UI"/>
                <a:ea typeface="Calibri"/>
                <a:cs typeface="Segoe UI"/>
              </a:rPr>
              <a:t>✅ Deployment history tracking</a:t>
            </a:r>
            <a:endParaRPr lang="en-US" sz="1200">
              <a:latin typeface="Segoe UI"/>
              <a:ea typeface="Calibri"/>
              <a:cs typeface="Segoe UI"/>
            </a:endParaRPr>
          </a:p>
          <a:p>
            <a:pPr>
              <a:spcAft>
                <a:spcPts val="200"/>
              </a:spcAft>
            </a:pPr>
            <a:r>
              <a:rPr lang="en-US" sz="1200">
                <a:solidFill>
                  <a:srgbClr val="DC143C"/>
                </a:solidFill>
                <a:latin typeface="Segoe UI"/>
                <a:ea typeface="Calibri"/>
                <a:cs typeface="Segoe UI"/>
              </a:rPr>
              <a:t>✅ Controlled deployment schedule</a:t>
            </a:r>
            <a:endParaRPr lang="en-US" sz="1200">
              <a:solidFill>
                <a:srgbClr val="000000"/>
              </a:solidFill>
              <a:latin typeface="Segoe UI"/>
              <a:ea typeface="Calibri"/>
              <a:cs typeface="Segoe UI"/>
            </a:endParaRPr>
          </a:p>
          <a:p>
            <a:pPr>
              <a:spcAft>
                <a:spcPts val="200"/>
              </a:spcAft>
            </a:pPr>
            <a:r>
              <a:rPr lang="en-US" sz="1200">
                <a:solidFill>
                  <a:srgbClr val="DC143C"/>
                </a:solidFill>
                <a:latin typeface="Segoe UI"/>
                <a:ea typeface="Calibri"/>
                <a:cs typeface="Segoe UI"/>
              </a:rPr>
              <a:t>✅ Expert group review</a:t>
            </a:r>
            <a:endParaRPr lang="en-US" sz="1200">
              <a:latin typeface="Segoe UI"/>
              <a:ea typeface="Calibri"/>
              <a:cs typeface="Segoe UI"/>
            </a:endParaRPr>
          </a:p>
          <a:p>
            <a:pPr>
              <a:spcAft>
                <a:spcPts val="200"/>
              </a:spcAft>
            </a:pPr>
            <a:r>
              <a:rPr lang="en-US" sz="1200">
                <a:solidFill>
                  <a:srgbClr val="DC143C"/>
                </a:solidFill>
                <a:latin typeface="Segoe UI"/>
                <a:ea typeface="Calibri"/>
                <a:cs typeface="Segoe UI"/>
              </a:rPr>
              <a:t>✅ CAB approval required</a:t>
            </a:r>
            <a:endParaRPr lang="en-US" sz="1200">
              <a:latin typeface="Segoe UI"/>
              <a:ea typeface="Calibri"/>
              <a:cs typeface="Segoe UI"/>
            </a:endParaRPr>
          </a:p>
          <a:p>
            <a:pPr>
              <a:spcAft>
                <a:spcPts val="200"/>
              </a:spcAft>
            </a:pPr>
            <a:r>
              <a:rPr lang="en-US" sz="1200">
                <a:solidFill>
                  <a:srgbClr val="DC143C"/>
                </a:solidFill>
                <a:latin typeface="Segoe UI"/>
                <a:ea typeface="Calibri"/>
                <a:cs typeface="Segoe UI"/>
              </a:rPr>
              <a:t>✅ Deployment control process</a:t>
            </a:r>
          </a:p>
          <a:p>
            <a:endParaRPr lang="en-US" sz="1200">
              <a:solidFill>
                <a:srgbClr val="DC143C"/>
              </a:solidFill>
              <a:latin typeface="Segoe UI"/>
              <a:ea typeface="Calibri"/>
              <a:cs typeface="Segoe UI"/>
            </a:endParaRPr>
          </a:p>
          <a:p>
            <a:pPr>
              <a:spcAft>
                <a:spcPts val="600"/>
              </a:spcAft>
            </a:pPr>
            <a:r>
              <a:rPr lang="en-US" sz="1600" b="1" baseline="0">
                <a:latin typeface="Segoe UI"/>
                <a:ea typeface="Segoe UI"/>
                <a:cs typeface="Segoe UI"/>
              </a:rPr>
              <a:t>Remaining Gaps</a:t>
            </a:r>
            <a:endParaRPr lang="en-US" sz="1600">
              <a:latin typeface="Segoe UI"/>
              <a:ea typeface="Segoe UI"/>
              <a:cs typeface="Segoe UI"/>
            </a:endParaRPr>
          </a:p>
          <a:p>
            <a:pPr rtl="0">
              <a:spcAft>
                <a:spcPts val="200"/>
              </a:spcAft>
            </a:pPr>
            <a:r>
              <a:rPr lang="en-US" sz="1200" baseline="0">
                <a:solidFill>
                  <a:srgbClr val="FF8C00"/>
                </a:solidFill>
                <a:latin typeface="Segoe UI"/>
                <a:ea typeface="Segoe UI"/>
                <a:cs typeface="Segoe UI"/>
              </a:rPr>
              <a:t>⚠️ Definition of Done incomplete (documentation updates not required)</a:t>
            </a:r>
            <a:r>
              <a:rPr lang="en-US" sz="1200">
                <a:latin typeface="Segoe UI"/>
                <a:ea typeface="Segoe UI"/>
                <a:cs typeface="Segoe UI"/>
              </a:rPr>
              <a:t>​</a:t>
            </a:r>
          </a:p>
          <a:p>
            <a:pPr rtl="0">
              <a:spcAft>
                <a:spcPts val="200"/>
              </a:spcAft>
            </a:pPr>
            <a:r>
              <a:rPr lang="en-US" sz="1200" baseline="0">
                <a:solidFill>
                  <a:srgbClr val="FF8C00"/>
                </a:solidFill>
                <a:latin typeface="Segoe UI"/>
                <a:ea typeface="Segoe UI"/>
                <a:cs typeface="Segoe UI"/>
              </a:rPr>
              <a:t>⚠️ No Architecture Decision Records (ADR)</a:t>
            </a:r>
            <a:r>
              <a:rPr lang="en-US" sz="1200">
                <a:latin typeface="Segoe UI"/>
                <a:ea typeface="Segoe UI"/>
                <a:cs typeface="Segoe UI"/>
              </a:rPr>
              <a:t>​</a:t>
            </a:r>
          </a:p>
          <a:p>
            <a:pPr rtl="0">
              <a:spcAft>
                <a:spcPts val="200"/>
              </a:spcAft>
            </a:pPr>
            <a:r>
              <a:rPr lang="en-US" sz="1200" baseline="0">
                <a:solidFill>
                  <a:srgbClr val="FF8C00"/>
                </a:solidFill>
                <a:latin typeface="Segoe UI"/>
                <a:ea typeface="Segoe UI"/>
                <a:cs typeface="Segoe UI"/>
              </a:rPr>
              <a:t>⚠️ Knowledge management processes undefined</a:t>
            </a:r>
            <a:r>
              <a:rPr lang="en-US" sz="1200">
                <a:latin typeface="Segoe UI"/>
                <a:ea typeface="Segoe UI"/>
                <a:cs typeface="Segoe UI"/>
              </a:rPr>
              <a:t>​</a:t>
            </a:r>
          </a:p>
          <a:p>
            <a:pPr rtl="0">
              <a:spcAft>
                <a:spcPts val="200"/>
              </a:spcAft>
            </a:pPr>
            <a:r>
              <a:rPr lang="en-US" sz="1200" baseline="0">
                <a:solidFill>
                  <a:srgbClr val="FF8C00"/>
                </a:solidFill>
                <a:latin typeface="Segoe UI"/>
                <a:ea typeface="Segoe UI"/>
                <a:cs typeface="Segoe UI"/>
              </a:rPr>
              <a:t>⚠️ Onboarding processes non-existent</a:t>
            </a:r>
          </a:p>
        </p:txBody>
      </p:sp>
    </p:spTree>
    <p:extLst>
      <p:ext uri="{BB962C8B-B14F-4D97-AF65-F5344CB8AC3E}">
        <p14:creationId xmlns:p14="http://schemas.microsoft.com/office/powerpoint/2010/main" val="1445075284"/>
      </p:ext>
    </p:extLst>
  </p:cSld>
  <p:clrMapOvr>
    <a:masterClrMapping/>
  </p:clrMapOvr>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31899-093B-87B5-84C2-D69659F67FE3}"/>
            </a:ext>
          </a:extLst>
        </p:cNvPr>
        <p:cNvGrpSpPr/>
        <p:nvPr/>
      </p:nvGrpSpPr>
      <p:grpSpPr>
        <a:xfrm>
          <a:off x="0" y="0"/>
          <a:ext cx="0" cy="0"/>
          <a:chOff x="0" y="0"/>
          <a:chExt cx="0" cy="0"/>
        </a:xfrm>
      </p:grpSpPr>
      <p:sp>
        <p:nvSpPr>
          <p:cNvPr id="5" name="TextBox 1">
            <a:extLst>
              <a:ext uri="{FF2B5EF4-FFF2-40B4-BE49-F238E27FC236}">
                <a16:creationId xmlns:a16="http://schemas.microsoft.com/office/drawing/2014/main" id="{317DEAB0-365F-E0CC-6245-1E17136E8D6B}"/>
              </a:ext>
            </a:extLst>
          </p:cNvPr>
          <p:cNvSpPr txBox="1"/>
          <p:nvPr/>
        </p:nvSpPr>
        <p:spPr>
          <a:xfrm>
            <a:off x="457200" y="274320"/>
            <a:ext cx="11296101" cy="707886"/>
          </a:xfrm>
          <a:prstGeom prst="rect">
            <a:avLst/>
          </a:prstGeom>
          <a:noFill/>
        </p:spPr>
        <p:txBody>
          <a:bodyPr wrap="square" lIns="91440" tIns="45720" rIns="91440" bIns="45720" anchor="t">
            <a:spAutoFit/>
          </a:bodyPr>
          <a:lstStyle/>
          <a:p>
            <a:pPr>
              <a:defRPr sz="4000" b="1">
                <a:solidFill>
                  <a:srgbClr val="003366"/>
                </a:solidFill>
              </a:defRPr>
            </a:pPr>
            <a:r>
              <a:rPr lang="en-US">
                <a:solidFill>
                  <a:srgbClr val="003366"/>
                </a:solidFill>
                <a:ea typeface="+mn-lt"/>
                <a:cs typeface="+mn-lt"/>
              </a:rPr>
              <a:t>Audit Access Challenge - 25% Audit Duration Lost</a:t>
            </a:r>
            <a:endParaRPr lang="fr-FR"/>
          </a:p>
        </p:txBody>
      </p:sp>
      <p:sp>
        <p:nvSpPr>
          <p:cNvPr id="8" name="Espace réservé du pied de page 2">
            <a:extLst>
              <a:ext uri="{FF2B5EF4-FFF2-40B4-BE49-F238E27FC236}">
                <a16:creationId xmlns:a16="http://schemas.microsoft.com/office/drawing/2014/main" id="{7858EEDA-3873-2719-D7FD-ED7B035AD075}"/>
              </a:ext>
            </a:extLst>
          </p:cNvPr>
          <p:cNvSpPr>
            <a:spLocks noGrp="1"/>
          </p:cNvSpPr>
          <p:nvPr>
            <p:ph type="ftr" sz="quarter" idx="11"/>
          </p:nvPr>
        </p:nvSpPr>
        <p:spPr>
          <a:xfrm>
            <a:off x="-593" y="6444952"/>
            <a:ext cx="12193181" cy="412389"/>
          </a:xfrm>
          <a:solidFill>
            <a:srgbClr val="F8F9FB"/>
          </a:solidFill>
          <a:ln>
            <a:solidFill>
              <a:srgbClr val="E1E4E8"/>
            </a:solidFill>
          </a:ln>
        </p:spPr>
        <p:txBody>
          <a:bodyPr/>
          <a:lstStyle/>
          <a:p>
            <a:pPr algn="l"/>
            <a:r>
              <a:rPr lang="fr-FR" sz="1100">
                <a:solidFill>
                  <a:srgbClr val="6B7C93"/>
                </a:solidFill>
                <a:latin typeface="Segoe UI"/>
                <a:ea typeface="+mn-lt"/>
                <a:cs typeface="Segoe UI"/>
              </a:rPr>
              <a:t>  ISWC System Audit – </a:t>
            </a:r>
            <a:r>
              <a:rPr lang="fr-FR" sz="1100" err="1">
                <a:solidFill>
                  <a:srgbClr val="6B7C93"/>
                </a:solidFill>
                <a:latin typeface="Segoe UI"/>
                <a:ea typeface="+mn-lt"/>
                <a:cs typeface="Segoe UI"/>
              </a:rPr>
              <a:t>Findings</a:t>
            </a:r>
            <a:r>
              <a:rPr lang="fr-FR" sz="1100">
                <a:solidFill>
                  <a:srgbClr val="6B7C93"/>
                </a:solidFill>
                <a:latin typeface="Segoe UI"/>
                <a:ea typeface="+mn-lt"/>
                <a:cs typeface="Segoe UI"/>
              </a:rPr>
              <a:t> &amp; Strategic </a:t>
            </a:r>
            <a:r>
              <a:rPr lang="fr-FR" sz="1100" err="1">
                <a:solidFill>
                  <a:srgbClr val="6B7C93"/>
                </a:solidFill>
                <a:latin typeface="Segoe UI"/>
                <a:ea typeface="+mn-lt"/>
                <a:cs typeface="Segoe UI"/>
              </a:rPr>
              <a:t>Recommendations</a:t>
            </a:r>
            <a:r>
              <a:rPr lang="fr-FR" sz="1100">
                <a:solidFill>
                  <a:srgbClr val="6B7C93"/>
                </a:solidFill>
                <a:latin typeface="Segoe UI"/>
                <a:ea typeface="+mn-lt"/>
                <a:cs typeface="Segoe UI"/>
              </a:rPr>
              <a:t> • </a:t>
            </a:r>
            <a:r>
              <a:rPr lang="fr-FR" sz="1100" err="1">
                <a:solidFill>
                  <a:srgbClr val="6B7C93"/>
                </a:solidFill>
                <a:latin typeface="Segoe UI"/>
                <a:ea typeface="+mn-lt"/>
                <a:cs typeface="Segoe UI"/>
              </a:rPr>
              <a:t>November</a:t>
            </a:r>
            <a:r>
              <a:rPr lang="fr-FR" sz="1100">
                <a:solidFill>
                  <a:srgbClr val="6B7C93"/>
                </a:solidFill>
                <a:latin typeface="Segoe UI"/>
                <a:ea typeface="+mn-lt"/>
                <a:cs typeface="Segoe UI"/>
              </a:rPr>
              <a:t> 24, 2025</a:t>
            </a:r>
            <a:endParaRPr lang="fr-FR" sz="1100">
              <a:latin typeface="Segoe UI"/>
              <a:cs typeface="Segoe UI"/>
            </a:endParaRPr>
          </a:p>
        </p:txBody>
      </p:sp>
      <p:sp>
        <p:nvSpPr>
          <p:cNvPr id="10" name="Espace réservé du numéro de diapositive 6">
            <a:extLst>
              <a:ext uri="{FF2B5EF4-FFF2-40B4-BE49-F238E27FC236}">
                <a16:creationId xmlns:a16="http://schemas.microsoft.com/office/drawing/2014/main" id="{25A55287-E430-6930-DE3E-C9A49512DE98}"/>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dirty="0" smtClean="0">
                <a:solidFill>
                  <a:srgbClr val="1E3A5F"/>
                </a:solidFill>
                <a:latin typeface="Segoe UI"/>
                <a:cs typeface="Segoe UI"/>
              </a:rPr>
              <a:pPr algn="ctr"/>
              <a:t>21</a:t>
            </a:fld>
            <a:endParaRPr lang="fr-FR">
              <a:solidFill>
                <a:srgbClr val="1E3A5F"/>
              </a:solidFill>
              <a:latin typeface="Segoe UI"/>
              <a:ea typeface="Calibri"/>
              <a:cs typeface="Segoe UI"/>
            </a:endParaRPr>
          </a:p>
        </p:txBody>
      </p:sp>
      <p:sp>
        <p:nvSpPr>
          <p:cNvPr id="4" name="ZoneTexte 3">
            <a:extLst>
              <a:ext uri="{FF2B5EF4-FFF2-40B4-BE49-F238E27FC236}">
                <a16:creationId xmlns:a16="http://schemas.microsoft.com/office/drawing/2014/main" id="{AF73ACB6-10B0-D60A-C40C-3298C4B72F89}"/>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fr-FR" sz="1200" b="1">
                <a:solidFill>
                  <a:srgbClr val="1E3A5F"/>
                </a:solidFill>
                <a:latin typeface="Segoe UI"/>
                <a:ea typeface="Calibri"/>
                <a:cs typeface="Segoe UI"/>
              </a:rPr>
              <a:t>———  PART 4 — </a:t>
            </a:r>
            <a:r>
              <a:rPr lang="fr-FR" sz="1200" b="1" err="1">
                <a:solidFill>
                  <a:srgbClr val="1E3A5F"/>
                </a:solidFill>
                <a:latin typeface="Segoe UI"/>
                <a:ea typeface="Calibri"/>
                <a:cs typeface="Segoe UI"/>
              </a:rPr>
              <a:t>Governance</a:t>
            </a:r>
            <a:r>
              <a:rPr lang="fr-FR" sz="1200" b="1">
                <a:solidFill>
                  <a:srgbClr val="1E3A5F"/>
                </a:solidFill>
                <a:latin typeface="Segoe UI"/>
                <a:ea typeface="Calibri"/>
                <a:cs typeface="Segoe UI"/>
              </a:rPr>
              <a:t> </a:t>
            </a:r>
            <a:r>
              <a:rPr lang="fr-FR" sz="1200" b="1" err="1">
                <a:solidFill>
                  <a:srgbClr val="1E3A5F"/>
                </a:solidFill>
                <a:latin typeface="Segoe UI"/>
                <a:ea typeface="Calibri"/>
                <a:cs typeface="Segoe UI"/>
              </a:rPr>
              <a:t>findings</a:t>
            </a:r>
            <a:endParaRPr lang="fr-FR" sz="1200" b="1">
              <a:solidFill>
                <a:srgbClr val="1E3A5F"/>
              </a:solidFill>
              <a:latin typeface="Segoe UI"/>
              <a:ea typeface="Calibri"/>
              <a:cs typeface="Segoe UI"/>
            </a:endParaRPr>
          </a:p>
        </p:txBody>
      </p:sp>
      <p:cxnSp>
        <p:nvCxnSpPr>
          <p:cNvPr id="9" name="Connecteur droit avec flèche 8">
            <a:extLst>
              <a:ext uri="{FF2B5EF4-FFF2-40B4-BE49-F238E27FC236}">
                <a16:creationId xmlns:a16="http://schemas.microsoft.com/office/drawing/2014/main" id="{592B9B21-F93A-0F92-8F7C-EBF8B965D9DF}"/>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sp>
        <p:nvSpPr>
          <p:cNvPr id="3" name="ZoneTexte 2">
            <a:extLst>
              <a:ext uri="{FF2B5EF4-FFF2-40B4-BE49-F238E27FC236}">
                <a16:creationId xmlns:a16="http://schemas.microsoft.com/office/drawing/2014/main" id="{91138D0E-72C8-3D2B-BF0B-25D063F83390}"/>
              </a:ext>
            </a:extLst>
          </p:cNvPr>
          <p:cNvSpPr txBox="1"/>
          <p:nvPr/>
        </p:nvSpPr>
        <p:spPr>
          <a:xfrm>
            <a:off x="4923918" y="4472893"/>
            <a:ext cx="6828385" cy="195438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Segoe UI"/>
                <a:ea typeface="Calibri"/>
                <a:cs typeface="Segoe UI"/>
              </a:rPr>
              <a:t>Access Outcome:</a:t>
            </a:r>
            <a:endParaRPr lang="en-US">
              <a:latin typeface="Segoe UI"/>
              <a:ea typeface="Calibri"/>
              <a:cs typeface="Segoe UI"/>
            </a:endParaRPr>
          </a:p>
          <a:p>
            <a:endParaRPr lang="en-US" b="1">
              <a:solidFill>
                <a:srgbClr val="000000"/>
              </a:solidFill>
              <a:latin typeface="Segoe UI"/>
              <a:ea typeface="Calibri"/>
              <a:cs typeface="Segoe UI"/>
            </a:endParaRPr>
          </a:p>
          <a:p>
            <a:pPr>
              <a:spcAft>
                <a:spcPts val="200"/>
              </a:spcAft>
            </a:pPr>
            <a:r>
              <a:rPr lang="en-US" sz="1600">
                <a:solidFill>
                  <a:srgbClr val="228B22"/>
                </a:solidFill>
                <a:latin typeface="Segoe UI"/>
                <a:ea typeface="Calibri"/>
                <a:cs typeface="Segoe UI"/>
              </a:rPr>
              <a:t>✅ GRANTED: ISWC application source code (.NET 3.1 and .NET8)</a:t>
            </a:r>
            <a:endParaRPr lang="en-US" sz="1600">
              <a:latin typeface="Segoe UI"/>
              <a:ea typeface="Calibri"/>
              <a:cs typeface="Segoe UI"/>
            </a:endParaRPr>
          </a:p>
          <a:p>
            <a:pPr>
              <a:spcAft>
                <a:spcPts val="200"/>
              </a:spcAft>
            </a:pPr>
            <a:r>
              <a:rPr lang="en-US" sz="1600">
                <a:solidFill>
                  <a:srgbClr val="DC143C"/>
                </a:solidFill>
                <a:latin typeface="Segoe UI"/>
                <a:ea typeface="Calibri"/>
                <a:cs typeface="Segoe UI"/>
              </a:rPr>
              <a:t>🔴 BLOCKED: Matching Engine source code (only on contract termination)</a:t>
            </a:r>
            <a:endParaRPr lang="en-US" sz="1600">
              <a:latin typeface="Segoe UI"/>
              <a:ea typeface="Calibri"/>
              <a:cs typeface="Segoe UI"/>
            </a:endParaRPr>
          </a:p>
          <a:p>
            <a:pPr>
              <a:spcAft>
                <a:spcPts val="200"/>
              </a:spcAft>
            </a:pPr>
            <a:r>
              <a:rPr lang="en-US" sz="1600">
                <a:latin typeface="Segoe UI"/>
                <a:ea typeface="Calibri"/>
                <a:cs typeface="Segoe UI"/>
              </a:rPr>
              <a:t>🟡 PENDING: Git commit history (compliance review ongoing)</a:t>
            </a:r>
          </a:p>
          <a:p>
            <a:pPr>
              <a:spcAft>
                <a:spcPts val="200"/>
              </a:spcAft>
            </a:pPr>
            <a:r>
              <a:rPr lang="en-US" sz="1600">
                <a:solidFill>
                  <a:srgbClr val="DC143C"/>
                </a:solidFill>
                <a:latin typeface="Segoe UI"/>
                <a:ea typeface="Calibri"/>
                <a:cs typeface="Segoe UI"/>
              </a:rPr>
              <a:t>🔴 EXCLUDED: </a:t>
            </a:r>
            <a:r>
              <a:rPr lang="en-US" sz="1600" err="1">
                <a:solidFill>
                  <a:srgbClr val="DC143C"/>
                </a:solidFill>
                <a:latin typeface="Segoe UI"/>
                <a:ea typeface="Calibri"/>
                <a:cs typeface="Segoe UI"/>
              </a:rPr>
              <a:t>IaC</a:t>
            </a:r>
            <a:r>
              <a:rPr lang="en-US" sz="1600">
                <a:solidFill>
                  <a:srgbClr val="DC143C"/>
                </a:solidFill>
                <a:latin typeface="Segoe UI"/>
                <a:ea typeface="Calibri"/>
                <a:cs typeface="Segoe UI"/>
              </a:rPr>
              <a:t> and CI/CD pipeline definitions (</a:t>
            </a:r>
            <a:r>
              <a:rPr lang="en-US" sz="1600" err="1">
                <a:solidFill>
                  <a:srgbClr val="DC143C"/>
                </a:solidFill>
                <a:latin typeface="Segoe UI"/>
                <a:ea typeface="Calibri"/>
                <a:cs typeface="Segoe UI"/>
              </a:rPr>
              <a:t>proprietarySmart</a:t>
            </a:r>
            <a:r>
              <a:rPr lang="en-US" sz="1600">
                <a:solidFill>
                  <a:srgbClr val="DC143C"/>
                </a:solidFill>
                <a:latin typeface="Segoe UI"/>
                <a:ea typeface="Calibri"/>
                <a:cs typeface="Segoe UI"/>
              </a:rPr>
              <a:t> AIM)</a:t>
            </a:r>
            <a:endParaRPr lang="fr-FR">
              <a:latin typeface="Segoe UI"/>
              <a:cs typeface="Segoe UI"/>
            </a:endParaRPr>
          </a:p>
        </p:txBody>
      </p:sp>
      <p:pic>
        <p:nvPicPr>
          <p:cNvPr id="7" name="Image 6" descr="Une image contenant texte, capture d’écran, Police, nombre&#10;&#10;Le contenu généré par l’IA peut être incorrect.">
            <a:extLst>
              <a:ext uri="{FF2B5EF4-FFF2-40B4-BE49-F238E27FC236}">
                <a16:creationId xmlns:a16="http://schemas.microsoft.com/office/drawing/2014/main" id="{11E0390F-7B63-F62D-6D3C-7B8AF1ACC233}"/>
              </a:ext>
            </a:extLst>
          </p:cNvPr>
          <p:cNvPicPr>
            <a:picLocks noChangeAspect="1"/>
          </p:cNvPicPr>
          <p:nvPr/>
        </p:nvPicPr>
        <p:blipFill>
          <a:blip r:embed="rId2"/>
          <a:stretch>
            <a:fillRect/>
          </a:stretch>
        </p:blipFill>
        <p:spPr>
          <a:xfrm>
            <a:off x="1836290" y="898495"/>
            <a:ext cx="8544733" cy="3560736"/>
          </a:xfrm>
          <a:prstGeom prst="rect">
            <a:avLst/>
          </a:prstGeom>
          <a:ln>
            <a:noFill/>
          </a:ln>
        </p:spPr>
      </p:pic>
    </p:spTree>
    <p:extLst>
      <p:ext uri="{BB962C8B-B14F-4D97-AF65-F5344CB8AC3E}">
        <p14:creationId xmlns:p14="http://schemas.microsoft.com/office/powerpoint/2010/main" val="34993252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57726-D692-5A22-69B8-488B44246520}"/>
            </a:ext>
          </a:extLst>
        </p:cNvPr>
        <p:cNvGrpSpPr/>
        <p:nvPr/>
      </p:nvGrpSpPr>
      <p:grpSpPr>
        <a:xfrm>
          <a:off x="0" y="0"/>
          <a:ext cx="0" cy="0"/>
          <a:chOff x="0" y="0"/>
          <a:chExt cx="0" cy="0"/>
        </a:xfrm>
      </p:grpSpPr>
      <p:sp>
        <p:nvSpPr>
          <p:cNvPr id="5" name="TextBox 1">
            <a:extLst>
              <a:ext uri="{FF2B5EF4-FFF2-40B4-BE49-F238E27FC236}">
                <a16:creationId xmlns:a16="http://schemas.microsoft.com/office/drawing/2014/main" id="{6C669ACB-BB26-8607-9A82-43CFAE556544}"/>
              </a:ext>
            </a:extLst>
          </p:cNvPr>
          <p:cNvSpPr txBox="1"/>
          <p:nvPr/>
        </p:nvSpPr>
        <p:spPr>
          <a:xfrm>
            <a:off x="457200" y="274320"/>
            <a:ext cx="11296101" cy="707886"/>
          </a:xfrm>
          <a:prstGeom prst="rect">
            <a:avLst/>
          </a:prstGeom>
          <a:noFill/>
        </p:spPr>
        <p:txBody>
          <a:bodyPr wrap="square" lIns="91440" tIns="45720" rIns="91440" bIns="45720" anchor="t">
            <a:spAutoFit/>
          </a:bodyPr>
          <a:lstStyle/>
          <a:p>
            <a:pPr>
              <a:defRPr sz="4000" b="1">
                <a:solidFill>
                  <a:srgbClr val="003366"/>
                </a:solidFill>
              </a:defRPr>
            </a:pPr>
            <a:r>
              <a:rPr lang="en-US" sz="4000">
                <a:solidFill>
                  <a:srgbClr val="003366"/>
                </a:solidFill>
                <a:ea typeface="+mn-lt"/>
                <a:cs typeface="+mn-lt"/>
              </a:rPr>
              <a:t>Documentation Drift – Specs from 2019</a:t>
            </a:r>
            <a:endParaRPr lang="fr-FR"/>
          </a:p>
        </p:txBody>
      </p:sp>
      <p:sp>
        <p:nvSpPr>
          <p:cNvPr id="8" name="Espace réservé du pied de page 2">
            <a:extLst>
              <a:ext uri="{FF2B5EF4-FFF2-40B4-BE49-F238E27FC236}">
                <a16:creationId xmlns:a16="http://schemas.microsoft.com/office/drawing/2014/main" id="{4FE77B91-73B2-9AF7-8F0F-1B56DCAA5BE4}"/>
              </a:ext>
            </a:extLst>
          </p:cNvPr>
          <p:cNvSpPr>
            <a:spLocks noGrp="1"/>
          </p:cNvSpPr>
          <p:nvPr>
            <p:ph type="ftr" sz="quarter" idx="11"/>
          </p:nvPr>
        </p:nvSpPr>
        <p:spPr>
          <a:xfrm>
            <a:off x="-593" y="6444952"/>
            <a:ext cx="12193181" cy="412389"/>
          </a:xfrm>
          <a:solidFill>
            <a:srgbClr val="F8F9FB"/>
          </a:solidFill>
          <a:ln>
            <a:solidFill>
              <a:srgbClr val="E1E4E8"/>
            </a:solidFill>
          </a:ln>
        </p:spPr>
        <p:txBody>
          <a:bodyPr/>
          <a:lstStyle/>
          <a:p>
            <a:pPr algn="l"/>
            <a:r>
              <a:rPr lang="fr-FR" sz="1100">
                <a:solidFill>
                  <a:srgbClr val="6B7C93"/>
                </a:solidFill>
                <a:latin typeface="Segoe UI"/>
                <a:ea typeface="+mn-lt"/>
                <a:cs typeface="Segoe UI"/>
              </a:rPr>
              <a:t>  ISWC System Audit – </a:t>
            </a:r>
            <a:r>
              <a:rPr lang="fr-FR" sz="1100" err="1">
                <a:solidFill>
                  <a:srgbClr val="6B7C93"/>
                </a:solidFill>
                <a:latin typeface="Segoe UI"/>
                <a:ea typeface="+mn-lt"/>
                <a:cs typeface="Segoe UI"/>
              </a:rPr>
              <a:t>Findings</a:t>
            </a:r>
            <a:r>
              <a:rPr lang="fr-FR" sz="1100">
                <a:solidFill>
                  <a:srgbClr val="6B7C93"/>
                </a:solidFill>
                <a:latin typeface="Segoe UI"/>
                <a:ea typeface="+mn-lt"/>
                <a:cs typeface="Segoe UI"/>
              </a:rPr>
              <a:t> &amp; Strategic </a:t>
            </a:r>
            <a:r>
              <a:rPr lang="fr-FR" sz="1100" err="1">
                <a:solidFill>
                  <a:srgbClr val="6B7C93"/>
                </a:solidFill>
                <a:latin typeface="Segoe UI"/>
                <a:ea typeface="+mn-lt"/>
                <a:cs typeface="Segoe UI"/>
              </a:rPr>
              <a:t>Recommendations</a:t>
            </a:r>
            <a:r>
              <a:rPr lang="fr-FR" sz="1100">
                <a:solidFill>
                  <a:srgbClr val="6B7C93"/>
                </a:solidFill>
                <a:latin typeface="Segoe UI"/>
                <a:ea typeface="+mn-lt"/>
                <a:cs typeface="Segoe UI"/>
              </a:rPr>
              <a:t> • </a:t>
            </a:r>
            <a:r>
              <a:rPr lang="fr-FR" sz="1100" err="1">
                <a:solidFill>
                  <a:srgbClr val="6B7C93"/>
                </a:solidFill>
                <a:latin typeface="Segoe UI"/>
                <a:ea typeface="+mn-lt"/>
                <a:cs typeface="Segoe UI"/>
              </a:rPr>
              <a:t>November</a:t>
            </a:r>
            <a:r>
              <a:rPr lang="fr-FR" sz="1100">
                <a:solidFill>
                  <a:srgbClr val="6B7C93"/>
                </a:solidFill>
                <a:latin typeface="Segoe UI"/>
                <a:ea typeface="+mn-lt"/>
                <a:cs typeface="Segoe UI"/>
              </a:rPr>
              <a:t> 24, 2025</a:t>
            </a:r>
            <a:endParaRPr lang="fr-FR" sz="1100">
              <a:latin typeface="Segoe UI"/>
              <a:cs typeface="Segoe UI"/>
            </a:endParaRPr>
          </a:p>
        </p:txBody>
      </p:sp>
      <p:sp>
        <p:nvSpPr>
          <p:cNvPr id="10" name="Espace réservé du numéro de diapositive 6">
            <a:extLst>
              <a:ext uri="{FF2B5EF4-FFF2-40B4-BE49-F238E27FC236}">
                <a16:creationId xmlns:a16="http://schemas.microsoft.com/office/drawing/2014/main" id="{FF30A7C9-5A62-7FA7-6F77-B3605AD0A405}"/>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dirty="0" smtClean="0">
                <a:solidFill>
                  <a:srgbClr val="1E3A5F"/>
                </a:solidFill>
                <a:latin typeface="Segoe UI"/>
                <a:cs typeface="Segoe UI"/>
              </a:rPr>
              <a:pPr algn="ctr"/>
              <a:t>22</a:t>
            </a:fld>
            <a:endParaRPr lang="fr-FR">
              <a:solidFill>
                <a:srgbClr val="1E3A5F"/>
              </a:solidFill>
              <a:latin typeface="Segoe UI"/>
              <a:ea typeface="Calibri"/>
              <a:cs typeface="Segoe UI"/>
            </a:endParaRPr>
          </a:p>
        </p:txBody>
      </p:sp>
      <p:sp>
        <p:nvSpPr>
          <p:cNvPr id="4" name="ZoneTexte 3">
            <a:extLst>
              <a:ext uri="{FF2B5EF4-FFF2-40B4-BE49-F238E27FC236}">
                <a16:creationId xmlns:a16="http://schemas.microsoft.com/office/drawing/2014/main" id="{0B57123B-444D-BDD4-81C1-A0DF70E9A8FA}"/>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fr-FR" sz="1200" b="1">
                <a:solidFill>
                  <a:srgbClr val="1E3A5F"/>
                </a:solidFill>
                <a:latin typeface="Segoe UI"/>
                <a:ea typeface="Calibri"/>
                <a:cs typeface="Segoe UI"/>
              </a:rPr>
              <a:t>———  PART 4 — </a:t>
            </a:r>
            <a:r>
              <a:rPr lang="fr-FR" sz="1200" b="1" err="1">
                <a:solidFill>
                  <a:srgbClr val="1E3A5F"/>
                </a:solidFill>
                <a:latin typeface="Segoe UI"/>
                <a:ea typeface="Calibri"/>
                <a:cs typeface="Segoe UI"/>
              </a:rPr>
              <a:t>Governance</a:t>
            </a:r>
            <a:r>
              <a:rPr lang="fr-FR" sz="1200" b="1">
                <a:solidFill>
                  <a:srgbClr val="1E3A5F"/>
                </a:solidFill>
                <a:latin typeface="Segoe UI"/>
                <a:ea typeface="Calibri"/>
                <a:cs typeface="Segoe UI"/>
              </a:rPr>
              <a:t> </a:t>
            </a:r>
            <a:r>
              <a:rPr lang="fr-FR" sz="1200" b="1" err="1">
                <a:solidFill>
                  <a:srgbClr val="1E3A5F"/>
                </a:solidFill>
                <a:latin typeface="Segoe UI"/>
                <a:ea typeface="Calibri"/>
                <a:cs typeface="Segoe UI"/>
              </a:rPr>
              <a:t>findings</a:t>
            </a:r>
          </a:p>
        </p:txBody>
      </p:sp>
      <p:cxnSp>
        <p:nvCxnSpPr>
          <p:cNvPr id="9" name="Connecteur droit avec flèche 8">
            <a:extLst>
              <a:ext uri="{FF2B5EF4-FFF2-40B4-BE49-F238E27FC236}">
                <a16:creationId xmlns:a16="http://schemas.microsoft.com/office/drawing/2014/main" id="{03D15811-23BE-FC76-E8A1-56137053B7B9}"/>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sp>
        <p:nvSpPr>
          <p:cNvPr id="3" name="ZoneTexte 2">
            <a:extLst>
              <a:ext uri="{FF2B5EF4-FFF2-40B4-BE49-F238E27FC236}">
                <a16:creationId xmlns:a16="http://schemas.microsoft.com/office/drawing/2014/main" id="{33C76965-1BBC-1822-4BB4-918CC6448348}"/>
              </a:ext>
            </a:extLst>
          </p:cNvPr>
          <p:cNvSpPr txBox="1"/>
          <p:nvPr/>
        </p:nvSpPr>
        <p:spPr>
          <a:xfrm>
            <a:off x="464680" y="1113918"/>
            <a:ext cx="11291014" cy="954107"/>
          </a:xfrm>
          <a:prstGeom prst="rect">
            <a:avLst/>
          </a:prstGeom>
          <a:noFill/>
          <a:ln>
            <a:solidFill>
              <a:srgbClr val="0070C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Segoe UI"/>
                <a:ea typeface="Calibri"/>
                <a:cs typeface="Segoe UI"/>
              </a:rPr>
              <a:t>CISAC Experience</a:t>
            </a:r>
            <a:endParaRPr lang="fr-FR">
              <a:latin typeface="Calibri"/>
              <a:ea typeface="Calibri"/>
              <a:cs typeface="Calibri"/>
            </a:endParaRPr>
          </a:p>
          <a:p>
            <a:pPr>
              <a:spcAft>
                <a:spcPts val="1200"/>
              </a:spcAft>
            </a:pPr>
            <a:r>
              <a:rPr lang="en-US" sz="1400">
                <a:latin typeface="Segoe UI"/>
                <a:ea typeface="Calibri"/>
                <a:cs typeface="Segoe UI"/>
              </a:rPr>
              <a:t>"Documentation is not available when we want it, when we ask for it.</a:t>
            </a:r>
            <a:endParaRPr lang="fr-FR">
              <a:ea typeface="Calibri"/>
              <a:cs typeface="Calibri"/>
            </a:endParaRPr>
          </a:p>
          <a:p>
            <a:r>
              <a:rPr lang="en-US" b="1">
                <a:latin typeface="Segoe UI"/>
                <a:ea typeface="Calibri"/>
                <a:cs typeface="Segoe UI"/>
              </a:rPr>
              <a:t>We have to go back behind the supplier to be able to classify our </a:t>
            </a:r>
            <a:r>
              <a:rPr lang="en-US" sz="1400">
                <a:latin typeface="Segoe UI"/>
                <a:ea typeface="Calibri"/>
                <a:cs typeface="Segoe UI"/>
              </a:rPr>
              <a:t>documentation because it's all confusing."</a:t>
            </a:r>
            <a:endParaRPr lang="fr-FR">
              <a:latin typeface="Segoe UI"/>
              <a:ea typeface="Calibri"/>
              <a:cs typeface="Segoe UI"/>
            </a:endParaRPr>
          </a:p>
        </p:txBody>
      </p:sp>
      <p:sp>
        <p:nvSpPr>
          <p:cNvPr id="7" name="ZoneTexte 6">
            <a:extLst>
              <a:ext uri="{FF2B5EF4-FFF2-40B4-BE49-F238E27FC236}">
                <a16:creationId xmlns:a16="http://schemas.microsoft.com/office/drawing/2014/main" id="{46B8F6A7-AABC-268C-08A0-B815828A30EB}"/>
              </a:ext>
            </a:extLst>
          </p:cNvPr>
          <p:cNvSpPr txBox="1"/>
          <p:nvPr/>
        </p:nvSpPr>
        <p:spPr>
          <a:xfrm>
            <a:off x="453947" y="2308851"/>
            <a:ext cx="11291014" cy="1354217"/>
          </a:xfrm>
          <a:prstGeom prst="rect">
            <a:avLst/>
          </a:prstGeom>
          <a:noFill/>
          <a:ln>
            <a:solidFill>
              <a:srgbClr val="0070C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Segoe UI"/>
                <a:ea typeface="Calibri"/>
                <a:cs typeface="Segoe UI"/>
              </a:rPr>
              <a:t>Our Assessment (Oct 30):</a:t>
            </a:r>
            <a:endParaRPr lang="en-US">
              <a:latin typeface="Segoe UI"/>
              <a:ea typeface="Calibri"/>
              <a:cs typeface="Segoe UI"/>
            </a:endParaRPr>
          </a:p>
          <a:p>
            <a:r>
              <a:rPr lang="en-US" sz="1600">
                <a:solidFill>
                  <a:srgbClr val="228B22"/>
                </a:solidFill>
                <a:latin typeface="Segoe UI"/>
                <a:ea typeface="Calibri"/>
                <a:cs typeface="Segoe UI"/>
              </a:rPr>
              <a:t>✅ Documentation extensive (100+ pages of specifications)</a:t>
            </a:r>
            <a:endParaRPr lang="en-US" sz="1600">
              <a:latin typeface="Segoe UI"/>
              <a:ea typeface="Calibri"/>
              <a:cs typeface="Segoe UI"/>
            </a:endParaRPr>
          </a:p>
          <a:p>
            <a:r>
              <a:rPr lang="en-US" sz="1600">
                <a:solidFill>
                  <a:srgbClr val="FF8C00"/>
                </a:solidFill>
                <a:latin typeface="Segoe UI"/>
                <a:ea typeface="Calibri"/>
                <a:cs typeface="Segoe UI"/>
              </a:rPr>
              <a:t>⚠️ Disorganized and difficult to navigate</a:t>
            </a:r>
            <a:endParaRPr lang="en-US" sz="1600">
              <a:latin typeface="Segoe UI"/>
              <a:ea typeface="Calibri"/>
              <a:cs typeface="Segoe UI"/>
            </a:endParaRPr>
          </a:p>
          <a:p>
            <a:r>
              <a:rPr lang="en-US" sz="1600">
                <a:solidFill>
                  <a:srgbClr val="FF8C00"/>
                </a:solidFill>
                <a:latin typeface="Segoe UI"/>
                <a:ea typeface="Calibri"/>
                <a:cs typeface="Segoe UI"/>
              </a:rPr>
              <a:t>⚠️ Currency unclear (last modified 2019-2020)</a:t>
            </a:r>
            <a:endParaRPr lang="en-US" sz="1600">
              <a:latin typeface="Segoe UI"/>
              <a:ea typeface="Calibri"/>
              <a:cs typeface="Segoe UI"/>
            </a:endParaRPr>
          </a:p>
          <a:p>
            <a:r>
              <a:rPr lang="en-US" sz="1600">
                <a:solidFill>
                  <a:srgbClr val="228B22"/>
                </a:solidFill>
                <a:latin typeface="Segoe UI"/>
                <a:ea typeface="Calibri"/>
                <a:cs typeface="Segoe UI"/>
              </a:rPr>
              <a:t>✅ LLM-assisted reconciliation: Minimal drift vs .NET 3.1 code</a:t>
            </a:r>
            <a:endParaRPr lang="fr-FR">
              <a:latin typeface="Segoe UI"/>
              <a:cs typeface="Segoe UI"/>
            </a:endParaRPr>
          </a:p>
        </p:txBody>
      </p:sp>
      <p:sp>
        <p:nvSpPr>
          <p:cNvPr id="12" name="ZoneTexte 11">
            <a:extLst>
              <a:ext uri="{FF2B5EF4-FFF2-40B4-BE49-F238E27FC236}">
                <a16:creationId xmlns:a16="http://schemas.microsoft.com/office/drawing/2014/main" id="{94A6BBC3-F0CD-F136-6110-A007747F34A1}"/>
              </a:ext>
            </a:extLst>
          </p:cNvPr>
          <p:cNvSpPr txBox="1"/>
          <p:nvPr/>
        </p:nvSpPr>
        <p:spPr>
          <a:xfrm>
            <a:off x="2296649" y="4262254"/>
            <a:ext cx="3215899" cy="1944122"/>
          </a:xfrm>
          <a:prstGeom prst="rect">
            <a:avLst/>
          </a:prstGeom>
          <a:solidFill>
            <a:schemeClr val="bg1"/>
          </a:solidFill>
          <a:ln>
            <a:solidFill>
              <a:srgbClr val="0070C0"/>
            </a:solidFill>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Segoe UI"/>
                <a:ea typeface="Calibri"/>
                <a:cs typeface="Segoe UI"/>
              </a:rPr>
              <a:t>Current DoD</a:t>
            </a:r>
          </a:p>
          <a:p>
            <a:pPr>
              <a:spcAft>
                <a:spcPts val="200"/>
              </a:spcAft>
            </a:pPr>
            <a:r>
              <a:rPr lang="en-US" sz="1400">
                <a:latin typeface="Segoe UI"/>
                <a:ea typeface="Calibri"/>
                <a:cs typeface="Segoe UI"/>
              </a:rPr>
              <a:t>       </a:t>
            </a:r>
            <a:br>
              <a:rPr lang="en-US" sz="1400">
                <a:latin typeface="Segoe UI"/>
                <a:ea typeface="Calibri"/>
                <a:cs typeface="Segoe UI"/>
              </a:rPr>
            </a:br>
            <a:r>
              <a:rPr lang="en-US" sz="1400">
                <a:latin typeface="Segoe UI"/>
                <a:ea typeface="Calibri"/>
                <a:cs typeface="Segoe UI"/>
              </a:rPr>
              <a:t>✓ Feature implemented              </a:t>
            </a:r>
            <a:endParaRPr lang="en-US">
              <a:latin typeface="Segoe UI"/>
              <a:cs typeface="Segoe UI"/>
            </a:endParaRPr>
          </a:p>
          <a:p>
            <a:pPr>
              <a:spcAft>
                <a:spcPts val="200"/>
              </a:spcAft>
            </a:pPr>
            <a:r>
              <a:rPr lang="en-US" sz="1400">
                <a:latin typeface="Segoe UI"/>
                <a:ea typeface="Calibri"/>
                <a:cs typeface="Segoe UI"/>
              </a:rPr>
              <a:t>✓ Tests pass                     </a:t>
            </a:r>
            <a:endParaRPr lang="en-US">
              <a:latin typeface="Segoe UI"/>
              <a:ea typeface="Calibri"/>
              <a:cs typeface="Segoe UI"/>
            </a:endParaRPr>
          </a:p>
          <a:p>
            <a:pPr>
              <a:spcAft>
                <a:spcPts val="200"/>
              </a:spcAft>
            </a:pPr>
            <a:r>
              <a:rPr lang="en-US" sz="1400">
                <a:latin typeface="Segoe UI"/>
                <a:ea typeface="Calibri"/>
                <a:cs typeface="Segoe UI"/>
              </a:rPr>
              <a:t>❌ Technical docs updated         </a:t>
            </a:r>
            <a:endParaRPr lang="en-US">
              <a:latin typeface="Segoe UI"/>
              <a:ea typeface="Calibri"/>
              <a:cs typeface="Segoe UI"/>
            </a:endParaRPr>
          </a:p>
          <a:p>
            <a:pPr>
              <a:spcAft>
                <a:spcPts val="200"/>
              </a:spcAft>
            </a:pPr>
            <a:r>
              <a:rPr lang="en-US" sz="1400">
                <a:latin typeface="Segoe UI"/>
                <a:ea typeface="Calibri"/>
                <a:cs typeface="Segoe UI"/>
              </a:rPr>
              <a:t>❌ Functional specs updated      </a:t>
            </a:r>
            <a:endParaRPr lang="en-US">
              <a:latin typeface="Segoe UI"/>
              <a:ea typeface="Calibri"/>
              <a:cs typeface="Segoe UI"/>
            </a:endParaRPr>
          </a:p>
          <a:p>
            <a:pPr>
              <a:spcAft>
                <a:spcPts val="200"/>
              </a:spcAft>
            </a:pPr>
            <a:r>
              <a:rPr lang="en-US" sz="1400">
                <a:latin typeface="Segoe UI"/>
                <a:ea typeface="Calibri"/>
                <a:cs typeface="Segoe UI"/>
              </a:rPr>
              <a:t>❌ Code comments written</a:t>
            </a:r>
          </a:p>
          <a:p>
            <a:pPr>
              <a:spcAft>
                <a:spcPts val="200"/>
              </a:spcAft>
            </a:pPr>
            <a:endParaRPr lang="en-US" sz="1400">
              <a:solidFill>
                <a:srgbClr val="000000"/>
              </a:solidFill>
              <a:latin typeface="Segoe UI"/>
              <a:ea typeface="Calibri"/>
              <a:cs typeface="Segoe UI"/>
            </a:endParaRPr>
          </a:p>
        </p:txBody>
      </p:sp>
      <p:sp>
        <p:nvSpPr>
          <p:cNvPr id="14" name="ZoneTexte 13">
            <a:extLst>
              <a:ext uri="{FF2B5EF4-FFF2-40B4-BE49-F238E27FC236}">
                <a16:creationId xmlns:a16="http://schemas.microsoft.com/office/drawing/2014/main" id="{9FDCE5DB-304C-09FD-9589-E55CBE69ECEB}"/>
              </a:ext>
            </a:extLst>
          </p:cNvPr>
          <p:cNvSpPr txBox="1"/>
          <p:nvPr/>
        </p:nvSpPr>
        <p:spPr>
          <a:xfrm>
            <a:off x="6712664" y="4262253"/>
            <a:ext cx="3099662" cy="1944122"/>
          </a:xfrm>
          <a:prstGeom prst="rect">
            <a:avLst/>
          </a:prstGeom>
          <a:solidFill>
            <a:schemeClr val="bg1"/>
          </a:solidFill>
          <a:ln>
            <a:solidFill>
              <a:srgbClr val="0070C0"/>
            </a:solidFill>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Segoe UI"/>
                <a:ea typeface="Calibri"/>
                <a:cs typeface="Segoe UI"/>
              </a:rPr>
              <a:t>Recommended DoD</a:t>
            </a:r>
            <a:endParaRPr lang="fr-FR" b="1">
              <a:latin typeface="Segoe UI"/>
              <a:cs typeface="Segoe UI"/>
            </a:endParaRPr>
          </a:p>
          <a:p>
            <a:pPr>
              <a:spcAft>
                <a:spcPts val="200"/>
              </a:spcAft>
            </a:pPr>
            <a:br>
              <a:rPr lang="en-US" sz="1400">
                <a:latin typeface="Segoe UI"/>
                <a:ea typeface="Calibri"/>
                <a:cs typeface="Segoe UI"/>
              </a:rPr>
            </a:br>
            <a:r>
              <a:rPr lang="en-US" sz="1400">
                <a:latin typeface="Segoe UI"/>
                <a:ea typeface="Calibri"/>
                <a:cs typeface="Segoe UI"/>
              </a:rPr>
              <a:t>✓ Feature implemented</a:t>
            </a:r>
          </a:p>
          <a:p>
            <a:pPr>
              <a:spcAft>
                <a:spcPts val="200"/>
              </a:spcAft>
            </a:pPr>
            <a:r>
              <a:rPr lang="en-US" sz="1400">
                <a:latin typeface="Segoe UI"/>
                <a:ea typeface="Calibri"/>
                <a:cs typeface="Segoe UI"/>
              </a:rPr>
              <a:t>✓ Tests written and passing</a:t>
            </a:r>
          </a:p>
          <a:p>
            <a:pPr>
              <a:spcAft>
                <a:spcPts val="200"/>
              </a:spcAft>
            </a:pPr>
            <a:r>
              <a:rPr lang="en-US" sz="1400">
                <a:latin typeface="Segoe UI"/>
                <a:ea typeface="Calibri"/>
                <a:cs typeface="Segoe UI"/>
              </a:rPr>
              <a:t>✓ Technical docs updated</a:t>
            </a:r>
          </a:p>
          <a:p>
            <a:pPr>
              <a:spcAft>
                <a:spcPts val="200"/>
              </a:spcAft>
            </a:pPr>
            <a:r>
              <a:rPr lang="en-US" sz="1400">
                <a:latin typeface="Segoe UI"/>
                <a:ea typeface="Calibri"/>
                <a:cs typeface="Segoe UI"/>
              </a:rPr>
              <a:t>✓ Functional specs updated</a:t>
            </a:r>
          </a:p>
          <a:p>
            <a:pPr>
              <a:spcAft>
                <a:spcPts val="200"/>
              </a:spcAft>
            </a:pPr>
            <a:r>
              <a:rPr lang="en-US" sz="1400">
                <a:latin typeface="Segoe UI"/>
                <a:ea typeface="Calibri"/>
                <a:cs typeface="Segoe UI"/>
              </a:rPr>
              <a:t>✓ Business logic commented</a:t>
            </a:r>
          </a:p>
          <a:p>
            <a:pPr>
              <a:spcAft>
                <a:spcPts val="200"/>
              </a:spcAft>
            </a:pPr>
            <a:r>
              <a:rPr lang="en-US" sz="1400">
                <a:latin typeface="Segoe UI"/>
                <a:ea typeface="Calibri"/>
                <a:cs typeface="Segoe UI"/>
              </a:rPr>
              <a:t>✓ Peer review completed</a:t>
            </a:r>
          </a:p>
        </p:txBody>
      </p:sp>
      <p:sp>
        <p:nvSpPr>
          <p:cNvPr id="16" name="ZoneTexte 15">
            <a:extLst>
              <a:ext uri="{FF2B5EF4-FFF2-40B4-BE49-F238E27FC236}">
                <a16:creationId xmlns:a16="http://schemas.microsoft.com/office/drawing/2014/main" id="{DE881472-938E-18DD-9F96-81EF12E5BCB3}"/>
              </a:ext>
            </a:extLst>
          </p:cNvPr>
          <p:cNvSpPr txBox="1"/>
          <p:nvPr/>
        </p:nvSpPr>
        <p:spPr>
          <a:xfrm>
            <a:off x="4406953" y="3820712"/>
            <a:ext cx="3215073"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a:latin typeface="Segoe UI"/>
                <a:ea typeface="Calibri"/>
                <a:cs typeface="Segoe UI"/>
              </a:rPr>
              <a:t>Root Cause: Definition of Done Gap</a:t>
            </a:r>
            <a:endParaRPr lang="fr-FR" b="1">
              <a:latin typeface="Segoe UI"/>
              <a:cs typeface="Segoe UI"/>
            </a:endParaRPr>
          </a:p>
        </p:txBody>
      </p:sp>
      <p:sp>
        <p:nvSpPr>
          <p:cNvPr id="2" name="Flèche : droite 1">
            <a:extLst>
              <a:ext uri="{FF2B5EF4-FFF2-40B4-BE49-F238E27FC236}">
                <a16:creationId xmlns:a16="http://schemas.microsoft.com/office/drawing/2014/main" id="{6B655C75-614C-E79B-A5D0-16F1E30CE92F}"/>
              </a:ext>
            </a:extLst>
          </p:cNvPr>
          <p:cNvSpPr/>
          <p:nvPr/>
        </p:nvSpPr>
        <p:spPr>
          <a:xfrm>
            <a:off x="5606796" y="4989726"/>
            <a:ext cx="999873" cy="48463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7827766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E84A8-AAC7-C682-FDA7-B3ECD67A01B1}"/>
            </a:ext>
          </a:extLst>
        </p:cNvPr>
        <p:cNvGrpSpPr/>
        <p:nvPr/>
      </p:nvGrpSpPr>
      <p:grpSpPr>
        <a:xfrm>
          <a:off x="0" y="0"/>
          <a:ext cx="0" cy="0"/>
          <a:chOff x="0" y="0"/>
          <a:chExt cx="0" cy="0"/>
        </a:xfrm>
      </p:grpSpPr>
      <p:sp>
        <p:nvSpPr>
          <p:cNvPr id="5" name="TextBox 1">
            <a:extLst>
              <a:ext uri="{FF2B5EF4-FFF2-40B4-BE49-F238E27FC236}">
                <a16:creationId xmlns:a16="http://schemas.microsoft.com/office/drawing/2014/main" id="{D5C98F09-8830-5062-0D0E-0CE57A8EEB20}"/>
              </a:ext>
            </a:extLst>
          </p:cNvPr>
          <p:cNvSpPr txBox="1"/>
          <p:nvPr/>
        </p:nvSpPr>
        <p:spPr>
          <a:xfrm>
            <a:off x="457200" y="274320"/>
            <a:ext cx="11296101" cy="707886"/>
          </a:xfrm>
          <a:prstGeom prst="rect">
            <a:avLst/>
          </a:prstGeom>
          <a:noFill/>
        </p:spPr>
        <p:txBody>
          <a:bodyPr wrap="square" lIns="91440" tIns="45720" rIns="91440" bIns="45720" anchor="t">
            <a:spAutoFit/>
          </a:bodyPr>
          <a:lstStyle/>
          <a:p>
            <a:pPr>
              <a:defRPr sz="4000" b="1">
                <a:solidFill>
                  <a:srgbClr val="003366"/>
                </a:solidFill>
              </a:defRPr>
            </a:pPr>
            <a:r>
              <a:rPr lang="en-US">
                <a:solidFill>
                  <a:srgbClr val="003366"/>
                </a:solidFill>
                <a:ea typeface="+mn-lt"/>
                <a:cs typeface="+mn-lt"/>
              </a:rPr>
              <a:t>Transparency Issues – Pattern of Defensive Posture</a:t>
            </a:r>
            <a:endParaRPr lang="fr-FR">
              <a:ea typeface="Calibri"/>
              <a:cs typeface="Calibri"/>
            </a:endParaRPr>
          </a:p>
        </p:txBody>
      </p:sp>
      <p:sp>
        <p:nvSpPr>
          <p:cNvPr id="8" name="Espace réservé du pied de page 2">
            <a:extLst>
              <a:ext uri="{FF2B5EF4-FFF2-40B4-BE49-F238E27FC236}">
                <a16:creationId xmlns:a16="http://schemas.microsoft.com/office/drawing/2014/main" id="{DF52896A-6071-6527-62CE-000DE5FB8C69}"/>
              </a:ext>
            </a:extLst>
          </p:cNvPr>
          <p:cNvSpPr>
            <a:spLocks noGrp="1"/>
          </p:cNvSpPr>
          <p:nvPr>
            <p:ph type="ftr" sz="quarter" idx="11"/>
          </p:nvPr>
        </p:nvSpPr>
        <p:spPr>
          <a:xfrm>
            <a:off x="-593" y="6444952"/>
            <a:ext cx="12193181" cy="412389"/>
          </a:xfrm>
          <a:solidFill>
            <a:srgbClr val="F8F9FB"/>
          </a:solidFill>
          <a:ln>
            <a:solidFill>
              <a:srgbClr val="E1E4E8"/>
            </a:solidFill>
          </a:ln>
        </p:spPr>
        <p:txBody>
          <a:bodyPr/>
          <a:lstStyle/>
          <a:p>
            <a:pPr algn="l"/>
            <a:r>
              <a:rPr lang="fr-FR" sz="1100">
                <a:solidFill>
                  <a:srgbClr val="6B7C93"/>
                </a:solidFill>
                <a:latin typeface="Segoe UI"/>
                <a:ea typeface="+mn-lt"/>
                <a:cs typeface="Segoe UI"/>
              </a:rPr>
              <a:t>  ISWC System Audit – </a:t>
            </a:r>
            <a:r>
              <a:rPr lang="fr-FR" sz="1100" err="1">
                <a:solidFill>
                  <a:srgbClr val="6B7C93"/>
                </a:solidFill>
                <a:latin typeface="Segoe UI"/>
                <a:ea typeface="+mn-lt"/>
                <a:cs typeface="Segoe UI"/>
              </a:rPr>
              <a:t>Findings</a:t>
            </a:r>
            <a:r>
              <a:rPr lang="fr-FR" sz="1100">
                <a:solidFill>
                  <a:srgbClr val="6B7C93"/>
                </a:solidFill>
                <a:latin typeface="Segoe UI"/>
                <a:ea typeface="+mn-lt"/>
                <a:cs typeface="Segoe UI"/>
              </a:rPr>
              <a:t> &amp; Strategic </a:t>
            </a:r>
            <a:r>
              <a:rPr lang="fr-FR" sz="1100" err="1">
                <a:solidFill>
                  <a:srgbClr val="6B7C93"/>
                </a:solidFill>
                <a:latin typeface="Segoe UI"/>
                <a:ea typeface="+mn-lt"/>
                <a:cs typeface="Segoe UI"/>
              </a:rPr>
              <a:t>Recommendations</a:t>
            </a:r>
            <a:r>
              <a:rPr lang="fr-FR" sz="1100">
                <a:solidFill>
                  <a:srgbClr val="6B7C93"/>
                </a:solidFill>
                <a:latin typeface="Segoe UI"/>
                <a:ea typeface="+mn-lt"/>
                <a:cs typeface="Segoe UI"/>
              </a:rPr>
              <a:t> • </a:t>
            </a:r>
            <a:r>
              <a:rPr lang="fr-FR" sz="1100" err="1">
                <a:solidFill>
                  <a:srgbClr val="6B7C93"/>
                </a:solidFill>
                <a:latin typeface="Segoe UI"/>
                <a:ea typeface="+mn-lt"/>
                <a:cs typeface="Segoe UI"/>
              </a:rPr>
              <a:t>November</a:t>
            </a:r>
            <a:r>
              <a:rPr lang="fr-FR" sz="1100">
                <a:solidFill>
                  <a:srgbClr val="6B7C93"/>
                </a:solidFill>
                <a:latin typeface="Segoe UI"/>
                <a:ea typeface="+mn-lt"/>
                <a:cs typeface="Segoe UI"/>
              </a:rPr>
              <a:t> 24, 2025</a:t>
            </a:r>
            <a:endParaRPr lang="fr-FR" sz="1100">
              <a:latin typeface="Segoe UI"/>
              <a:cs typeface="Segoe UI"/>
            </a:endParaRPr>
          </a:p>
        </p:txBody>
      </p:sp>
      <p:sp>
        <p:nvSpPr>
          <p:cNvPr id="10" name="Espace réservé du numéro de diapositive 6">
            <a:extLst>
              <a:ext uri="{FF2B5EF4-FFF2-40B4-BE49-F238E27FC236}">
                <a16:creationId xmlns:a16="http://schemas.microsoft.com/office/drawing/2014/main" id="{554706E6-CFE9-C29C-4895-6A77A120C1CC}"/>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dirty="0" smtClean="0">
                <a:solidFill>
                  <a:srgbClr val="1E3A5F"/>
                </a:solidFill>
                <a:latin typeface="Segoe UI"/>
                <a:cs typeface="Segoe UI"/>
              </a:rPr>
              <a:pPr algn="ctr"/>
              <a:t>23</a:t>
            </a:fld>
            <a:endParaRPr lang="fr-FR">
              <a:solidFill>
                <a:srgbClr val="1E3A5F"/>
              </a:solidFill>
              <a:latin typeface="Segoe UI"/>
              <a:ea typeface="Calibri"/>
              <a:cs typeface="Segoe UI"/>
            </a:endParaRPr>
          </a:p>
        </p:txBody>
      </p:sp>
      <p:sp>
        <p:nvSpPr>
          <p:cNvPr id="4" name="ZoneTexte 3">
            <a:extLst>
              <a:ext uri="{FF2B5EF4-FFF2-40B4-BE49-F238E27FC236}">
                <a16:creationId xmlns:a16="http://schemas.microsoft.com/office/drawing/2014/main" id="{F056A071-C3E9-F784-E763-BDE2656ABEC1}"/>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fr-FR" sz="1200" b="1">
                <a:solidFill>
                  <a:srgbClr val="1E3A5F"/>
                </a:solidFill>
                <a:latin typeface="Segoe UI"/>
                <a:ea typeface="Calibri"/>
                <a:cs typeface="Segoe UI"/>
              </a:rPr>
              <a:t>———  PART 4 — </a:t>
            </a:r>
            <a:r>
              <a:rPr lang="fr-FR" sz="1200" b="1" err="1">
                <a:solidFill>
                  <a:srgbClr val="1E3A5F"/>
                </a:solidFill>
                <a:latin typeface="Segoe UI"/>
                <a:ea typeface="Calibri"/>
                <a:cs typeface="Segoe UI"/>
              </a:rPr>
              <a:t>Governance</a:t>
            </a:r>
            <a:r>
              <a:rPr lang="fr-FR" sz="1200" b="1">
                <a:solidFill>
                  <a:srgbClr val="1E3A5F"/>
                </a:solidFill>
                <a:latin typeface="Segoe UI"/>
                <a:ea typeface="Calibri"/>
                <a:cs typeface="Segoe UI"/>
              </a:rPr>
              <a:t> </a:t>
            </a:r>
            <a:r>
              <a:rPr lang="fr-FR" sz="1200" b="1" err="1">
                <a:solidFill>
                  <a:srgbClr val="1E3A5F"/>
                </a:solidFill>
                <a:latin typeface="Segoe UI"/>
                <a:ea typeface="Calibri"/>
                <a:cs typeface="Segoe UI"/>
              </a:rPr>
              <a:t>findings</a:t>
            </a:r>
          </a:p>
        </p:txBody>
      </p:sp>
      <p:cxnSp>
        <p:nvCxnSpPr>
          <p:cNvPr id="9" name="Connecteur droit avec flèche 8">
            <a:extLst>
              <a:ext uri="{FF2B5EF4-FFF2-40B4-BE49-F238E27FC236}">
                <a16:creationId xmlns:a16="http://schemas.microsoft.com/office/drawing/2014/main" id="{A9CFA6E6-7C4B-B4DD-791E-CF69122F6A9A}"/>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sp>
        <p:nvSpPr>
          <p:cNvPr id="3" name="ZoneTexte 2">
            <a:extLst>
              <a:ext uri="{FF2B5EF4-FFF2-40B4-BE49-F238E27FC236}">
                <a16:creationId xmlns:a16="http://schemas.microsoft.com/office/drawing/2014/main" id="{85DF8D8E-09D0-304A-F78B-79FCAF3472C9}"/>
              </a:ext>
            </a:extLst>
          </p:cNvPr>
          <p:cNvSpPr txBox="1"/>
          <p:nvPr/>
        </p:nvSpPr>
        <p:spPr>
          <a:xfrm>
            <a:off x="452853" y="1165962"/>
            <a:ext cx="10928830" cy="1877437"/>
          </a:xfrm>
          <a:prstGeom prst="rect">
            <a:avLst/>
          </a:prstGeom>
          <a:noFill/>
          <a:ln>
            <a:solidFill>
              <a:srgbClr val="4472C4"/>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latin typeface="Segoe UI"/>
                <a:ea typeface="Calibri"/>
                <a:cs typeface="Segoe UI"/>
              </a:rPr>
              <a:t>Partnership Attitude Defensive Posture</a:t>
            </a:r>
            <a:endParaRPr lang="en-US">
              <a:latin typeface="Segoe UI"/>
              <a:ea typeface="Calibri"/>
              <a:cs typeface="Segoe UI"/>
            </a:endParaRPr>
          </a:p>
          <a:p>
            <a:pPr algn="ctr"/>
            <a:endParaRPr lang="en-US" sz="1400">
              <a:latin typeface="Segoe UI"/>
              <a:ea typeface="Calibri"/>
              <a:cs typeface="Segoe UI"/>
            </a:endParaRPr>
          </a:p>
          <a:p>
            <a:pPr algn="ctr"/>
            <a:r>
              <a:rPr lang="en-US" sz="1400">
                <a:latin typeface="Segoe UI"/>
                <a:ea typeface="Calibri"/>
                <a:cs typeface="Segoe UI"/>
              </a:rPr>
              <a:t>"Cold atmosphere"</a:t>
            </a:r>
          </a:p>
          <a:p>
            <a:pPr algn="ctr"/>
            <a:r>
              <a:rPr lang="en-US" sz="1400">
                <a:latin typeface="Segoe UI"/>
                <a:ea typeface="Calibri"/>
                <a:cs typeface="Segoe UI"/>
              </a:rPr>
              <a:t>"I did audits in high privacy environment, people saw us as partners and were collaborative and enthusiastic"</a:t>
            </a:r>
          </a:p>
          <a:p>
            <a:pPr algn="ctr"/>
            <a:r>
              <a:rPr lang="en-US" sz="1400">
                <a:latin typeface="Segoe UI"/>
                <a:ea typeface="Calibri"/>
                <a:cs typeface="Segoe UI"/>
              </a:rPr>
              <a:t>(Guillaume's impression, Workshop 1)</a:t>
            </a:r>
          </a:p>
          <a:p>
            <a:pPr algn="ctr"/>
            <a:br>
              <a:rPr lang="en-US" sz="1400">
                <a:latin typeface="Segoe UI"/>
                <a:ea typeface="Calibri"/>
                <a:cs typeface="Segoe UI"/>
              </a:rPr>
            </a:br>
            <a:r>
              <a:rPr lang="en-US" sz="1400">
                <a:latin typeface="Segoe UI"/>
                <a:ea typeface="Calibri"/>
                <a:cs typeface="Segoe UI"/>
              </a:rPr>
              <a:t>"When you ask for something, it's always 'for what purpose'"</a:t>
            </a:r>
          </a:p>
          <a:p>
            <a:pPr algn="ctr"/>
            <a:r>
              <a:rPr lang="en-US" sz="1400">
                <a:latin typeface="Segoe UI"/>
                <a:ea typeface="Calibri"/>
                <a:cs typeface="Segoe UI"/>
              </a:rPr>
              <a:t>(Yann's experience)</a:t>
            </a:r>
          </a:p>
        </p:txBody>
      </p:sp>
      <p:sp>
        <p:nvSpPr>
          <p:cNvPr id="7" name="ZoneTexte 6">
            <a:extLst>
              <a:ext uri="{FF2B5EF4-FFF2-40B4-BE49-F238E27FC236}">
                <a16:creationId xmlns:a16="http://schemas.microsoft.com/office/drawing/2014/main" id="{C8AB754F-E2FB-0C44-4788-4FAB9F6D6A14}"/>
              </a:ext>
            </a:extLst>
          </p:cNvPr>
          <p:cNvSpPr txBox="1"/>
          <p:nvPr/>
        </p:nvSpPr>
        <p:spPr>
          <a:xfrm>
            <a:off x="455903" y="3454744"/>
            <a:ext cx="5394564" cy="984885"/>
          </a:xfrm>
          <a:prstGeom prst="rect">
            <a:avLst/>
          </a:prstGeom>
          <a:noFill/>
          <a:ln>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rgbClr val="DC143C"/>
                </a:solidFill>
                <a:latin typeface="Segoe UI"/>
                <a:ea typeface="Calibri"/>
                <a:cs typeface="Segoe UI"/>
              </a:rPr>
              <a:t>❌ Access Requests</a:t>
            </a:r>
            <a:endParaRPr lang="en-US" sz="1600">
              <a:latin typeface="Segoe UI"/>
              <a:ea typeface="Calibri"/>
              <a:cs typeface="Segoe UI"/>
            </a:endParaRPr>
          </a:p>
          <a:p>
            <a:pPr lvl="1"/>
            <a:r>
              <a:rPr lang="en-US" sz="1400">
                <a:latin typeface="Segoe UI"/>
                <a:ea typeface="Calibri"/>
                <a:cs typeface="Segoe UI"/>
              </a:rPr>
              <a:t>• Systematic questions about purpose</a:t>
            </a:r>
          </a:p>
          <a:p>
            <a:pPr lvl="1"/>
            <a:r>
              <a:rPr lang="en-US" sz="1400">
                <a:latin typeface="Segoe UI"/>
                <a:ea typeface="Calibri"/>
                <a:cs typeface="Segoe UI"/>
              </a:rPr>
              <a:t>• Multiple objections raised sequentially</a:t>
            </a:r>
          </a:p>
          <a:p>
            <a:pPr lvl="1"/>
            <a:r>
              <a:rPr lang="en-US" sz="1400">
                <a:latin typeface="Segoe UI"/>
                <a:ea typeface="Calibri"/>
                <a:cs typeface="Segoe UI"/>
              </a:rPr>
              <a:t>• Information shared reluctantly</a:t>
            </a:r>
            <a:endParaRPr lang="fr-FR">
              <a:latin typeface="Segoe UI"/>
              <a:cs typeface="Segoe UI"/>
            </a:endParaRPr>
          </a:p>
        </p:txBody>
      </p:sp>
      <p:sp>
        <p:nvSpPr>
          <p:cNvPr id="12" name="ZoneTexte 11">
            <a:extLst>
              <a:ext uri="{FF2B5EF4-FFF2-40B4-BE49-F238E27FC236}">
                <a16:creationId xmlns:a16="http://schemas.microsoft.com/office/drawing/2014/main" id="{36000AB6-93B6-513D-DB8A-C9B7E4860050}"/>
              </a:ext>
            </a:extLst>
          </p:cNvPr>
          <p:cNvSpPr txBox="1"/>
          <p:nvPr/>
        </p:nvSpPr>
        <p:spPr>
          <a:xfrm>
            <a:off x="6341535" y="3428549"/>
            <a:ext cx="5048124" cy="984885"/>
          </a:xfrm>
          <a:prstGeom prst="rect">
            <a:avLst/>
          </a:prstGeom>
          <a:noFill/>
          <a:ln>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rgbClr val="DC143C"/>
                </a:solidFill>
                <a:latin typeface="Segoe UI"/>
                <a:ea typeface="Calibri"/>
                <a:cs typeface="Segoe UI"/>
              </a:rPr>
              <a:t>❌ Git History</a:t>
            </a:r>
            <a:endParaRPr lang="en-US" sz="1600">
              <a:latin typeface="Segoe UI"/>
              <a:ea typeface="Calibri"/>
              <a:cs typeface="Segoe UI"/>
            </a:endParaRPr>
          </a:p>
          <a:p>
            <a:pPr lvl="1"/>
            <a:r>
              <a:rPr lang="en-US" sz="1400">
                <a:latin typeface="Segoe UI"/>
                <a:ea typeface="Calibri"/>
                <a:cs typeface="Segoe UI"/>
              </a:rPr>
              <a:t>• "Source code provided, history is internal working process"</a:t>
            </a:r>
          </a:p>
          <a:p>
            <a:pPr lvl="1"/>
            <a:r>
              <a:rPr lang="en-US" sz="1400">
                <a:latin typeface="Segoe UI"/>
                <a:ea typeface="Calibri"/>
                <a:cs typeface="Segoe UI"/>
              </a:rPr>
              <a:t>• 3+ weeks compliance review (still pending)</a:t>
            </a:r>
            <a:endParaRPr lang="fr-FR">
              <a:latin typeface="Segoe UI"/>
              <a:cs typeface="Segoe UI"/>
            </a:endParaRPr>
          </a:p>
        </p:txBody>
      </p:sp>
      <p:sp>
        <p:nvSpPr>
          <p:cNvPr id="14" name="ZoneTexte 13">
            <a:extLst>
              <a:ext uri="{FF2B5EF4-FFF2-40B4-BE49-F238E27FC236}">
                <a16:creationId xmlns:a16="http://schemas.microsoft.com/office/drawing/2014/main" id="{3FD181EE-CC05-DE53-B0CC-CD94E2F6D5CD}"/>
              </a:ext>
            </a:extLst>
          </p:cNvPr>
          <p:cNvSpPr txBox="1"/>
          <p:nvPr/>
        </p:nvSpPr>
        <p:spPr>
          <a:xfrm>
            <a:off x="458108" y="4919976"/>
            <a:ext cx="5392359" cy="1200329"/>
          </a:xfrm>
          <a:prstGeom prst="rect">
            <a:avLst/>
          </a:prstGeom>
          <a:noFill/>
          <a:ln>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rgbClr val="DC143C"/>
                </a:solidFill>
                <a:latin typeface="Segoe UI"/>
                <a:ea typeface="Calibri"/>
                <a:cs typeface="Segoe UI"/>
              </a:rPr>
              <a:t>❌ Cost Correlation</a:t>
            </a:r>
            <a:endParaRPr lang="en-US" sz="1600">
              <a:latin typeface="Segoe UI"/>
              <a:ea typeface="Calibri"/>
              <a:cs typeface="Segoe UI"/>
            </a:endParaRPr>
          </a:p>
          <a:p>
            <a:pPr lvl="1"/>
            <a:r>
              <a:rPr lang="en-US" sz="1400">
                <a:latin typeface="Segoe UI"/>
                <a:ea typeface="Calibri"/>
                <a:cs typeface="Segoe UI"/>
              </a:rPr>
              <a:t>• No automated tooling to explain monthly spending variations</a:t>
            </a:r>
          </a:p>
          <a:p>
            <a:pPr lvl="1"/>
            <a:r>
              <a:rPr lang="en-US" sz="1400">
                <a:latin typeface="Segoe UI"/>
                <a:ea typeface="Calibri"/>
                <a:cs typeface="Segoe UI"/>
              </a:rPr>
              <a:t>• Manual investigation required via support tickets</a:t>
            </a:r>
          </a:p>
          <a:p>
            <a:pPr lvl="1"/>
            <a:r>
              <a:rPr lang="en-US" sz="1400">
                <a:latin typeface="Segoe UI"/>
                <a:ea typeface="Calibri"/>
                <a:cs typeface="Segoe UI"/>
              </a:rPr>
              <a:t>• Logs kept only 3 months</a:t>
            </a:r>
            <a:endParaRPr lang="fr-FR">
              <a:latin typeface="Segoe UI"/>
              <a:cs typeface="Segoe UI"/>
            </a:endParaRPr>
          </a:p>
        </p:txBody>
      </p:sp>
      <p:sp>
        <p:nvSpPr>
          <p:cNvPr id="16" name="ZoneTexte 15">
            <a:extLst>
              <a:ext uri="{FF2B5EF4-FFF2-40B4-BE49-F238E27FC236}">
                <a16:creationId xmlns:a16="http://schemas.microsoft.com/office/drawing/2014/main" id="{F57669DE-8F91-5A7B-9664-F0C47FBBE996}"/>
              </a:ext>
            </a:extLst>
          </p:cNvPr>
          <p:cNvSpPr txBox="1"/>
          <p:nvPr/>
        </p:nvSpPr>
        <p:spPr>
          <a:xfrm>
            <a:off x="6341535" y="4918805"/>
            <a:ext cx="5040614" cy="1200329"/>
          </a:xfrm>
          <a:prstGeom prst="rect">
            <a:avLst/>
          </a:prstGeom>
          <a:noFill/>
          <a:ln>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rgbClr val="DC143C"/>
                </a:solidFill>
                <a:latin typeface="Segoe UI"/>
                <a:ea typeface="Calibri"/>
                <a:cs typeface="Segoe UI"/>
              </a:rPr>
              <a:t>❌ Performance Metrics</a:t>
            </a:r>
            <a:endParaRPr lang="en-US" sz="1600">
              <a:latin typeface="Segoe UI"/>
              <a:ea typeface="Calibri"/>
              <a:cs typeface="Segoe UI"/>
            </a:endParaRPr>
          </a:p>
          <a:p>
            <a:pPr lvl="1"/>
            <a:r>
              <a:rPr lang="en-US" sz="1400">
                <a:latin typeface="Segoe UI"/>
                <a:ea typeface="Calibri"/>
                <a:cs typeface="Segoe UI"/>
              </a:rPr>
              <a:t>• No proactive dashboard sharing production metrics</a:t>
            </a:r>
          </a:p>
          <a:p>
            <a:pPr lvl="1"/>
            <a:r>
              <a:rPr lang="en-US" sz="1400">
                <a:latin typeface="Segoe UI"/>
                <a:ea typeface="Calibri"/>
                <a:cs typeface="Segoe UI"/>
              </a:rPr>
              <a:t>• Relies on Spanish Point claims rather than shared objective data</a:t>
            </a:r>
          </a:p>
          <a:p>
            <a:pPr lvl="1"/>
            <a:r>
              <a:rPr lang="en-US" sz="1400">
                <a:latin typeface="Segoe UI"/>
                <a:ea typeface="Calibri"/>
                <a:cs typeface="Segoe UI"/>
              </a:rPr>
              <a:t>• No formal SLAs for performance</a:t>
            </a:r>
            <a:endParaRPr lang="fr-FR">
              <a:latin typeface="Segoe UI"/>
              <a:cs typeface="Segoe UI"/>
            </a:endParaRPr>
          </a:p>
        </p:txBody>
      </p:sp>
    </p:spTree>
    <p:extLst>
      <p:ext uri="{BB962C8B-B14F-4D97-AF65-F5344CB8AC3E}">
        <p14:creationId xmlns:p14="http://schemas.microsoft.com/office/powerpoint/2010/main" val="35590740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sp>
        <p:nvSpPr>
          <p:cNvPr id="2" name="TextBox 1"/>
          <p:cNvSpPr txBox="1"/>
          <p:nvPr/>
        </p:nvSpPr>
        <p:spPr>
          <a:xfrm>
            <a:off x="287446" y="2849825"/>
            <a:ext cx="7513916" cy="1754326"/>
          </a:xfrm>
          <a:prstGeom prst="rect">
            <a:avLst/>
          </a:prstGeom>
          <a:noFill/>
        </p:spPr>
        <p:txBody>
          <a:bodyPr wrap="none" lIns="91440" tIns="45720" rIns="91440" bIns="45720" anchor="t">
            <a:spAutoFit/>
          </a:bodyPr>
          <a:lstStyle/>
          <a:p>
            <a:pPr>
              <a:defRPr sz="5400" b="1">
                <a:solidFill>
                  <a:srgbClr val="003366"/>
                </a:solidFill>
              </a:defRPr>
            </a:pPr>
            <a:r>
              <a:rPr lang="en-US">
                <a:solidFill>
                  <a:srgbClr val="FFFFFF"/>
                </a:solidFill>
                <a:latin typeface="Segoe UI"/>
                <a:cs typeface="Segoe UI"/>
              </a:rPr>
              <a:t>PART 5</a:t>
            </a:r>
            <a:endParaRPr lang="fr-FR">
              <a:latin typeface="Segoe UI"/>
              <a:cs typeface="Segoe UI"/>
            </a:endParaRPr>
          </a:p>
          <a:p>
            <a:pPr>
              <a:defRPr sz="5400" b="1">
                <a:solidFill>
                  <a:srgbClr val="003366"/>
                </a:solidFill>
              </a:defRPr>
            </a:pPr>
            <a:r>
              <a:rPr lang="en-US">
                <a:solidFill>
                  <a:srgbClr val="FFFFFF"/>
                </a:solidFill>
                <a:latin typeface="Segoe UI"/>
                <a:ea typeface="Calibri"/>
                <a:cs typeface="Segoe UI"/>
              </a:rPr>
              <a:t>Vendor Lock-in Reality</a:t>
            </a:r>
          </a:p>
        </p:txBody>
      </p:sp>
      <p:pic>
        <p:nvPicPr>
          <p:cNvPr id="7" name="Image 6" descr="Blanc_Teragone-Factory-logo.png">
            <a:extLst>
              <a:ext uri="{FF2B5EF4-FFF2-40B4-BE49-F238E27FC236}">
                <a16:creationId xmlns:a16="http://schemas.microsoft.com/office/drawing/2014/main" id="{48A66430-1B85-0ECB-3AC6-50D700E2566C}"/>
              </a:ext>
            </a:extLst>
          </p:cNvPr>
          <p:cNvPicPr>
            <a:picLocks noChangeAspect="1"/>
          </p:cNvPicPr>
          <p:nvPr/>
        </p:nvPicPr>
        <p:blipFill>
          <a:blip r:embed="rId3"/>
          <a:stretch>
            <a:fillRect/>
          </a:stretch>
        </p:blipFill>
        <p:spPr>
          <a:xfrm>
            <a:off x="9865451" y="215537"/>
            <a:ext cx="2076450" cy="647700"/>
          </a:xfrm>
          <a:prstGeom prst="rect">
            <a:avLst/>
          </a:prstGeom>
        </p:spPr>
      </p:pic>
      <p:pic>
        <p:nvPicPr>
          <p:cNvPr id="9" name="Graphique 8">
            <a:extLst>
              <a:ext uri="{FF2B5EF4-FFF2-40B4-BE49-F238E27FC236}">
                <a16:creationId xmlns:a16="http://schemas.microsoft.com/office/drawing/2014/main" id="{0061EC23-AE73-6A0B-C367-9A3E67EE17F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4787" y="214312"/>
            <a:ext cx="714375" cy="714375"/>
          </a:xfrm>
          <a:prstGeom prst="rect">
            <a:avLst/>
          </a:prstGeom>
        </p:spPr>
      </p:pic>
      <p:sp>
        <p:nvSpPr>
          <p:cNvPr id="4" name="Rectangle 3">
            <a:extLst>
              <a:ext uri="{FF2B5EF4-FFF2-40B4-BE49-F238E27FC236}">
                <a16:creationId xmlns:a16="http://schemas.microsoft.com/office/drawing/2014/main" id="{4F0D1AD8-86F2-C782-0134-5BD0721B975D}"/>
              </a:ext>
            </a:extLst>
          </p:cNvPr>
          <p:cNvSpPr/>
          <p:nvPr/>
        </p:nvSpPr>
        <p:spPr>
          <a:xfrm>
            <a:off x="4354" y="3566160"/>
            <a:ext cx="9136776" cy="45720"/>
          </a:xfrm>
          <a:prstGeom prst="rect">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latin typeface="Segoe UI"/>
              <a:cs typeface="Segoe UI"/>
            </a:endParaRPr>
          </a:p>
        </p:txBody>
      </p:sp>
    </p:spTree>
    <p:extLst>
      <p:ext uri="{BB962C8B-B14F-4D97-AF65-F5344CB8AC3E}">
        <p14:creationId xmlns:p14="http://schemas.microsoft.com/office/powerpoint/2010/main" val="27883723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BE008A5-BF54-814E-62DC-8362A12B9C39}"/>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EF96CCA-ECD8-2AA1-D9AA-4DAD157124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329A7F2-B026-E128-35F9-F722191A6C1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0" y="-4"/>
            <a:ext cx="2834857" cy="6858004"/>
          </a:xfrm>
          <a:prstGeom prst="rect">
            <a:avLst/>
          </a:prstGeom>
          <a:solidFill>
            <a:srgbClr val="1E3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9DB606E-995A-38EB-9915-3217CE5DD9B6}"/>
              </a:ext>
            </a:extLst>
          </p:cNvPr>
          <p:cNvSpPr txBox="1"/>
          <p:nvPr/>
        </p:nvSpPr>
        <p:spPr>
          <a:xfrm>
            <a:off x="116423" y="591344"/>
            <a:ext cx="2711060" cy="5585619"/>
          </a:xfrm>
          <a:prstGeom prst="rect">
            <a:avLst/>
          </a:prstGeom>
        </p:spPr>
        <p:txBody>
          <a:bodyPr vert="horz" lIns="91440" tIns="45720" rIns="91440" bIns="45720" rtlCol="0" anchor="ctr">
            <a:normAutofit/>
          </a:bodyPr>
          <a:lstStyle/>
          <a:p>
            <a:pPr defTabSz="914400">
              <a:lnSpc>
                <a:spcPct val="90000"/>
              </a:lnSpc>
              <a:spcBef>
                <a:spcPct val="0"/>
              </a:spcBef>
              <a:spcAft>
                <a:spcPts val="600"/>
              </a:spcAft>
              <a:defRPr sz="4000" b="1">
                <a:solidFill>
                  <a:srgbClr val="003366"/>
                </a:solidFill>
              </a:defRPr>
            </a:pPr>
            <a:r>
              <a:rPr lang="en-US" sz="3000">
                <a:solidFill>
                  <a:srgbClr val="FFFFFF"/>
                </a:solidFill>
                <a:latin typeface="Segoe UI"/>
                <a:ea typeface="+mn-lt"/>
                <a:cs typeface="Segoe UI"/>
              </a:rPr>
              <a:t>Three</a:t>
            </a:r>
            <a:br>
              <a:rPr lang="en-US" sz="3000">
                <a:solidFill>
                  <a:srgbClr val="FFFFFF"/>
                </a:solidFill>
                <a:latin typeface="Segoe UI"/>
                <a:ea typeface="+mn-lt"/>
                <a:cs typeface="Segoe UI"/>
              </a:rPr>
            </a:br>
            <a:r>
              <a:rPr lang="en-US" sz="3000">
                <a:solidFill>
                  <a:srgbClr val="FFFFFF"/>
                </a:solidFill>
                <a:latin typeface="Segoe UI"/>
                <a:ea typeface="+mn-lt"/>
                <a:cs typeface="Segoe UI"/>
              </a:rPr>
              <a:t>Lock-in Mechanisms</a:t>
            </a:r>
          </a:p>
          <a:p>
            <a:pPr defTabSz="914400">
              <a:lnSpc>
                <a:spcPct val="90000"/>
              </a:lnSpc>
              <a:spcBef>
                <a:spcPct val="0"/>
              </a:spcBef>
              <a:spcAft>
                <a:spcPts val="600"/>
              </a:spcAft>
              <a:defRPr sz="4000" b="1">
                <a:solidFill>
                  <a:srgbClr val="003366"/>
                </a:solidFill>
              </a:defRPr>
            </a:pPr>
            <a:endParaRPr lang="en-US" sz="3000">
              <a:solidFill>
                <a:srgbClr val="FFFFFF"/>
              </a:solidFill>
              <a:latin typeface="Segoe UI"/>
              <a:ea typeface="Calibri"/>
              <a:cs typeface="Segoe UI"/>
            </a:endParaRPr>
          </a:p>
          <a:p>
            <a:pPr defTabSz="914400">
              <a:lnSpc>
                <a:spcPct val="90000"/>
              </a:lnSpc>
              <a:spcBef>
                <a:spcPct val="0"/>
              </a:spcBef>
              <a:spcAft>
                <a:spcPts val="600"/>
              </a:spcAft>
              <a:defRPr sz="4000" b="1">
                <a:solidFill>
                  <a:srgbClr val="003366"/>
                </a:solidFill>
              </a:defRPr>
            </a:pPr>
            <a:r>
              <a:rPr lang="en-US" sz="3000">
                <a:solidFill>
                  <a:srgbClr val="FFFFFF"/>
                </a:solidFill>
                <a:latin typeface="Segoe UI"/>
                <a:ea typeface="Calibri"/>
                <a:cs typeface="Segoe UI"/>
              </a:rPr>
              <a:t>Where Vendor Independence is Locked</a:t>
            </a:r>
          </a:p>
        </p:txBody>
      </p:sp>
      <p:sp>
        <p:nvSpPr>
          <p:cNvPr id="5" name="Espace réservé du pied de page 2">
            <a:extLst>
              <a:ext uri="{FF2B5EF4-FFF2-40B4-BE49-F238E27FC236}">
                <a16:creationId xmlns:a16="http://schemas.microsoft.com/office/drawing/2014/main" id="{FDB2F526-8F3F-436F-265A-0B591062D5FD}"/>
              </a:ext>
            </a:extLst>
          </p:cNvPr>
          <p:cNvSpPr>
            <a:spLocks noGrp="1"/>
          </p:cNvSpPr>
          <p:nvPr>
            <p:ph type="ftr" sz="quarter" idx="11"/>
          </p:nvPr>
        </p:nvSpPr>
        <p:spPr>
          <a:xfrm>
            <a:off x="-593" y="6444952"/>
            <a:ext cx="12193181" cy="412389"/>
          </a:xfrm>
          <a:solidFill>
            <a:srgbClr val="F8F9FB"/>
          </a:solidFill>
          <a:ln>
            <a:solidFill>
              <a:srgbClr val="E1E4E8"/>
            </a:solidFill>
          </a:ln>
        </p:spPr>
        <p:txBody>
          <a:bodyPr/>
          <a:lstStyle/>
          <a:p>
            <a:pPr algn="l"/>
            <a:r>
              <a:rPr lang="en-US" sz="1100">
                <a:solidFill>
                  <a:srgbClr val="6B7C93"/>
                </a:solidFill>
                <a:latin typeface="Segoe UI"/>
                <a:ea typeface="+mn-lt"/>
                <a:cs typeface="Segoe UI"/>
              </a:rPr>
              <a:t>  ISWC System Audit – Findings &amp; Strategic Recommendations • November 24, 2025</a:t>
            </a:r>
            <a:endParaRPr lang="en-US" sz="1100">
              <a:latin typeface="Segoe UI"/>
              <a:cs typeface="Segoe UI"/>
            </a:endParaRPr>
          </a:p>
        </p:txBody>
      </p:sp>
      <p:sp>
        <p:nvSpPr>
          <p:cNvPr id="7" name="Espace réservé du numéro de diapositive 6">
            <a:extLst>
              <a:ext uri="{FF2B5EF4-FFF2-40B4-BE49-F238E27FC236}">
                <a16:creationId xmlns:a16="http://schemas.microsoft.com/office/drawing/2014/main" id="{08ACBD79-C3A0-B8BF-636C-EA401FF071AD}"/>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dirty="0" smtClean="0">
                <a:solidFill>
                  <a:srgbClr val="1E3A5F"/>
                </a:solidFill>
                <a:latin typeface="Segoe UI"/>
                <a:cs typeface="Segoe UI"/>
              </a:rPr>
              <a:pPr algn="ctr"/>
              <a:t>25</a:t>
            </a:fld>
            <a:endParaRPr lang="en-US">
              <a:solidFill>
                <a:srgbClr val="1E3A5F"/>
              </a:solidFill>
              <a:latin typeface="Segoe UI"/>
              <a:ea typeface="Calibri"/>
              <a:cs typeface="Segoe UI"/>
            </a:endParaRPr>
          </a:p>
        </p:txBody>
      </p:sp>
      <p:sp>
        <p:nvSpPr>
          <p:cNvPr id="6" name="ZoneTexte 5">
            <a:extLst>
              <a:ext uri="{FF2B5EF4-FFF2-40B4-BE49-F238E27FC236}">
                <a16:creationId xmlns:a16="http://schemas.microsoft.com/office/drawing/2014/main" id="{B516B353-3116-87D6-CFD1-CACD857C9DE3}"/>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b="1">
                <a:solidFill>
                  <a:srgbClr val="1E3A5F"/>
                </a:solidFill>
                <a:latin typeface="Segoe UI"/>
                <a:ea typeface="Calibri"/>
                <a:cs typeface="Segoe UI"/>
              </a:rPr>
              <a:t>———  PART 5 — Vendor Lock-in Reality</a:t>
            </a:r>
          </a:p>
        </p:txBody>
      </p:sp>
      <p:cxnSp>
        <p:nvCxnSpPr>
          <p:cNvPr id="10" name="Connecteur droit avec flèche 9">
            <a:extLst>
              <a:ext uri="{FF2B5EF4-FFF2-40B4-BE49-F238E27FC236}">
                <a16:creationId xmlns:a16="http://schemas.microsoft.com/office/drawing/2014/main" id="{9CBEF480-AC3B-A5A7-C3EF-66C7834ED5AD}"/>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sp>
        <p:nvSpPr>
          <p:cNvPr id="12" name="ZoneTexte 11">
            <a:extLst>
              <a:ext uri="{FF2B5EF4-FFF2-40B4-BE49-F238E27FC236}">
                <a16:creationId xmlns:a16="http://schemas.microsoft.com/office/drawing/2014/main" id="{E324B129-2837-DEEB-6BFF-95718E767954}"/>
              </a:ext>
            </a:extLst>
          </p:cNvPr>
          <p:cNvSpPr txBox="1"/>
          <p:nvPr/>
        </p:nvSpPr>
        <p:spPr>
          <a:xfrm>
            <a:off x="3379846" y="1477329"/>
            <a:ext cx="8264372" cy="38164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1200"/>
              </a:spcAft>
            </a:pPr>
            <a:r>
              <a:rPr lang="en-US" b="1">
                <a:latin typeface="Segoe UI"/>
                <a:ea typeface="+mn-lt"/>
                <a:cs typeface="Segoe UI"/>
              </a:rPr>
              <a:t>🔴 CRITICAL: Matching Engine</a:t>
            </a:r>
            <a:endParaRPr lang="en-US">
              <a:latin typeface="Segoe UI"/>
              <a:cs typeface="Segoe UI"/>
            </a:endParaRPr>
          </a:p>
          <a:p>
            <a:pPr marL="285750">
              <a:spcAft>
                <a:spcPts val="1200"/>
              </a:spcAft>
              <a:buFont typeface="Arial"/>
              <a:buChar char="•"/>
            </a:pPr>
            <a:r>
              <a:rPr lang="en-US">
                <a:latin typeface="Segoe UI"/>
                <a:ea typeface="+mn-lt"/>
                <a:cs typeface="Segoe UI"/>
              </a:rPr>
              <a:t>Proprietary "heart of the product" (contract restriction)</a:t>
            </a:r>
            <a:endParaRPr lang="en-US">
              <a:latin typeface="Segoe UI"/>
              <a:cs typeface="Segoe UI"/>
            </a:endParaRPr>
          </a:p>
          <a:p>
            <a:pPr marL="285750">
              <a:spcAft>
                <a:spcPts val="1200"/>
              </a:spcAft>
              <a:buFont typeface="Arial"/>
              <a:buChar char="•"/>
            </a:pPr>
            <a:r>
              <a:rPr lang="en-US">
                <a:latin typeface="Segoe UI"/>
                <a:ea typeface="+mn-lt"/>
                <a:cs typeface="Segoe UI"/>
              </a:rPr>
              <a:t>Alternative vendors unknown</a:t>
            </a:r>
            <a:endParaRPr lang="en-US">
              <a:latin typeface="Segoe UI"/>
              <a:ea typeface="Calibri"/>
              <a:cs typeface="Segoe UI"/>
            </a:endParaRPr>
          </a:p>
          <a:p>
            <a:pPr>
              <a:spcAft>
                <a:spcPts val="1200"/>
              </a:spcAft>
            </a:pPr>
            <a:r>
              <a:rPr lang="en-US" b="1">
                <a:latin typeface="Segoe UI"/>
                <a:ea typeface="+mn-lt"/>
                <a:cs typeface="Segoe UI"/>
              </a:rPr>
              <a:t>🔴 CRITICAL: Infrastructure-as-Code</a:t>
            </a:r>
            <a:endParaRPr lang="en-US">
              <a:latin typeface="Segoe UI"/>
              <a:cs typeface="Segoe UI"/>
            </a:endParaRPr>
          </a:p>
          <a:p>
            <a:pPr marL="285750">
              <a:spcAft>
                <a:spcPts val="1200"/>
              </a:spcAft>
              <a:buFont typeface="Arial"/>
              <a:buChar char="•"/>
            </a:pPr>
            <a:r>
              <a:rPr lang="en-US">
                <a:latin typeface="Segoe UI"/>
                <a:ea typeface="+mn-lt"/>
                <a:cs typeface="Segoe UI"/>
              </a:rPr>
              <a:t>Smart AIM library proprietary (not in code delivery)</a:t>
            </a:r>
            <a:endParaRPr lang="en-US">
              <a:latin typeface="Segoe UI"/>
              <a:cs typeface="Segoe UI"/>
            </a:endParaRPr>
          </a:p>
          <a:p>
            <a:pPr marL="285750">
              <a:spcAft>
                <a:spcPts val="1200"/>
              </a:spcAft>
              <a:buFont typeface="Arial"/>
              <a:buChar char="•"/>
            </a:pPr>
            <a:r>
              <a:rPr lang="en-US">
                <a:latin typeface="Segoe UI"/>
                <a:ea typeface="+mn-lt"/>
                <a:cs typeface="Segoe UI"/>
              </a:rPr>
              <a:t>343 Azure resources to reverse-engineer</a:t>
            </a:r>
            <a:endParaRPr lang="en-US">
              <a:latin typeface="Segoe UI"/>
              <a:cs typeface="Segoe UI"/>
            </a:endParaRPr>
          </a:p>
          <a:p>
            <a:pPr>
              <a:spcAft>
                <a:spcPts val="1200"/>
              </a:spcAft>
            </a:pPr>
            <a:r>
              <a:rPr lang="en-US" b="1">
                <a:latin typeface="Segoe UI"/>
                <a:ea typeface="+mn-lt"/>
                <a:cs typeface="Segoe UI"/>
              </a:rPr>
              <a:t>🟠 HIGH RISK: Knowledge Transfer</a:t>
            </a:r>
            <a:endParaRPr lang="en-US">
              <a:latin typeface="Segoe UI"/>
              <a:cs typeface="Segoe UI"/>
            </a:endParaRPr>
          </a:p>
          <a:p>
            <a:pPr marL="285750">
              <a:spcAft>
                <a:spcPts val="1200"/>
              </a:spcAft>
              <a:buFont typeface="Arial"/>
              <a:buChar char="•"/>
            </a:pPr>
            <a:r>
              <a:rPr lang="en-US">
                <a:latin typeface="Segoe UI"/>
                <a:ea typeface="+mn-lt"/>
                <a:cs typeface="Segoe UI"/>
              </a:rPr>
              <a:t>Viability UNKNOWN - never tested with independent vendor</a:t>
            </a:r>
            <a:endParaRPr lang="en-US">
              <a:latin typeface="Segoe UI"/>
              <a:cs typeface="Segoe UI"/>
            </a:endParaRPr>
          </a:p>
          <a:p>
            <a:pPr marL="285750">
              <a:spcAft>
                <a:spcPts val="1200"/>
              </a:spcAft>
              <a:buFont typeface="Arial"/>
              <a:buChar char="•"/>
            </a:pPr>
            <a:r>
              <a:rPr lang="en-US">
                <a:latin typeface="Segoe UI"/>
                <a:ea typeface="+mn-lt"/>
                <a:cs typeface="Segoe UI"/>
              </a:rPr>
              <a:t>76,000+ lines, minimal documentation, high implicit knowledge</a:t>
            </a:r>
            <a:endParaRPr lang="en-US">
              <a:latin typeface="Segoe UI"/>
              <a:cs typeface="Segoe UI"/>
            </a:endParaRPr>
          </a:p>
        </p:txBody>
      </p:sp>
    </p:spTree>
    <p:extLst>
      <p:ext uri="{BB962C8B-B14F-4D97-AF65-F5344CB8AC3E}">
        <p14:creationId xmlns:p14="http://schemas.microsoft.com/office/powerpoint/2010/main" val="28452499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2C065-08BB-FAF4-C29D-D8144B8A1E7A}"/>
            </a:ext>
          </a:extLst>
        </p:cNvPr>
        <p:cNvGrpSpPr/>
        <p:nvPr/>
      </p:nvGrpSpPr>
      <p:grpSpPr>
        <a:xfrm>
          <a:off x="0" y="0"/>
          <a:ext cx="0" cy="0"/>
          <a:chOff x="0" y="0"/>
          <a:chExt cx="0" cy="0"/>
        </a:xfrm>
      </p:grpSpPr>
      <p:sp>
        <p:nvSpPr>
          <p:cNvPr id="5" name="TextBox 1">
            <a:extLst>
              <a:ext uri="{FF2B5EF4-FFF2-40B4-BE49-F238E27FC236}">
                <a16:creationId xmlns:a16="http://schemas.microsoft.com/office/drawing/2014/main" id="{1EF3D122-1F94-BA9A-405C-85E19593F827}"/>
              </a:ext>
            </a:extLst>
          </p:cNvPr>
          <p:cNvSpPr txBox="1"/>
          <p:nvPr/>
        </p:nvSpPr>
        <p:spPr>
          <a:xfrm>
            <a:off x="457200" y="343989"/>
            <a:ext cx="11296101" cy="584775"/>
          </a:xfrm>
          <a:prstGeom prst="rect">
            <a:avLst/>
          </a:prstGeom>
          <a:noFill/>
        </p:spPr>
        <p:txBody>
          <a:bodyPr wrap="square" lIns="91440" tIns="45720" rIns="91440" bIns="45720" anchor="t">
            <a:spAutoFit/>
          </a:bodyPr>
          <a:lstStyle/>
          <a:p>
            <a:pPr>
              <a:defRPr sz="4000" b="1">
                <a:solidFill>
                  <a:srgbClr val="003366"/>
                </a:solidFill>
              </a:defRPr>
            </a:pPr>
            <a:r>
              <a:rPr lang="en-US" sz="3200">
                <a:solidFill>
                  <a:srgbClr val="003366"/>
                </a:solidFill>
                <a:latin typeface="Segoe UI"/>
                <a:ea typeface="+mn-lt"/>
                <a:cs typeface="Segoe UI"/>
              </a:rPr>
              <a:t>1. Matching Engine Deep-Dive - "Heart of the Product"</a:t>
            </a:r>
            <a:endParaRPr lang="en-US" sz="3200">
              <a:latin typeface="Segoe UI"/>
              <a:cs typeface="Segoe UI"/>
            </a:endParaRPr>
          </a:p>
        </p:txBody>
      </p:sp>
      <p:sp>
        <p:nvSpPr>
          <p:cNvPr id="8" name="Espace réservé du pied de page 2">
            <a:extLst>
              <a:ext uri="{FF2B5EF4-FFF2-40B4-BE49-F238E27FC236}">
                <a16:creationId xmlns:a16="http://schemas.microsoft.com/office/drawing/2014/main" id="{BE17B757-6EE3-20DE-7F8B-B1BF4E5D09DD}"/>
              </a:ext>
            </a:extLst>
          </p:cNvPr>
          <p:cNvSpPr>
            <a:spLocks noGrp="1"/>
          </p:cNvSpPr>
          <p:nvPr>
            <p:ph type="ftr" sz="quarter" idx="11"/>
          </p:nvPr>
        </p:nvSpPr>
        <p:spPr>
          <a:xfrm>
            <a:off x="-593" y="6444952"/>
            <a:ext cx="12193181" cy="412389"/>
          </a:xfrm>
          <a:solidFill>
            <a:srgbClr val="F8F9FB"/>
          </a:solidFill>
          <a:ln>
            <a:solidFill>
              <a:srgbClr val="E1E4E8"/>
            </a:solidFill>
          </a:ln>
        </p:spPr>
        <p:txBody>
          <a:bodyPr/>
          <a:lstStyle/>
          <a:p>
            <a:pPr algn="l"/>
            <a:r>
              <a:rPr lang="en-US" sz="1100">
                <a:solidFill>
                  <a:srgbClr val="6B7C93"/>
                </a:solidFill>
                <a:latin typeface="Segoe UI"/>
                <a:ea typeface="+mn-lt"/>
                <a:cs typeface="Segoe UI"/>
              </a:rPr>
              <a:t>  ISWC System Audit – Findings &amp; Strategic Recommendations • November 24, 2025</a:t>
            </a:r>
            <a:endParaRPr lang="en-US" sz="1100">
              <a:latin typeface="Segoe UI"/>
              <a:cs typeface="Segoe UI"/>
            </a:endParaRPr>
          </a:p>
        </p:txBody>
      </p:sp>
      <p:sp>
        <p:nvSpPr>
          <p:cNvPr id="10" name="Espace réservé du numéro de diapositive 6">
            <a:extLst>
              <a:ext uri="{FF2B5EF4-FFF2-40B4-BE49-F238E27FC236}">
                <a16:creationId xmlns:a16="http://schemas.microsoft.com/office/drawing/2014/main" id="{ABE745EB-0DAD-BE7C-3213-3CD4BE4D57D4}"/>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smtClean="0">
                <a:solidFill>
                  <a:srgbClr val="1E3A5F"/>
                </a:solidFill>
                <a:latin typeface="Segoe UI"/>
                <a:cs typeface="Segoe UI"/>
              </a:rPr>
              <a:pPr algn="ctr"/>
              <a:t>26</a:t>
            </a:fld>
            <a:endParaRPr lang="en-US">
              <a:solidFill>
                <a:srgbClr val="1E3A5F"/>
              </a:solidFill>
              <a:latin typeface="Segoe UI"/>
              <a:ea typeface="Calibri"/>
              <a:cs typeface="Segoe UI"/>
            </a:endParaRPr>
          </a:p>
        </p:txBody>
      </p:sp>
      <p:sp>
        <p:nvSpPr>
          <p:cNvPr id="4" name="ZoneTexte 3">
            <a:extLst>
              <a:ext uri="{FF2B5EF4-FFF2-40B4-BE49-F238E27FC236}">
                <a16:creationId xmlns:a16="http://schemas.microsoft.com/office/drawing/2014/main" id="{B4CC2C5E-75D6-7397-A5C3-171E54F2D84E}"/>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b="1">
                <a:solidFill>
                  <a:srgbClr val="1E3A5F"/>
                </a:solidFill>
                <a:latin typeface="Segoe UI"/>
                <a:ea typeface="Calibri"/>
                <a:cs typeface="Segoe UI"/>
              </a:rPr>
              <a:t>———  PART 5 — Vendor Lock-in Reality</a:t>
            </a:r>
          </a:p>
        </p:txBody>
      </p:sp>
      <p:cxnSp>
        <p:nvCxnSpPr>
          <p:cNvPr id="9" name="Connecteur droit avec flèche 8">
            <a:extLst>
              <a:ext uri="{FF2B5EF4-FFF2-40B4-BE49-F238E27FC236}">
                <a16:creationId xmlns:a16="http://schemas.microsoft.com/office/drawing/2014/main" id="{10296B66-88C1-4A03-C429-CEDE378EB660}"/>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graphicFrame>
        <p:nvGraphicFramePr>
          <p:cNvPr id="6" name="Tableau 5">
            <a:extLst>
              <a:ext uri="{FF2B5EF4-FFF2-40B4-BE49-F238E27FC236}">
                <a16:creationId xmlns:a16="http://schemas.microsoft.com/office/drawing/2014/main" id="{3BC398D0-D64B-855E-78AB-490B84904D27}"/>
              </a:ext>
            </a:extLst>
          </p:cNvPr>
          <p:cNvGraphicFramePr>
            <a:graphicFrameLocks noGrp="1"/>
          </p:cNvGraphicFramePr>
          <p:nvPr>
            <p:extLst>
              <p:ext uri="{D42A27DB-BD31-4B8C-83A1-F6EECF244321}">
                <p14:modId xmlns:p14="http://schemas.microsoft.com/office/powerpoint/2010/main" val="721692064"/>
              </p:ext>
            </p:extLst>
          </p:nvPr>
        </p:nvGraphicFramePr>
        <p:xfrm>
          <a:off x="743752" y="1328265"/>
          <a:ext cx="10708752" cy="1987880"/>
        </p:xfrm>
        <a:graphic>
          <a:graphicData uri="http://schemas.openxmlformats.org/drawingml/2006/table">
            <a:tbl>
              <a:tblPr firstRow="1" bandRow="1">
                <a:tableStyleId>{69012ECD-51FC-41F1-AA8D-1B2483CD663E}</a:tableStyleId>
              </a:tblPr>
              <a:tblGrid>
                <a:gridCol w="3531172">
                  <a:extLst>
                    <a:ext uri="{9D8B030D-6E8A-4147-A177-3AD203B41FA5}">
                      <a16:colId xmlns:a16="http://schemas.microsoft.com/office/drawing/2014/main" val="3373040670"/>
                    </a:ext>
                  </a:extLst>
                </a:gridCol>
                <a:gridCol w="1612794">
                  <a:extLst>
                    <a:ext uri="{9D8B030D-6E8A-4147-A177-3AD203B41FA5}">
                      <a16:colId xmlns:a16="http://schemas.microsoft.com/office/drawing/2014/main" val="778146812"/>
                    </a:ext>
                  </a:extLst>
                </a:gridCol>
                <a:gridCol w="5564786">
                  <a:extLst>
                    <a:ext uri="{9D8B030D-6E8A-4147-A177-3AD203B41FA5}">
                      <a16:colId xmlns:a16="http://schemas.microsoft.com/office/drawing/2014/main" val="475243611"/>
                    </a:ext>
                  </a:extLst>
                </a:gridCol>
              </a:tblGrid>
              <a:tr h="332666">
                <a:tc>
                  <a:txBody>
                    <a:bodyPr/>
                    <a:lstStyle/>
                    <a:p>
                      <a:pPr algn="l">
                        <a:buNone/>
                      </a:pPr>
                      <a:r>
                        <a:rPr lang="en-US" sz="1400" noProof="0">
                          <a:effectLst/>
                        </a:rPr>
                        <a:t>Aspect</a:t>
                      </a:r>
                    </a:p>
                  </a:txBody>
                  <a:tcPr marL="123945" marR="123945" marT="57206" marB="57206" anchor="ctr"/>
                </a:tc>
                <a:tc>
                  <a:txBody>
                    <a:bodyPr/>
                    <a:lstStyle/>
                    <a:p>
                      <a:pPr algn="l">
                        <a:buNone/>
                      </a:pPr>
                      <a:r>
                        <a:rPr lang="en-US" sz="1400" noProof="0">
                          <a:effectLst/>
                        </a:rPr>
                        <a:t>Status</a:t>
                      </a:r>
                    </a:p>
                  </a:txBody>
                  <a:tcPr marL="123945" marR="123945" marT="57206" marB="57206" anchor="ctr"/>
                </a:tc>
                <a:tc>
                  <a:txBody>
                    <a:bodyPr/>
                    <a:lstStyle/>
                    <a:p>
                      <a:pPr algn="l">
                        <a:buNone/>
                      </a:pPr>
                      <a:r>
                        <a:rPr lang="en-US" sz="1400" noProof="0">
                          <a:effectLst/>
                        </a:rPr>
                        <a:t>Details</a:t>
                      </a:r>
                    </a:p>
                  </a:txBody>
                  <a:tcPr marL="123945" marR="123945" marT="57206" marB="57206" anchor="ctr"/>
                </a:tc>
                <a:extLst>
                  <a:ext uri="{0D108BD9-81ED-4DB2-BD59-A6C34878D82A}">
                    <a16:rowId xmlns:a16="http://schemas.microsoft.com/office/drawing/2014/main" val="2456400065"/>
                  </a:ext>
                </a:extLst>
              </a:tr>
              <a:tr h="551738">
                <a:tc>
                  <a:txBody>
                    <a:bodyPr/>
                    <a:lstStyle/>
                    <a:p>
                      <a:pPr>
                        <a:buNone/>
                      </a:pPr>
                      <a:r>
                        <a:rPr lang="en-US" sz="1400" noProof="0">
                          <a:effectLst/>
                        </a:rPr>
                        <a:t>✅ </a:t>
                      </a:r>
                      <a:r>
                        <a:rPr lang="en-US" sz="1400" b="1" noProof="0">
                          <a:effectLst/>
                        </a:rPr>
                        <a:t>Separation</a:t>
                      </a:r>
                      <a:endParaRPr lang="en-US" sz="1400" noProof="0">
                        <a:effectLst/>
                      </a:endParaRPr>
                    </a:p>
                  </a:txBody>
                  <a:tcPr marL="123945" marR="123945" marT="57206" marB="57206" anchor="ctr">
                    <a:solidFill>
                      <a:schemeClr val="bg1"/>
                    </a:solidFill>
                  </a:tcPr>
                </a:tc>
                <a:tc>
                  <a:txBody>
                    <a:bodyPr/>
                    <a:lstStyle/>
                    <a:p>
                      <a:pPr>
                        <a:buNone/>
                      </a:pPr>
                      <a:r>
                        <a:rPr lang="en-US" sz="1400" noProof="0">
                          <a:effectLst/>
                        </a:rPr>
                        <a:t>POSITIVE</a:t>
                      </a:r>
                    </a:p>
                  </a:txBody>
                  <a:tcPr marL="123945" marR="123945" marT="57206" marB="57206" anchor="ctr">
                    <a:solidFill>
                      <a:schemeClr val="bg1"/>
                    </a:solidFill>
                  </a:tcPr>
                </a:tc>
                <a:tc>
                  <a:txBody>
                    <a:bodyPr/>
                    <a:lstStyle/>
                    <a:p>
                      <a:pPr>
                        <a:buNone/>
                      </a:pPr>
                      <a:r>
                        <a:rPr lang="en-US" sz="1400" noProof="0">
                          <a:effectLst/>
                        </a:rPr>
                        <a:t>Clean architectural separation, physically deployed separately</a:t>
                      </a:r>
                    </a:p>
                  </a:txBody>
                  <a:tcPr marL="123945" marR="123945" marT="57206" marB="57206" anchor="ctr">
                    <a:solidFill>
                      <a:schemeClr val="bg1"/>
                    </a:solidFill>
                  </a:tcPr>
                </a:tc>
                <a:extLst>
                  <a:ext uri="{0D108BD9-81ED-4DB2-BD59-A6C34878D82A}">
                    <a16:rowId xmlns:a16="http://schemas.microsoft.com/office/drawing/2014/main" val="175682159"/>
                  </a:ext>
                </a:extLst>
              </a:tr>
              <a:tr h="551738">
                <a:tc>
                  <a:txBody>
                    <a:bodyPr/>
                    <a:lstStyle/>
                    <a:p>
                      <a:pPr>
                        <a:buNone/>
                      </a:pPr>
                      <a:r>
                        <a:rPr lang="en-US" sz="1400" noProof="0">
                          <a:effectLst/>
                        </a:rPr>
                        <a:t>⚠️ </a:t>
                      </a:r>
                      <a:r>
                        <a:rPr lang="en-US" sz="1400" b="1" noProof="0">
                          <a:effectLst/>
                        </a:rPr>
                        <a:t>Performance</a:t>
                      </a:r>
                      <a:endParaRPr lang="en-US" sz="1400" noProof="0">
                        <a:effectLst/>
                      </a:endParaRPr>
                    </a:p>
                  </a:txBody>
                  <a:tcPr marL="123945" marR="123945" marT="57206" marB="57206" anchor="ctr">
                    <a:solidFill>
                      <a:schemeClr val="bg1"/>
                    </a:solidFill>
                  </a:tcPr>
                </a:tc>
                <a:tc>
                  <a:txBody>
                    <a:bodyPr/>
                    <a:lstStyle/>
                    <a:p>
                      <a:pPr>
                        <a:buNone/>
                      </a:pPr>
                      <a:r>
                        <a:rPr lang="en-US" sz="1400" noProof="0">
                          <a:effectLst/>
                        </a:rPr>
                        <a:t>CONCERN</a:t>
                      </a:r>
                    </a:p>
                  </a:txBody>
                  <a:tcPr marL="123945" marR="123945" marT="57206" marB="57206" anchor="ctr">
                    <a:solidFill>
                      <a:schemeClr val="bg1"/>
                    </a:solidFill>
                  </a:tcPr>
                </a:tc>
                <a:tc>
                  <a:txBody>
                    <a:bodyPr/>
                    <a:lstStyle/>
                    <a:p>
                      <a:pPr>
                        <a:buNone/>
                      </a:pPr>
                      <a:r>
                        <a:rPr lang="en-US" sz="1400" noProof="0">
                          <a:effectLst/>
                        </a:rPr>
                        <a:t>(Probable) Synchronous blocking calls create performance coupling</a:t>
                      </a:r>
                    </a:p>
                  </a:txBody>
                  <a:tcPr marL="123945" marR="123945" marT="57206" marB="57206" anchor="ctr">
                    <a:solidFill>
                      <a:schemeClr val="bg1"/>
                    </a:solidFill>
                  </a:tcPr>
                </a:tc>
                <a:extLst>
                  <a:ext uri="{0D108BD9-81ED-4DB2-BD59-A6C34878D82A}">
                    <a16:rowId xmlns:a16="http://schemas.microsoft.com/office/drawing/2014/main" val="3402997896"/>
                  </a:ext>
                </a:extLst>
              </a:tr>
              <a:tr h="551738">
                <a:tc>
                  <a:txBody>
                    <a:bodyPr/>
                    <a:lstStyle/>
                    <a:p>
                      <a:pPr>
                        <a:buNone/>
                      </a:pPr>
                      <a:r>
                        <a:rPr lang="en-US" sz="1400" noProof="0">
                          <a:effectLst/>
                        </a:rPr>
                        <a:t>🔴 </a:t>
                      </a:r>
                      <a:r>
                        <a:rPr lang="en-US" sz="1400" b="1" noProof="0">
                          <a:effectLst/>
                        </a:rPr>
                        <a:t>Access</a:t>
                      </a:r>
                      <a:endParaRPr lang="en-US" sz="1400" noProof="0">
                        <a:effectLst/>
                      </a:endParaRPr>
                    </a:p>
                  </a:txBody>
                  <a:tcPr marL="123945" marR="123945" marT="57206" marB="57206" anchor="ctr">
                    <a:solidFill>
                      <a:schemeClr val="bg1"/>
                    </a:solidFill>
                  </a:tcPr>
                </a:tc>
                <a:tc>
                  <a:txBody>
                    <a:bodyPr/>
                    <a:lstStyle/>
                    <a:p>
                      <a:pPr>
                        <a:buNone/>
                      </a:pPr>
                      <a:r>
                        <a:rPr lang="en-US" sz="1400" noProof="0">
                          <a:effectLst/>
                        </a:rPr>
                        <a:t>BLOCKER</a:t>
                      </a:r>
                    </a:p>
                  </a:txBody>
                  <a:tcPr marL="123945" marR="123945" marT="57206" marB="57206" anchor="ctr">
                    <a:solidFill>
                      <a:schemeClr val="bg1"/>
                    </a:solidFill>
                  </a:tcPr>
                </a:tc>
                <a:tc>
                  <a:txBody>
                    <a:bodyPr/>
                    <a:lstStyle/>
                    <a:p>
                      <a:pPr>
                        <a:buNone/>
                      </a:pPr>
                      <a:r>
                        <a:rPr lang="en-US" sz="1400" noProof="0">
                          <a:effectLst/>
                        </a:rPr>
                        <a:t>Contractual restriction - source code inaccessible</a:t>
                      </a:r>
                    </a:p>
                  </a:txBody>
                  <a:tcPr marL="123945" marR="123945" marT="57206" marB="57206" anchor="ctr">
                    <a:solidFill>
                      <a:schemeClr val="bg1"/>
                    </a:solidFill>
                  </a:tcPr>
                </a:tc>
                <a:extLst>
                  <a:ext uri="{0D108BD9-81ED-4DB2-BD59-A6C34878D82A}">
                    <a16:rowId xmlns:a16="http://schemas.microsoft.com/office/drawing/2014/main" val="2909856539"/>
                  </a:ext>
                </a:extLst>
              </a:tr>
            </a:tbl>
          </a:graphicData>
        </a:graphic>
      </p:graphicFrame>
      <p:sp>
        <p:nvSpPr>
          <p:cNvPr id="11" name="ZoneTexte 10">
            <a:extLst>
              <a:ext uri="{FF2B5EF4-FFF2-40B4-BE49-F238E27FC236}">
                <a16:creationId xmlns:a16="http://schemas.microsoft.com/office/drawing/2014/main" id="{58E53000-6ED4-98ED-BA5B-E0E43D6C59BC}"/>
              </a:ext>
            </a:extLst>
          </p:cNvPr>
          <p:cNvSpPr txBox="1"/>
          <p:nvPr/>
        </p:nvSpPr>
        <p:spPr>
          <a:xfrm>
            <a:off x="736856" y="3897760"/>
            <a:ext cx="5203371" cy="1446550"/>
          </a:xfrm>
          <a:prstGeom prst="rect">
            <a:avLst/>
          </a:prstGeom>
          <a:noFill/>
          <a:ln>
            <a:solidFill>
              <a:srgbClr val="4472C4"/>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03366"/>
                </a:solidFill>
                <a:latin typeface="Segoe UI"/>
                <a:ea typeface="+mn-lt"/>
                <a:cs typeface="Segoe UI"/>
              </a:rPr>
              <a:t>📋 Contractual Constraints</a:t>
            </a:r>
            <a:endParaRPr lang="en-US" b="1">
              <a:solidFill>
                <a:srgbClr val="003366"/>
              </a:solidFill>
              <a:latin typeface="Segoe UI"/>
              <a:cs typeface="Segoe UI"/>
            </a:endParaRPr>
          </a:p>
          <a:p>
            <a:endParaRPr lang="en-US" sz="1400">
              <a:latin typeface="Segoe UI"/>
              <a:cs typeface="Segoe UI"/>
            </a:endParaRPr>
          </a:p>
          <a:p>
            <a:pPr marL="285750" indent="-285750">
              <a:buFont typeface="Arial"/>
              <a:buChar char="•"/>
            </a:pPr>
            <a:r>
              <a:rPr lang="en-US" sz="1400">
                <a:latin typeface="Segoe UI"/>
                <a:ea typeface="+mn-lt"/>
                <a:cs typeface="Segoe UI"/>
              </a:rPr>
              <a:t>Source code access: Contract termination only</a:t>
            </a:r>
            <a:endParaRPr lang="en-US" sz="1400">
              <a:latin typeface="Segoe UI"/>
              <a:cs typeface="Segoe UI"/>
            </a:endParaRPr>
          </a:p>
          <a:p>
            <a:pPr marL="285750" indent="-285750">
              <a:buFont typeface="Arial"/>
              <a:buChar char="•"/>
            </a:pPr>
            <a:r>
              <a:rPr lang="en-US" sz="1400">
                <a:latin typeface="Segoe UI"/>
                <a:ea typeface="+mn-lt"/>
                <a:cs typeface="Segoe UI"/>
              </a:rPr>
              <a:t>Spanish Point position: "Heart of the product"</a:t>
            </a:r>
            <a:endParaRPr lang="en-US" sz="1400">
              <a:latin typeface="Segoe UI"/>
              <a:cs typeface="Segoe UI"/>
            </a:endParaRPr>
          </a:p>
          <a:p>
            <a:pPr marL="285750" indent="-285750">
              <a:buFont typeface="Arial"/>
              <a:buChar char="•"/>
            </a:pPr>
            <a:r>
              <a:rPr lang="en-US" sz="1400">
                <a:latin typeface="Segoe UI"/>
                <a:ea typeface="+mn-lt"/>
                <a:cs typeface="Segoe UI"/>
              </a:rPr>
              <a:t>Alternative vendors: Research needed (→ Phase 1)</a:t>
            </a:r>
            <a:endParaRPr lang="en-US" sz="1400">
              <a:latin typeface="Segoe UI"/>
              <a:cs typeface="Segoe UI"/>
            </a:endParaRPr>
          </a:p>
          <a:p>
            <a:pPr marL="285750" indent="-285750">
              <a:buFont typeface="Arial"/>
              <a:buChar char="•"/>
            </a:pPr>
            <a:r>
              <a:rPr lang="en-US" sz="1400">
                <a:latin typeface="Segoe UI"/>
                <a:ea typeface="+mn-lt"/>
                <a:cs typeface="Segoe UI"/>
              </a:rPr>
              <a:t>Licensing implications: Unknown</a:t>
            </a:r>
          </a:p>
        </p:txBody>
      </p:sp>
      <p:sp>
        <p:nvSpPr>
          <p:cNvPr id="13" name="ZoneTexte 12">
            <a:extLst>
              <a:ext uri="{FF2B5EF4-FFF2-40B4-BE49-F238E27FC236}">
                <a16:creationId xmlns:a16="http://schemas.microsoft.com/office/drawing/2014/main" id="{6707C6C7-13D4-8ECB-E4E1-495CA2D9871B}"/>
              </a:ext>
            </a:extLst>
          </p:cNvPr>
          <p:cNvSpPr txBox="1"/>
          <p:nvPr/>
        </p:nvSpPr>
        <p:spPr>
          <a:xfrm>
            <a:off x="6231964" y="3897760"/>
            <a:ext cx="5212080" cy="1477328"/>
          </a:xfrm>
          <a:prstGeom prst="rect">
            <a:avLst/>
          </a:prstGeom>
          <a:noFill/>
          <a:ln>
            <a:solidFill>
              <a:srgbClr val="4472C4"/>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Segoe UI"/>
                <a:ea typeface="+mn-lt"/>
                <a:cs typeface="Segoe UI"/>
              </a:rPr>
              <a:t>⚙️</a:t>
            </a:r>
            <a:r>
              <a:rPr lang="en-US" b="1">
                <a:solidFill>
                  <a:srgbClr val="003366"/>
                </a:solidFill>
                <a:latin typeface="Segoe UI"/>
                <a:ea typeface="+mn-lt"/>
                <a:cs typeface="Segoe UI"/>
              </a:rPr>
              <a:t> Technical Coupling Details</a:t>
            </a:r>
            <a:endParaRPr lang="en-US" b="1">
              <a:solidFill>
                <a:srgbClr val="003366"/>
              </a:solidFill>
              <a:latin typeface="Segoe UI"/>
              <a:cs typeface="Segoe UI"/>
            </a:endParaRPr>
          </a:p>
          <a:p>
            <a:endParaRPr lang="en-US" sz="1600">
              <a:latin typeface="Segoe UI"/>
              <a:cs typeface="Segoe UI"/>
            </a:endParaRPr>
          </a:p>
          <a:p>
            <a:pPr marL="285750" indent="-285750">
              <a:buFont typeface="Arial"/>
              <a:buChar char="•"/>
            </a:pPr>
            <a:r>
              <a:rPr lang="en-US" sz="1400">
                <a:latin typeface="Segoe UI"/>
                <a:ea typeface="+mn-lt"/>
                <a:cs typeface="Segoe UI"/>
              </a:rPr>
              <a:t>REST API integration: Synchronous HTTP calls</a:t>
            </a:r>
            <a:endParaRPr lang="en-US" sz="1400">
              <a:latin typeface="Segoe UI"/>
              <a:cs typeface="Segoe UI"/>
            </a:endParaRPr>
          </a:p>
          <a:p>
            <a:pPr marL="285750" indent="-285750">
              <a:buFont typeface="Arial"/>
              <a:buChar char="•"/>
            </a:pPr>
            <a:r>
              <a:rPr lang="en-US" sz="1400">
                <a:latin typeface="Segoe UI"/>
                <a:ea typeface="+mn-lt"/>
                <a:cs typeface="Segoe UI"/>
              </a:rPr>
              <a:t>Performance risk: Blocking calls may cause latency</a:t>
            </a:r>
            <a:endParaRPr lang="en-US" sz="1400">
              <a:latin typeface="Segoe UI"/>
              <a:cs typeface="Segoe UI"/>
            </a:endParaRPr>
          </a:p>
          <a:p>
            <a:pPr marL="285750" indent="-285750">
              <a:buFont typeface="Arial"/>
              <a:buChar char="•"/>
            </a:pPr>
            <a:r>
              <a:rPr lang="en-US" sz="1400">
                <a:latin typeface="Segoe UI"/>
                <a:ea typeface="+mn-lt"/>
                <a:cs typeface="Segoe UI"/>
              </a:rPr>
              <a:t>Alternative pattern: Queue-based async would decouple</a:t>
            </a:r>
            <a:endParaRPr lang="en-US" sz="1400">
              <a:latin typeface="Segoe UI"/>
              <a:cs typeface="Segoe UI"/>
            </a:endParaRPr>
          </a:p>
          <a:p>
            <a:pPr marL="285750" indent="-285750">
              <a:buFont typeface="Arial"/>
              <a:buChar char="•"/>
            </a:pPr>
            <a:r>
              <a:rPr lang="en-US" sz="1400">
                <a:latin typeface="Segoe UI"/>
                <a:ea typeface="+mn-lt"/>
                <a:cs typeface="Segoe UI"/>
              </a:rPr>
              <a:t>Replacement effort: Substantial refactoring required</a:t>
            </a:r>
            <a:endParaRPr lang="en-US" sz="1400">
              <a:latin typeface="Segoe UI"/>
              <a:cs typeface="Segoe UI"/>
            </a:endParaRPr>
          </a:p>
        </p:txBody>
      </p:sp>
    </p:spTree>
    <p:extLst>
      <p:ext uri="{BB962C8B-B14F-4D97-AF65-F5344CB8AC3E}">
        <p14:creationId xmlns:p14="http://schemas.microsoft.com/office/powerpoint/2010/main" val="11263315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7A970-B444-9855-E11F-647E94B70A6A}"/>
            </a:ext>
          </a:extLst>
        </p:cNvPr>
        <p:cNvGrpSpPr/>
        <p:nvPr/>
      </p:nvGrpSpPr>
      <p:grpSpPr>
        <a:xfrm>
          <a:off x="0" y="0"/>
          <a:ext cx="0" cy="0"/>
          <a:chOff x="0" y="0"/>
          <a:chExt cx="0" cy="0"/>
        </a:xfrm>
      </p:grpSpPr>
      <p:sp>
        <p:nvSpPr>
          <p:cNvPr id="5" name="TextBox 1">
            <a:extLst>
              <a:ext uri="{FF2B5EF4-FFF2-40B4-BE49-F238E27FC236}">
                <a16:creationId xmlns:a16="http://schemas.microsoft.com/office/drawing/2014/main" id="{128515DD-4BEA-DD76-3FC9-6073966676A4}"/>
              </a:ext>
            </a:extLst>
          </p:cNvPr>
          <p:cNvSpPr txBox="1"/>
          <p:nvPr/>
        </p:nvSpPr>
        <p:spPr>
          <a:xfrm>
            <a:off x="457200" y="343989"/>
            <a:ext cx="11296101" cy="584775"/>
          </a:xfrm>
          <a:prstGeom prst="rect">
            <a:avLst/>
          </a:prstGeom>
          <a:noFill/>
        </p:spPr>
        <p:txBody>
          <a:bodyPr wrap="square" lIns="91440" tIns="45720" rIns="91440" bIns="45720" anchor="t">
            <a:spAutoFit/>
          </a:bodyPr>
          <a:lstStyle/>
          <a:p>
            <a:pPr>
              <a:defRPr sz="4000" b="1">
                <a:solidFill>
                  <a:srgbClr val="003366"/>
                </a:solidFill>
              </a:defRPr>
            </a:pPr>
            <a:r>
              <a:rPr lang="en-US" sz="3200">
                <a:solidFill>
                  <a:srgbClr val="003366"/>
                </a:solidFill>
                <a:latin typeface="Segoe UI"/>
                <a:ea typeface="+mn-lt"/>
                <a:cs typeface="Segoe UI"/>
              </a:rPr>
              <a:t>2. What We Can't Access - Visibility Gaps</a:t>
            </a:r>
            <a:endParaRPr lang="fr-FR"/>
          </a:p>
        </p:txBody>
      </p:sp>
      <p:sp>
        <p:nvSpPr>
          <p:cNvPr id="8" name="Espace réservé du pied de page 2">
            <a:extLst>
              <a:ext uri="{FF2B5EF4-FFF2-40B4-BE49-F238E27FC236}">
                <a16:creationId xmlns:a16="http://schemas.microsoft.com/office/drawing/2014/main" id="{82B3C0BC-A1C6-F2D1-43A6-273E80E2642C}"/>
              </a:ext>
            </a:extLst>
          </p:cNvPr>
          <p:cNvSpPr>
            <a:spLocks noGrp="1"/>
          </p:cNvSpPr>
          <p:nvPr>
            <p:ph type="ftr" sz="quarter" idx="11"/>
          </p:nvPr>
        </p:nvSpPr>
        <p:spPr>
          <a:xfrm>
            <a:off x="-593" y="6444952"/>
            <a:ext cx="12193181" cy="412389"/>
          </a:xfrm>
          <a:solidFill>
            <a:srgbClr val="F8F9FB"/>
          </a:solidFill>
          <a:ln>
            <a:solidFill>
              <a:srgbClr val="E1E4E8"/>
            </a:solidFill>
          </a:ln>
        </p:spPr>
        <p:txBody>
          <a:bodyPr/>
          <a:lstStyle/>
          <a:p>
            <a:pPr algn="l"/>
            <a:r>
              <a:rPr lang="en-US" sz="1100">
                <a:solidFill>
                  <a:srgbClr val="6B7C93"/>
                </a:solidFill>
                <a:latin typeface="Segoe UI"/>
                <a:ea typeface="+mn-lt"/>
                <a:cs typeface="Segoe UI"/>
              </a:rPr>
              <a:t>  ISWC System Audit – Findings &amp; Strategic Recommendations • November 24, 2025</a:t>
            </a:r>
            <a:endParaRPr lang="en-US" sz="1100">
              <a:latin typeface="Segoe UI"/>
              <a:cs typeface="Segoe UI"/>
            </a:endParaRPr>
          </a:p>
        </p:txBody>
      </p:sp>
      <p:sp>
        <p:nvSpPr>
          <p:cNvPr id="10" name="Espace réservé du numéro de diapositive 6">
            <a:extLst>
              <a:ext uri="{FF2B5EF4-FFF2-40B4-BE49-F238E27FC236}">
                <a16:creationId xmlns:a16="http://schemas.microsoft.com/office/drawing/2014/main" id="{F09EE69A-DE10-827F-6A21-52C6E374925D}"/>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smtClean="0">
                <a:solidFill>
                  <a:srgbClr val="1E3A5F"/>
                </a:solidFill>
                <a:latin typeface="Segoe UI"/>
                <a:cs typeface="Segoe UI"/>
              </a:rPr>
              <a:pPr algn="ctr"/>
              <a:t>27</a:t>
            </a:fld>
            <a:endParaRPr lang="en-US">
              <a:solidFill>
                <a:srgbClr val="1E3A5F"/>
              </a:solidFill>
              <a:latin typeface="Segoe UI"/>
              <a:ea typeface="Calibri"/>
              <a:cs typeface="Segoe UI"/>
            </a:endParaRPr>
          </a:p>
        </p:txBody>
      </p:sp>
      <p:sp>
        <p:nvSpPr>
          <p:cNvPr id="4" name="ZoneTexte 3">
            <a:extLst>
              <a:ext uri="{FF2B5EF4-FFF2-40B4-BE49-F238E27FC236}">
                <a16:creationId xmlns:a16="http://schemas.microsoft.com/office/drawing/2014/main" id="{9C4FAADE-69FF-5614-9FD4-14E8A63DB1F3}"/>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b="1">
                <a:solidFill>
                  <a:srgbClr val="1E3A5F"/>
                </a:solidFill>
                <a:latin typeface="Segoe UI"/>
                <a:ea typeface="Calibri"/>
                <a:cs typeface="Segoe UI"/>
              </a:rPr>
              <a:t>———  PART 5 — Vendor Lock-in Reality</a:t>
            </a:r>
          </a:p>
        </p:txBody>
      </p:sp>
      <p:cxnSp>
        <p:nvCxnSpPr>
          <p:cNvPr id="9" name="Connecteur droit avec flèche 8">
            <a:extLst>
              <a:ext uri="{FF2B5EF4-FFF2-40B4-BE49-F238E27FC236}">
                <a16:creationId xmlns:a16="http://schemas.microsoft.com/office/drawing/2014/main" id="{9B234063-1F49-C9DF-5CAE-50B8D8C73CDD}"/>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graphicFrame>
        <p:nvGraphicFramePr>
          <p:cNvPr id="3" name="Tableau 2">
            <a:extLst>
              <a:ext uri="{FF2B5EF4-FFF2-40B4-BE49-F238E27FC236}">
                <a16:creationId xmlns:a16="http://schemas.microsoft.com/office/drawing/2014/main" id="{59FE910B-7E43-135C-1ABC-090429D8DEFA}"/>
              </a:ext>
            </a:extLst>
          </p:cNvPr>
          <p:cNvGraphicFramePr>
            <a:graphicFrameLocks noGrp="1"/>
          </p:cNvGraphicFramePr>
          <p:nvPr>
            <p:extLst>
              <p:ext uri="{D42A27DB-BD31-4B8C-83A1-F6EECF244321}">
                <p14:modId xmlns:p14="http://schemas.microsoft.com/office/powerpoint/2010/main" val="4083289517"/>
              </p:ext>
            </p:extLst>
          </p:nvPr>
        </p:nvGraphicFramePr>
        <p:xfrm>
          <a:off x="458351" y="1333553"/>
          <a:ext cx="11273878" cy="4193642"/>
        </p:xfrm>
        <a:graphic>
          <a:graphicData uri="http://schemas.openxmlformats.org/drawingml/2006/table">
            <a:tbl>
              <a:tblPr firstRow="1" bandRow="1">
                <a:tableStyleId>{5C22544A-7EE6-4342-B048-85BDC9FD1C3A}</a:tableStyleId>
              </a:tblPr>
              <a:tblGrid>
                <a:gridCol w="3247189">
                  <a:extLst>
                    <a:ext uri="{9D8B030D-6E8A-4147-A177-3AD203B41FA5}">
                      <a16:colId xmlns:a16="http://schemas.microsoft.com/office/drawing/2014/main" val="1452700818"/>
                    </a:ext>
                  </a:extLst>
                </a:gridCol>
                <a:gridCol w="1929720">
                  <a:extLst>
                    <a:ext uri="{9D8B030D-6E8A-4147-A177-3AD203B41FA5}">
                      <a16:colId xmlns:a16="http://schemas.microsoft.com/office/drawing/2014/main" val="121822711"/>
                    </a:ext>
                  </a:extLst>
                </a:gridCol>
                <a:gridCol w="6096969">
                  <a:extLst>
                    <a:ext uri="{9D8B030D-6E8A-4147-A177-3AD203B41FA5}">
                      <a16:colId xmlns:a16="http://schemas.microsoft.com/office/drawing/2014/main" val="116452266"/>
                    </a:ext>
                  </a:extLst>
                </a:gridCol>
              </a:tblGrid>
              <a:tr h="354079">
                <a:tc>
                  <a:txBody>
                    <a:bodyPr/>
                    <a:lstStyle/>
                    <a:p>
                      <a:pPr algn="l">
                        <a:buNone/>
                      </a:pPr>
                      <a:r>
                        <a:rPr lang="en-US" sz="1500" noProof="0">
                          <a:solidFill>
                            <a:srgbClr val="003366"/>
                          </a:solidFill>
                          <a:effectLst/>
                          <a:latin typeface="Segoe UI"/>
                        </a:rPr>
                        <a:t>Resource</a:t>
                      </a:r>
                    </a:p>
                  </a:txBody>
                  <a:tcPr marL="88698" marR="88698" marT="40938" marB="40938"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lgn="l">
                        <a:buNone/>
                      </a:pPr>
                      <a:r>
                        <a:rPr lang="en-US" sz="1500" noProof="0">
                          <a:solidFill>
                            <a:srgbClr val="003366"/>
                          </a:solidFill>
                          <a:effectLst/>
                          <a:latin typeface="Segoe UI"/>
                        </a:rPr>
                        <a:t>Status</a:t>
                      </a:r>
                    </a:p>
                  </a:txBody>
                  <a:tcPr marL="88698" marR="88698" marT="40938" marB="40938"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lgn="l">
                        <a:buNone/>
                      </a:pPr>
                      <a:r>
                        <a:rPr lang="en-US" sz="1500" noProof="0">
                          <a:solidFill>
                            <a:srgbClr val="003366"/>
                          </a:solidFill>
                          <a:effectLst/>
                          <a:latin typeface="Segoe UI"/>
                        </a:rPr>
                        <a:t>Impact on Vendor Independence</a:t>
                      </a:r>
                    </a:p>
                  </a:txBody>
                  <a:tcPr marL="88698" marR="88698" marT="40938" marB="40938"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334992300"/>
                  </a:ext>
                </a:extLst>
              </a:tr>
              <a:tr h="580914">
                <a:tc>
                  <a:txBody>
                    <a:bodyPr/>
                    <a:lstStyle/>
                    <a:p>
                      <a:pPr lvl="0">
                        <a:buNone/>
                      </a:pPr>
                      <a:r>
                        <a:rPr lang="en-US" sz="1500" noProof="0">
                          <a:effectLst/>
                          <a:latin typeface="Segoe UI"/>
                        </a:rPr>
                        <a:t>✅ </a:t>
                      </a:r>
                      <a:r>
                        <a:rPr lang="en-US" sz="1500" b="1" noProof="0">
                          <a:effectLst/>
                          <a:latin typeface="Segoe UI"/>
                        </a:rPr>
                        <a:t>ISWC Application Source Code</a:t>
                      </a:r>
                      <a:r>
                        <a:rPr lang="en-US" sz="1500" noProof="0">
                          <a:effectLst/>
                          <a:latin typeface="Segoe UI"/>
                        </a:rPr>
                        <a:t> (.NET 8)</a:t>
                      </a:r>
                      <a:endParaRPr lang="fr-FR">
                        <a:latin typeface="Segoe UI"/>
                      </a:endParaRPr>
                    </a:p>
                  </a:txBody>
                  <a:tcPr marL="88698" marR="88698" marT="40938" marB="40938"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lvl="0">
                        <a:buNone/>
                      </a:pPr>
                      <a:r>
                        <a:rPr lang="en-US" sz="1500" b="1" noProof="0">
                          <a:effectLst/>
                          <a:latin typeface="Segoe UI"/>
                        </a:rPr>
                        <a:t>GRANTED</a:t>
                      </a:r>
                    </a:p>
                  </a:txBody>
                  <a:tcPr marL="88698" marR="88698" marT="40938" marB="40938"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lvl="0">
                        <a:buNone/>
                      </a:pPr>
                      <a:r>
                        <a:rPr lang="en-US" sz="1500" noProof="0">
                          <a:effectLst/>
                          <a:latin typeface="Segoe UI"/>
                        </a:rPr>
                        <a:t>Can analyze architecture, code quality, integration patterns</a:t>
                      </a:r>
                      <a:endParaRPr lang="fr-FR">
                        <a:latin typeface="Segoe UI"/>
                      </a:endParaRPr>
                    </a:p>
                  </a:txBody>
                  <a:tcPr marL="88698" marR="88698" marT="40938" marB="40938"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66743298"/>
                  </a:ext>
                </a:extLst>
              </a:tr>
              <a:tr h="580914">
                <a:tc>
                  <a:txBody>
                    <a:bodyPr/>
                    <a:lstStyle/>
                    <a:p>
                      <a:pPr lvl="0">
                        <a:buNone/>
                      </a:pPr>
                      <a:r>
                        <a:rPr lang="en-US" sz="1500" noProof="0">
                          <a:effectLst/>
                          <a:latin typeface="Segoe UI"/>
                        </a:rPr>
                        <a:t>⚠️ </a:t>
                      </a:r>
                      <a:r>
                        <a:rPr lang="en-US" sz="1500" b="1" noProof="0">
                          <a:effectLst/>
                          <a:latin typeface="Segoe UI"/>
                        </a:rPr>
                        <a:t>Git Commit History</a:t>
                      </a:r>
                    </a:p>
                  </a:txBody>
                  <a:tcPr marL="88698" marR="88698" marT="40938" marB="40938"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tc>
                  <a:txBody>
                    <a:bodyPr/>
                    <a:lstStyle/>
                    <a:p>
                      <a:pPr lvl="0">
                        <a:buNone/>
                      </a:pPr>
                      <a:r>
                        <a:rPr lang="en-US" sz="1500" b="1" noProof="0">
                          <a:effectLst/>
                          <a:latin typeface="Segoe UI"/>
                        </a:rPr>
                        <a:t>PENDING</a:t>
                      </a:r>
                      <a:br>
                        <a:rPr lang="en-US" sz="1500" b="1" noProof="0">
                          <a:effectLst/>
                          <a:latin typeface="Segoe UI"/>
                        </a:rPr>
                      </a:br>
                      <a:r>
                        <a:rPr lang="en-US" sz="1500" noProof="0">
                          <a:effectLst/>
                          <a:latin typeface="Segoe UI"/>
                        </a:rPr>
                        <a:t>(3+ weeks)</a:t>
                      </a:r>
                      <a:endParaRPr lang="fr-FR">
                        <a:latin typeface="Segoe UI"/>
                      </a:endParaRPr>
                    </a:p>
                  </a:txBody>
                  <a:tcPr marL="88698" marR="88698" marT="40938" marB="40938"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tc>
                  <a:txBody>
                    <a:bodyPr/>
                    <a:lstStyle/>
                    <a:p>
                      <a:pPr lvl="0">
                        <a:buNone/>
                      </a:pPr>
                      <a:r>
                        <a:rPr lang="en-US" sz="1500" noProof="0">
                          <a:effectLst/>
                          <a:latin typeface="Segoe UI"/>
                        </a:rPr>
                        <a:t>Cannot analyze evolution, developer turnover, knowledge concentration (bus factor)</a:t>
                      </a:r>
                      <a:endParaRPr lang="fr-FR">
                        <a:latin typeface="Segoe UI"/>
                      </a:endParaRPr>
                    </a:p>
                  </a:txBody>
                  <a:tcPr marL="88698" marR="88698" marT="40938" marB="40938"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072748334"/>
                  </a:ext>
                </a:extLst>
              </a:tr>
              <a:tr h="580914">
                <a:tc>
                  <a:txBody>
                    <a:bodyPr/>
                    <a:lstStyle/>
                    <a:p>
                      <a:pPr lvl="0">
                        <a:buNone/>
                      </a:pPr>
                      <a:r>
                        <a:rPr lang="en-US" sz="1500" noProof="0">
                          <a:effectLst/>
                          <a:latin typeface="Segoe UI"/>
                        </a:rPr>
                        <a:t>🔴 </a:t>
                      </a:r>
                      <a:r>
                        <a:rPr lang="en-US" sz="1500" b="1" noProof="0">
                          <a:effectLst/>
                          <a:latin typeface="Segoe UI"/>
                        </a:rPr>
                        <a:t>Matching Engine Source Code</a:t>
                      </a:r>
                    </a:p>
                  </a:txBody>
                  <a:tcPr marL="88698" marR="88698" marT="40938" marB="40938"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lvl="0">
                        <a:buNone/>
                      </a:pPr>
                      <a:r>
                        <a:rPr lang="en-US" sz="1500" b="1" noProof="0">
                          <a:effectLst/>
                          <a:latin typeface="Segoe UI"/>
                        </a:rPr>
                        <a:t>BLOCKED</a:t>
                      </a:r>
                      <a:br>
                        <a:rPr lang="en-US" sz="1500" b="1" noProof="0">
                          <a:effectLst/>
                          <a:latin typeface="Segoe UI"/>
                        </a:rPr>
                      </a:br>
                      <a:r>
                        <a:rPr lang="en-US" sz="1500" noProof="0">
                          <a:effectLst/>
                          <a:latin typeface="Segoe UI"/>
                        </a:rPr>
                        <a:t>(Contract)</a:t>
                      </a:r>
                      <a:endParaRPr lang="fr-FR">
                        <a:latin typeface="Segoe UI"/>
                      </a:endParaRPr>
                    </a:p>
                  </a:txBody>
                  <a:tcPr marL="88698" marR="88698" marT="40938" marB="40938"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lvl="0">
                        <a:buNone/>
                      </a:pPr>
                      <a:r>
                        <a:rPr lang="en-US" sz="1500" noProof="0">
                          <a:effectLst/>
                          <a:latin typeface="Segoe UI"/>
                        </a:rPr>
                        <a:t>Cannot assess replacement feasibility, build alternative, or evaluate IP constraints</a:t>
                      </a:r>
                      <a:endParaRPr lang="fr-FR">
                        <a:latin typeface="Segoe UI"/>
                      </a:endParaRPr>
                    </a:p>
                  </a:txBody>
                  <a:tcPr marL="88698" marR="88698" marT="40938" marB="40938"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451323747"/>
                  </a:ext>
                </a:extLst>
              </a:tr>
              <a:tr h="580914">
                <a:tc>
                  <a:txBody>
                    <a:bodyPr/>
                    <a:lstStyle/>
                    <a:p>
                      <a:pPr lvl="0">
                        <a:buNone/>
                      </a:pPr>
                      <a:r>
                        <a:rPr lang="en-US" sz="1500" noProof="0">
                          <a:effectLst/>
                          <a:latin typeface="Segoe UI"/>
                        </a:rPr>
                        <a:t>🔴 </a:t>
                      </a:r>
                      <a:r>
                        <a:rPr lang="en-US" sz="1500" b="1" noProof="0" err="1">
                          <a:effectLst/>
                          <a:latin typeface="Segoe UI"/>
                        </a:rPr>
                        <a:t>IaC</a:t>
                      </a:r>
                      <a:r>
                        <a:rPr lang="en-US" sz="1500" b="1" noProof="0">
                          <a:effectLst/>
                          <a:latin typeface="Segoe UI"/>
                        </a:rPr>
                        <a:t> Templates &amp; CI/CD Pipeline</a:t>
                      </a:r>
                    </a:p>
                  </a:txBody>
                  <a:tcPr marL="88698" marR="88698" marT="40938" marB="40938"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tc>
                  <a:txBody>
                    <a:bodyPr/>
                    <a:lstStyle/>
                    <a:p>
                      <a:pPr lvl="0">
                        <a:buNone/>
                      </a:pPr>
                      <a:r>
                        <a:rPr lang="en-US" sz="1500" b="1" noProof="0">
                          <a:effectLst/>
                          <a:latin typeface="Segoe UI"/>
                        </a:rPr>
                        <a:t>EXCLUDED</a:t>
                      </a:r>
                      <a:br>
                        <a:rPr lang="en-US" sz="1500" b="1" noProof="0">
                          <a:effectLst/>
                          <a:latin typeface="Segoe UI"/>
                        </a:rPr>
                      </a:br>
                      <a:r>
                        <a:rPr lang="en-US" sz="1500" noProof="0">
                          <a:effectLst/>
                          <a:latin typeface="Segoe UI"/>
                        </a:rPr>
                        <a:t>(Proprietary)</a:t>
                      </a:r>
                      <a:endParaRPr lang="fr-FR">
                        <a:latin typeface="Segoe UI"/>
                      </a:endParaRPr>
                    </a:p>
                  </a:txBody>
                  <a:tcPr marL="88698" marR="88698" marT="40938" marB="40938"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tc>
                  <a:txBody>
                    <a:bodyPr/>
                    <a:lstStyle/>
                    <a:p>
                      <a:pPr lvl="0">
                        <a:buNone/>
                      </a:pPr>
                      <a:r>
                        <a:rPr lang="en-US" sz="1500" noProof="0">
                          <a:effectLst/>
                          <a:latin typeface="Segoe UI"/>
                        </a:rPr>
                        <a:t>Cannot reproduce </a:t>
                      </a:r>
                      <a:r>
                        <a:rPr lang="en-US" sz="1500" b="0" i="0" u="none" strike="noStrike" noProof="0">
                          <a:effectLst/>
                        </a:rPr>
                        <a:t>343 Azure resources</a:t>
                      </a:r>
                      <a:r>
                        <a:rPr lang="en-US" sz="1500" noProof="0">
                          <a:effectLst/>
                          <a:latin typeface="Segoe UI"/>
                        </a:rPr>
                        <a:t>, understand deployment process, enable new vendor</a:t>
                      </a:r>
                      <a:endParaRPr lang="fr-FR">
                        <a:latin typeface="Segoe UI"/>
                      </a:endParaRPr>
                    </a:p>
                  </a:txBody>
                  <a:tcPr marL="88698" marR="88698" marT="40938" marB="40938"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914967464"/>
                  </a:ext>
                </a:extLst>
              </a:tr>
              <a:tr h="580914">
                <a:tc>
                  <a:txBody>
                    <a:bodyPr/>
                    <a:lstStyle/>
                    <a:p>
                      <a:pPr lvl="0">
                        <a:buNone/>
                      </a:pPr>
                      <a:r>
                        <a:rPr lang="en-US" sz="1500" noProof="0">
                          <a:effectLst/>
                          <a:latin typeface="Segoe UI"/>
                        </a:rPr>
                        <a:t>🟡 </a:t>
                      </a:r>
                      <a:r>
                        <a:rPr lang="en-US" sz="1500" b="1" noProof="0">
                          <a:effectLst/>
                          <a:latin typeface="Segoe UI"/>
                        </a:rPr>
                        <a:t>Azure DevOps Board</a:t>
                      </a:r>
                      <a:br>
                        <a:rPr lang="en-US" sz="1500" b="1" noProof="0">
                          <a:effectLst/>
                          <a:latin typeface="Segoe UI"/>
                        </a:rPr>
                      </a:br>
                      <a:r>
                        <a:rPr lang="en-US" sz="1500" noProof="0">
                          <a:effectLst/>
                          <a:latin typeface="Segoe UI"/>
                        </a:rPr>
                        <a:t>(Task </a:t>
                      </a:r>
                      <a:r>
                        <a:rPr lang="en-US" sz="1500" noProof="0" err="1">
                          <a:effectLst/>
                          <a:latin typeface="Segoe UI"/>
                        </a:rPr>
                        <a:t>Mgmt</a:t>
                      </a:r>
                      <a:r>
                        <a:rPr lang="en-US" sz="1500" noProof="0">
                          <a:effectLst/>
                          <a:latin typeface="Segoe UI"/>
                        </a:rPr>
                        <a:t>)</a:t>
                      </a:r>
                      <a:endParaRPr lang="fr-FR">
                        <a:latin typeface="Segoe UI"/>
                      </a:endParaRPr>
                    </a:p>
                  </a:txBody>
                  <a:tcPr marL="88698" marR="88698" marT="40938" marB="40938"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lvl="0">
                        <a:buNone/>
                      </a:pPr>
                      <a:r>
                        <a:rPr lang="en-US" sz="1500" b="1" noProof="0">
                          <a:effectLst/>
                          <a:latin typeface="Segoe UI"/>
                        </a:rPr>
                        <a:t>GRANTED</a:t>
                      </a:r>
                      <a:br>
                        <a:rPr lang="en-US" sz="1500" b="1" noProof="0">
                          <a:effectLst/>
                          <a:latin typeface="Segoe UI"/>
                        </a:rPr>
                      </a:br>
                      <a:r>
                        <a:rPr lang="en-US" sz="1500" noProof="0">
                          <a:effectLst/>
                          <a:latin typeface="Segoe UI"/>
                        </a:rPr>
                        <a:t>(Past week)</a:t>
                      </a:r>
                      <a:endParaRPr lang="fr-FR">
                        <a:latin typeface="Segoe UI"/>
                      </a:endParaRPr>
                    </a:p>
                  </a:txBody>
                  <a:tcPr marL="88698" marR="88698" marT="40938" marB="40938"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lvl="0">
                        <a:buNone/>
                      </a:pPr>
                      <a:r>
                        <a:rPr lang="en-US" sz="1500" noProof="0">
                          <a:effectLst/>
                          <a:latin typeface="Segoe UI"/>
                        </a:rPr>
                        <a:t>Late and reduced visibility for velocity, sprint planning, agile maturity</a:t>
                      </a:r>
                      <a:endParaRPr lang="fr-FR">
                        <a:latin typeface="Segoe UI"/>
                      </a:endParaRPr>
                    </a:p>
                  </a:txBody>
                  <a:tcPr marL="88698" marR="88698" marT="40938" marB="40938"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700185999"/>
                  </a:ext>
                </a:extLst>
              </a:tr>
              <a:tr h="580914">
                <a:tc>
                  <a:txBody>
                    <a:bodyPr/>
                    <a:lstStyle/>
                    <a:p>
                      <a:pPr lvl="0">
                        <a:buNone/>
                      </a:pPr>
                      <a:r>
                        <a:rPr lang="en-US" sz="1500" noProof="0">
                          <a:effectLst/>
                          <a:latin typeface="Segoe UI"/>
                        </a:rPr>
                        <a:t>🟡 </a:t>
                      </a:r>
                      <a:r>
                        <a:rPr lang="en-US" sz="1500" b="1" noProof="0">
                          <a:effectLst/>
                          <a:latin typeface="Segoe UI"/>
                        </a:rPr>
                        <a:t>Production Performance Metrics</a:t>
                      </a:r>
                    </a:p>
                  </a:txBody>
                  <a:tcPr marL="88698" marR="88698" marT="40938" marB="40938"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tc>
                  <a:txBody>
                    <a:bodyPr/>
                    <a:lstStyle/>
                    <a:p>
                      <a:pPr lvl="0">
                        <a:buNone/>
                      </a:pPr>
                      <a:r>
                        <a:rPr lang="en-US" sz="1500" b="1" noProof="0">
                          <a:effectLst/>
                          <a:latin typeface="Segoe UI"/>
                        </a:rPr>
                        <a:t>LIMITED</a:t>
                      </a:r>
                    </a:p>
                  </a:txBody>
                  <a:tcPr marL="88698" marR="88698" marT="40938" marB="40938"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tc>
                  <a:txBody>
                    <a:bodyPr/>
                    <a:lstStyle/>
                    <a:p>
                      <a:pPr lvl="0">
                        <a:buNone/>
                      </a:pPr>
                      <a:r>
                        <a:rPr lang="en-US" sz="1500" noProof="0">
                          <a:effectLst/>
                          <a:latin typeface="Segoe UI"/>
                        </a:rPr>
                        <a:t>Relies on Spanish Point claims rather than shared dashboards</a:t>
                      </a:r>
                      <a:endParaRPr lang="fr-FR">
                        <a:latin typeface="Segoe UI"/>
                      </a:endParaRPr>
                    </a:p>
                  </a:txBody>
                  <a:tcPr marL="88698" marR="88698" marT="40938" marB="40938"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964115803"/>
                  </a:ext>
                </a:extLst>
              </a:tr>
              <a:tr h="354079">
                <a:tc>
                  <a:txBody>
                    <a:bodyPr/>
                    <a:lstStyle/>
                    <a:p>
                      <a:pPr lvl="0">
                        <a:buNone/>
                      </a:pPr>
                      <a:r>
                        <a:rPr lang="en-US" sz="1500" noProof="0">
                          <a:effectLst/>
                          <a:latin typeface="Segoe UI"/>
                        </a:rPr>
                        <a:t>🟡 </a:t>
                      </a:r>
                      <a:r>
                        <a:rPr lang="en-US" sz="1500" b="1" noProof="0">
                          <a:effectLst/>
                          <a:latin typeface="Segoe UI"/>
                        </a:rPr>
                        <a:t>Cost Correlation Data</a:t>
                      </a:r>
                    </a:p>
                  </a:txBody>
                  <a:tcPr marL="88698" marR="88698" marT="40938" marB="40938"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lvl="0">
                        <a:buNone/>
                      </a:pPr>
                      <a:r>
                        <a:rPr lang="en-US" sz="1500" b="1" noProof="0">
                          <a:effectLst/>
                          <a:latin typeface="Segoe UI"/>
                        </a:rPr>
                        <a:t>MANUAL</a:t>
                      </a:r>
                    </a:p>
                  </a:txBody>
                  <a:tcPr marL="88698" marR="88698" marT="40938" marB="40938"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lvl="0">
                        <a:buNone/>
                      </a:pPr>
                      <a:r>
                        <a:rPr lang="en-US" sz="1500" noProof="0">
                          <a:effectLst/>
                          <a:latin typeface="Segoe UI"/>
                        </a:rPr>
                        <a:t>No automated tooling, support ticket required</a:t>
                      </a:r>
                      <a:endParaRPr lang="en-US" sz="1500" b="0" i="0" u="none" strike="noStrike" noProof="0">
                        <a:effectLst/>
                      </a:endParaRPr>
                    </a:p>
                  </a:txBody>
                  <a:tcPr marL="88698" marR="88698" marT="40938" marB="40938"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413236454"/>
                  </a:ext>
                </a:extLst>
              </a:tr>
            </a:tbl>
          </a:graphicData>
        </a:graphic>
      </p:graphicFrame>
    </p:spTree>
    <p:extLst>
      <p:ext uri="{BB962C8B-B14F-4D97-AF65-F5344CB8AC3E}">
        <p14:creationId xmlns:p14="http://schemas.microsoft.com/office/powerpoint/2010/main" val="39924706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8296F-123A-C005-D130-51FEAC0A6272}"/>
            </a:ext>
          </a:extLst>
        </p:cNvPr>
        <p:cNvGrpSpPr/>
        <p:nvPr/>
      </p:nvGrpSpPr>
      <p:grpSpPr>
        <a:xfrm>
          <a:off x="0" y="0"/>
          <a:ext cx="0" cy="0"/>
          <a:chOff x="0" y="0"/>
          <a:chExt cx="0" cy="0"/>
        </a:xfrm>
      </p:grpSpPr>
      <p:sp>
        <p:nvSpPr>
          <p:cNvPr id="5" name="TextBox 1">
            <a:extLst>
              <a:ext uri="{FF2B5EF4-FFF2-40B4-BE49-F238E27FC236}">
                <a16:creationId xmlns:a16="http://schemas.microsoft.com/office/drawing/2014/main" id="{F774D185-1F70-C9BE-D455-BA610708D106}"/>
              </a:ext>
            </a:extLst>
          </p:cNvPr>
          <p:cNvSpPr txBox="1"/>
          <p:nvPr/>
        </p:nvSpPr>
        <p:spPr>
          <a:xfrm>
            <a:off x="457200" y="343989"/>
            <a:ext cx="11296101" cy="584775"/>
          </a:xfrm>
          <a:prstGeom prst="rect">
            <a:avLst/>
          </a:prstGeom>
          <a:noFill/>
        </p:spPr>
        <p:txBody>
          <a:bodyPr wrap="square" lIns="91440" tIns="45720" rIns="91440" bIns="45720" anchor="t">
            <a:spAutoFit/>
          </a:bodyPr>
          <a:lstStyle/>
          <a:p>
            <a:pPr>
              <a:defRPr sz="4000" b="1">
                <a:solidFill>
                  <a:srgbClr val="003366"/>
                </a:solidFill>
              </a:defRPr>
            </a:pPr>
            <a:r>
              <a:rPr lang="en-US" sz="3200">
                <a:solidFill>
                  <a:srgbClr val="003366"/>
                </a:solidFill>
                <a:latin typeface="Segoe UI"/>
                <a:ea typeface="+mn-lt"/>
                <a:cs typeface="Segoe UI"/>
              </a:rPr>
              <a:t>3. Knowledge Transfer - The Critical Unknown</a:t>
            </a:r>
            <a:endParaRPr lang="fr-FR"/>
          </a:p>
        </p:txBody>
      </p:sp>
      <p:sp>
        <p:nvSpPr>
          <p:cNvPr id="8" name="Espace réservé du pied de page 2">
            <a:extLst>
              <a:ext uri="{FF2B5EF4-FFF2-40B4-BE49-F238E27FC236}">
                <a16:creationId xmlns:a16="http://schemas.microsoft.com/office/drawing/2014/main" id="{6734D486-571C-B14E-F4FC-16B9573547D7}"/>
              </a:ext>
            </a:extLst>
          </p:cNvPr>
          <p:cNvSpPr>
            <a:spLocks noGrp="1"/>
          </p:cNvSpPr>
          <p:nvPr>
            <p:ph type="ftr" sz="quarter" idx="11"/>
          </p:nvPr>
        </p:nvSpPr>
        <p:spPr>
          <a:xfrm>
            <a:off x="-593" y="6444952"/>
            <a:ext cx="12193181" cy="412389"/>
          </a:xfrm>
          <a:solidFill>
            <a:srgbClr val="F8F9FB"/>
          </a:solidFill>
          <a:ln>
            <a:solidFill>
              <a:srgbClr val="E1E4E8"/>
            </a:solidFill>
          </a:ln>
        </p:spPr>
        <p:txBody>
          <a:bodyPr/>
          <a:lstStyle/>
          <a:p>
            <a:pPr algn="l"/>
            <a:r>
              <a:rPr lang="en-US" sz="1100">
                <a:solidFill>
                  <a:srgbClr val="6B7C93"/>
                </a:solidFill>
                <a:latin typeface="Segoe UI"/>
                <a:ea typeface="+mn-lt"/>
                <a:cs typeface="Segoe UI"/>
              </a:rPr>
              <a:t>  ISWC System Audit – Findings &amp; Strategic Recommendations • November 24, 2025</a:t>
            </a:r>
            <a:endParaRPr lang="en-US" sz="1100">
              <a:latin typeface="Segoe UI"/>
              <a:cs typeface="Segoe UI"/>
            </a:endParaRPr>
          </a:p>
        </p:txBody>
      </p:sp>
      <p:sp>
        <p:nvSpPr>
          <p:cNvPr id="10" name="Espace réservé du numéro de diapositive 6">
            <a:extLst>
              <a:ext uri="{FF2B5EF4-FFF2-40B4-BE49-F238E27FC236}">
                <a16:creationId xmlns:a16="http://schemas.microsoft.com/office/drawing/2014/main" id="{4B44DE78-29A8-9F60-5C32-DBF98B236858}"/>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smtClean="0">
                <a:solidFill>
                  <a:srgbClr val="1E3A5F"/>
                </a:solidFill>
                <a:latin typeface="Segoe UI"/>
                <a:cs typeface="Segoe UI"/>
              </a:rPr>
              <a:pPr algn="ctr"/>
              <a:t>28</a:t>
            </a:fld>
            <a:endParaRPr lang="en-US">
              <a:solidFill>
                <a:srgbClr val="1E3A5F"/>
              </a:solidFill>
              <a:latin typeface="Segoe UI"/>
              <a:ea typeface="Calibri"/>
              <a:cs typeface="Segoe UI"/>
            </a:endParaRPr>
          </a:p>
        </p:txBody>
      </p:sp>
      <p:sp>
        <p:nvSpPr>
          <p:cNvPr id="4" name="ZoneTexte 3">
            <a:extLst>
              <a:ext uri="{FF2B5EF4-FFF2-40B4-BE49-F238E27FC236}">
                <a16:creationId xmlns:a16="http://schemas.microsoft.com/office/drawing/2014/main" id="{C1D979A5-C973-33F5-280F-28615C9E8369}"/>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b="1">
                <a:solidFill>
                  <a:srgbClr val="1E3A5F"/>
                </a:solidFill>
                <a:latin typeface="Segoe UI"/>
                <a:ea typeface="Calibri"/>
                <a:cs typeface="Segoe UI"/>
              </a:rPr>
              <a:t>———  PART 5 — Vendor Lock-in Reality</a:t>
            </a:r>
          </a:p>
        </p:txBody>
      </p:sp>
      <p:cxnSp>
        <p:nvCxnSpPr>
          <p:cNvPr id="9" name="Connecteur droit avec flèche 8">
            <a:extLst>
              <a:ext uri="{FF2B5EF4-FFF2-40B4-BE49-F238E27FC236}">
                <a16:creationId xmlns:a16="http://schemas.microsoft.com/office/drawing/2014/main" id="{012E4D41-887D-B672-46C1-787ED4EAC5CE}"/>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graphicFrame>
        <p:nvGraphicFramePr>
          <p:cNvPr id="6" name="Tableau 5">
            <a:extLst>
              <a:ext uri="{FF2B5EF4-FFF2-40B4-BE49-F238E27FC236}">
                <a16:creationId xmlns:a16="http://schemas.microsoft.com/office/drawing/2014/main" id="{224B1FA6-EEAE-CC77-4A63-0803B23F0BF0}"/>
              </a:ext>
            </a:extLst>
          </p:cNvPr>
          <p:cNvGraphicFramePr>
            <a:graphicFrameLocks noGrp="1"/>
          </p:cNvGraphicFramePr>
          <p:nvPr>
            <p:extLst>
              <p:ext uri="{D42A27DB-BD31-4B8C-83A1-F6EECF244321}">
                <p14:modId xmlns:p14="http://schemas.microsoft.com/office/powerpoint/2010/main" val="3644186398"/>
              </p:ext>
            </p:extLst>
          </p:nvPr>
        </p:nvGraphicFramePr>
        <p:xfrm>
          <a:off x="432225" y="1443306"/>
          <a:ext cx="11327546" cy="4640818"/>
        </p:xfrm>
        <a:graphic>
          <a:graphicData uri="http://schemas.openxmlformats.org/drawingml/2006/table">
            <a:tbl>
              <a:tblPr firstRow="1" bandRow="1">
                <a:noFill/>
                <a:tableStyleId>{5C22544A-7EE6-4342-B048-85BDC9FD1C3A}</a:tableStyleId>
              </a:tblPr>
              <a:tblGrid>
                <a:gridCol w="2672366">
                  <a:extLst>
                    <a:ext uri="{9D8B030D-6E8A-4147-A177-3AD203B41FA5}">
                      <a16:colId xmlns:a16="http://schemas.microsoft.com/office/drawing/2014/main" val="2364557454"/>
                    </a:ext>
                  </a:extLst>
                </a:gridCol>
                <a:gridCol w="4418632">
                  <a:extLst>
                    <a:ext uri="{9D8B030D-6E8A-4147-A177-3AD203B41FA5}">
                      <a16:colId xmlns:a16="http://schemas.microsoft.com/office/drawing/2014/main" val="2507593289"/>
                    </a:ext>
                  </a:extLst>
                </a:gridCol>
                <a:gridCol w="4236548">
                  <a:extLst>
                    <a:ext uri="{9D8B030D-6E8A-4147-A177-3AD203B41FA5}">
                      <a16:colId xmlns:a16="http://schemas.microsoft.com/office/drawing/2014/main" val="347745120"/>
                    </a:ext>
                  </a:extLst>
                </a:gridCol>
              </a:tblGrid>
              <a:tr h="468287">
                <a:tc>
                  <a:txBody>
                    <a:bodyPr/>
                    <a:lstStyle/>
                    <a:p>
                      <a:pPr algn="l">
                        <a:buNone/>
                      </a:pPr>
                      <a:r>
                        <a:rPr lang="en-US" sz="1500" b="1" noProof="0">
                          <a:solidFill>
                            <a:srgbClr val="003366"/>
                          </a:solidFill>
                          <a:effectLst/>
                          <a:latin typeface="Segoe UI"/>
                        </a:rPr>
                        <a:t>Factor</a:t>
                      </a:r>
                    </a:p>
                  </a:txBody>
                  <a:tcPr marL="191137" marR="129416" marT="95569" marB="95569" anchor="ctr">
                    <a:lnL w="12700" cmpd="sng">
                      <a:noFill/>
                      <a:prstDash val="solid"/>
                    </a:lnL>
                    <a:lnR w="12700" cmpd="sng">
                      <a:noFill/>
                      <a:prstDash val="solid"/>
                    </a:lnR>
                    <a:lnT w="12700" cmpd="sng">
                      <a:noFill/>
                      <a:prstDash val="solid"/>
                    </a:lnT>
                    <a:lnB w="9525" cap="flat" cmpd="sng" algn="ctr">
                      <a:solidFill>
                        <a:srgbClr val="D8DCDC"/>
                      </a:solidFill>
                      <a:prstDash val="solid"/>
                    </a:lnB>
                    <a:noFill/>
                  </a:tcPr>
                </a:tc>
                <a:tc>
                  <a:txBody>
                    <a:bodyPr/>
                    <a:lstStyle/>
                    <a:p>
                      <a:pPr algn="l">
                        <a:buNone/>
                      </a:pPr>
                      <a:r>
                        <a:rPr lang="en-US" sz="1500" b="1" noProof="0">
                          <a:solidFill>
                            <a:srgbClr val="003366"/>
                          </a:solidFill>
                          <a:effectLst/>
                          <a:latin typeface="Segoe UI"/>
                        </a:rPr>
                        <a:t>Reality</a:t>
                      </a:r>
                    </a:p>
                  </a:txBody>
                  <a:tcPr marL="191137" marR="129416" marT="95569" marB="95569" anchor="ctr">
                    <a:lnL w="12700" cmpd="sng">
                      <a:noFill/>
                      <a:prstDash val="solid"/>
                    </a:lnL>
                    <a:lnR w="12700" cmpd="sng">
                      <a:noFill/>
                      <a:prstDash val="solid"/>
                    </a:lnR>
                    <a:lnT w="12700" cmpd="sng">
                      <a:noFill/>
                      <a:prstDash val="solid"/>
                    </a:lnT>
                    <a:lnB w="9525" cap="flat" cmpd="sng" algn="ctr">
                      <a:solidFill>
                        <a:srgbClr val="D8DCDC"/>
                      </a:solidFill>
                      <a:prstDash val="solid"/>
                    </a:lnB>
                    <a:noFill/>
                  </a:tcPr>
                </a:tc>
                <a:tc>
                  <a:txBody>
                    <a:bodyPr/>
                    <a:lstStyle/>
                    <a:p>
                      <a:pPr algn="l">
                        <a:buNone/>
                      </a:pPr>
                      <a:r>
                        <a:rPr lang="en-US" sz="1500" b="1" noProof="0">
                          <a:solidFill>
                            <a:srgbClr val="003366"/>
                          </a:solidFill>
                          <a:effectLst/>
                          <a:latin typeface="Segoe UI"/>
                        </a:rPr>
                        <a:t>Impact on New Vendor</a:t>
                      </a:r>
                    </a:p>
                  </a:txBody>
                  <a:tcPr marL="191137" marR="129416" marT="95569" marB="95569" anchor="ctr">
                    <a:lnL w="12700" cmpd="sng">
                      <a:noFill/>
                      <a:prstDash val="solid"/>
                    </a:lnL>
                    <a:lnR w="12700" cmpd="sng">
                      <a:noFill/>
                      <a:prstDash val="solid"/>
                    </a:lnR>
                    <a:lnT w="12700" cmpd="sng">
                      <a:noFill/>
                      <a:prstDash val="solid"/>
                    </a:lnT>
                    <a:lnB w="9525" cap="flat" cmpd="sng" algn="ctr">
                      <a:solidFill>
                        <a:srgbClr val="D8DCDC"/>
                      </a:solidFill>
                      <a:prstDash val="solid"/>
                    </a:lnB>
                    <a:noFill/>
                  </a:tcPr>
                </a:tc>
                <a:extLst>
                  <a:ext uri="{0D108BD9-81ED-4DB2-BD59-A6C34878D82A}">
                    <a16:rowId xmlns:a16="http://schemas.microsoft.com/office/drawing/2014/main" val="3857014786"/>
                  </a:ext>
                </a:extLst>
              </a:tr>
              <a:tr h="946131">
                <a:tc>
                  <a:txBody>
                    <a:bodyPr/>
                    <a:lstStyle/>
                    <a:p>
                      <a:pPr>
                        <a:buNone/>
                      </a:pPr>
                      <a:r>
                        <a:rPr lang="en-US" sz="1500" b="1" noProof="0">
                          <a:solidFill>
                            <a:schemeClr val="tx1">
                              <a:lumMod val="75000"/>
                              <a:lumOff val="25000"/>
                            </a:schemeClr>
                          </a:solidFill>
                          <a:effectLst/>
                          <a:latin typeface="Segoe UI"/>
                        </a:rPr>
                        <a:t>🔴 Codebase Complexity</a:t>
                      </a:r>
                      <a:endParaRPr lang="en-US" sz="1500" noProof="0">
                        <a:solidFill>
                          <a:schemeClr val="tx1">
                            <a:lumMod val="75000"/>
                            <a:lumOff val="25000"/>
                          </a:schemeClr>
                        </a:solidFill>
                        <a:effectLst/>
                        <a:latin typeface="Segoe UI"/>
                      </a:endParaRPr>
                    </a:p>
                  </a:txBody>
                  <a:tcPr marL="191137" marR="129416" marT="95569" marB="95569"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buNone/>
                      </a:pPr>
                      <a:r>
                        <a:rPr lang="en-US" sz="1500" noProof="0">
                          <a:solidFill>
                            <a:schemeClr val="tx1">
                              <a:lumMod val="75000"/>
                              <a:lumOff val="25000"/>
                            </a:schemeClr>
                          </a:solidFill>
                          <a:effectLst/>
                          <a:latin typeface="Segoe UI"/>
                        </a:rPr>
                        <a:t>76,000+ lines of code</a:t>
                      </a:r>
                      <a:br>
                        <a:rPr lang="en-US" sz="1500" noProof="0">
                          <a:solidFill>
                            <a:srgbClr val="404040"/>
                          </a:solidFill>
                          <a:effectLst/>
                          <a:latin typeface="Segoe UI"/>
                        </a:rPr>
                      </a:br>
                      <a:r>
                        <a:rPr lang="en-US" sz="1500" noProof="0">
                          <a:solidFill>
                            <a:schemeClr val="tx1">
                              <a:lumMod val="75000"/>
                              <a:lumOff val="25000"/>
                            </a:schemeClr>
                          </a:solidFill>
                          <a:effectLst/>
                          <a:latin typeface="Segoe UI"/>
                        </a:rPr>
                        <a:t>Significant duplication</a:t>
                      </a:r>
                      <a:br>
                        <a:rPr lang="en-US" sz="1500" noProof="0">
                          <a:solidFill>
                            <a:srgbClr val="404040"/>
                          </a:solidFill>
                          <a:effectLst/>
                          <a:latin typeface="Segoe UI"/>
                        </a:rPr>
                      </a:br>
                      <a:r>
                        <a:rPr lang="en-US" sz="1500" noProof="0">
                          <a:solidFill>
                            <a:schemeClr val="tx1">
                              <a:lumMod val="75000"/>
                              <a:lumOff val="25000"/>
                            </a:schemeClr>
                          </a:solidFill>
                          <a:effectLst/>
                          <a:latin typeface="Segoe UI"/>
                        </a:rPr>
                        <a:t>"Tentacular" dependencies</a:t>
                      </a:r>
                    </a:p>
                  </a:txBody>
                  <a:tcPr marL="191137" marR="129416" marT="95569" marB="95569"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buNone/>
                      </a:pPr>
                      <a:r>
                        <a:rPr lang="en-US" sz="1500" noProof="0">
                          <a:solidFill>
                            <a:schemeClr val="tx1">
                              <a:lumMod val="75000"/>
                              <a:lumOff val="25000"/>
                            </a:schemeClr>
                          </a:solidFill>
                          <a:effectLst/>
                          <a:latin typeface="Segoe UI"/>
                        </a:rPr>
                        <a:t>High cognitive load to understand</a:t>
                      </a:r>
                      <a:br>
                        <a:rPr lang="en-US" sz="1500" noProof="0">
                          <a:solidFill>
                            <a:srgbClr val="404040"/>
                          </a:solidFill>
                          <a:effectLst/>
                          <a:latin typeface="Segoe UI"/>
                        </a:rPr>
                      </a:br>
                      <a:r>
                        <a:rPr lang="en-US" sz="1500" noProof="0">
                          <a:solidFill>
                            <a:schemeClr val="tx1">
                              <a:lumMod val="75000"/>
                              <a:lumOff val="25000"/>
                            </a:schemeClr>
                          </a:solidFill>
                          <a:effectLst/>
                          <a:latin typeface="Segoe UI"/>
                        </a:rPr>
                        <a:t>Risk of introducing bugs during changes</a:t>
                      </a:r>
                    </a:p>
                  </a:txBody>
                  <a:tcPr marL="191137" marR="129416" marT="95569" marB="95569"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3045456373"/>
                  </a:ext>
                </a:extLst>
              </a:tr>
              <a:tr h="946131">
                <a:tc>
                  <a:txBody>
                    <a:bodyPr/>
                    <a:lstStyle/>
                    <a:p>
                      <a:pPr>
                        <a:buNone/>
                      </a:pPr>
                      <a:r>
                        <a:rPr lang="en-US" sz="1500" b="1" noProof="0">
                          <a:solidFill>
                            <a:schemeClr val="tx1">
                              <a:lumMod val="75000"/>
                              <a:lumOff val="25000"/>
                            </a:schemeClr>
                          </a:solidFill>
                          <a:effectLst/>
                          <a:latin typeface="Segoe UI"/>
                        </a:rPr>
                        <a:t>🔴 Documentation Gaps</a:t>
                      </a:r>
                      <a:endParaRPr lang="en-US" sz="1500" noProof="0">
                        <a:solidFill>
                          <a:schemeClr val="tx1">
                            <a:lumMod val="75000"/>
                            <a:lumOff val="25000"/>
                          </a:schemeClr>
                        </a:solidFill>
                        <a:effectLst/>
                        <a:latin typeface="Segoe UI"/>
                      </a:endParaRPr>
                    </a:p>
                  </a:txBody>
                  <a:tcPr marL="191137" marR="129416" marT="95569" marB="95569"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a:buNone/>
                      </a:pPr>
                      <a:r>
                        <a:rPr lang="en-US" sz="1500" noProof="0">
                          <a:solidFill>
                            <a:schemeClr val="tx1">
                              <a:lumMod val="75000"/>
                              <a:lumOff val="25000"/>
                            </a:schemeClr>
                          </a:solidFill>
                          <a:effectLst/>
                          <a:latin typeface="Segoe UI"/>
                        </a:rPr>
                        <a:t>Minimal code comments</a:t>
                      </a:r>
                      <a:br>
                        <a:rPr lang="en-US" sz="1500" noProof="0">
                          <a:solidFill>
                            <a:srgbClr val="404040"/>
                          </a:solidFill>
                          <a:effectLst/>
                          <a:latin typeface="Segoe UI"/>
                        </a:rPr>
                      </a:br>
                      <a:r>
                        <a:rPr lang="en-US" sz="1500" noProof="0">
                          <a:solidFill>
                            <a:schemeClr val="tx1">
                              <a:lumMod val="75000"/>
                              <a:lumOff val="25000"/>
                            </a:schemeClr>
                          </a:solidFill>
                          <a:effectLst/>
                          <a:latin typeface="Segoe UI"/>
                        </a:rPr>
                        <a:t>No onboarding guide</a:t>
                      </a:r>
                      <a:br>
                        <a:rPr lang="en-US" sz="1500" noProof="0">
                          <a:solidFill>
                            <a:srgbClr val="404040"/>
                          </a:solidFill>
                          <a:effectLst/>
                          <a:latin typeface="Segoe UI"/>
                        </a:rPr>
                      </a:br>
                      <a:r>
                        <a:rPr lang="en-US" sz="1500" noProof="0">
                          <a:solidFill>
                            <a:schemeClr val="tx1">
                              <a:lumMod val="75000"/>
                              <a:lumOff val="25000"/>
                            </a:schemeClr>
                          </a:solidFill>
                          <a:effectLst/>
                          <a:latin typeface="Segoe UI"/>
                        </a:rPr>
                        <a:t>No architecture decision records (ADRs)</a:t>
                      </a:r>
                    </a:p>
                  </a:txBody>
                  <a:tcPr marL="191137" marR="129416" marT="95569" marB="95569"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a:buNone/>
                      </a:pPr>
                      <a:r>
                        <a:rPr lang="en-US" sz="1500" noProof="0">
                          <a:solidFill>
                            <a:schemeClr val="tx1">
                              <a:lumMod val="75000"/>
                              <a:lumOff val="25000"/>
                            </a:schemeClr>
                          </a:solidFill>
                          <a:effectLst/>
                          <a:latin typeface="Segoe UI"/>
                        </a:rPr>
                        <a:t>New developers face steep learning curve</a:t>
                      </a:r>
                      <a:br>
                        <a:rPr lang="en-US" sz="1500" noProof="0">
                          <a:solidFill>
                            <a:srgbClr val="404040"/>
                          </a:solidFill>
                          <a:effectLst/>
                          <a:latin typeface="Segoe UI"/>
                        </a:rPr>
                      </a:br>
                      <a:r>
                        <a:rPr lang="en-US" sz="1500" noProof="0">
                          <a:solidFill>
                            <a:schemeClr val="tx1">
                              <a:lumMod val="75000"/>
                              <a:lumOff val="25000"/>
                            </a:schemeClr>
                          </a:solidFill>
                          <a:effectLst/>
                          <a:latin typeface="Segoe UI"/>
                        </a:rPr>
                        <a:t>Cannot understand "why" decisions were made</a:t>
                      </a:r>
                    </a:p>
                  </a:txBody>
                  <a:tcPr marL="191137" marR="129416" marT="95569" marB="95569"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566961658"/>
                  </a:ext>
                </a:extLst>
              </a:tr>
              <a:tr h="946131">
                <a:tc>
                  <a:txBody>
                    <a:bodyPr/>
                    <a:lstStyle/>
                    <a:p>
                      <a:pPr>
                        <a:buNone/>
                      </a:pPr>
                      <a:r>
                        <a:rPr lang="en-US" sz="1500" b="1" noProof="0">
                          <a:solidFill>
                            <a:schemeClr val="tx1">
                              <a:lumMod val="75000"/>
                              <a:lumOff val="25000"/>
                            </a:schemeClr>
                          </a:solidFill>
                          <a:effectLst/>
                          <a:latin typeface="Segoe UI"/>
                        </a:rPr>
                        <a:t>🔴 Implicit Knowledge</a:t>
                      </a:r>
                      <a:endParaRPr lang="en-US" sz="1500" noProof="0">
                        <a:solidFill>
                          <a:schemeClr val="tx1">
                            <a:lumMod val="75000"/>
                            <a:lumOff val="25000"/>
                          </a:schemeClr>
                        </a:solidFill>
                        <a:effectLst/>
                        <a:latin typeface="Segoe UI"/>
                      </a:endParaRPr>
                    </a:p>
                  </a:txBody>
                  <a:tcPr marL="191137" marR="129416" marT="95569" marB="95569"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buNone/>
                      </a:pPr>
                      <a:r>
                        <a:rPr lang="en-US" sz="1500" noProof="0">
                          <a:solidFill>
                            <a:schemeClr val="tx1">
                              <a:lumMod val="75000"/>
                              <a:lumOff val="25000"/>
                            </a:schemeClr>
                          </a:solidFill>
                          <a:effectLst/>
                          <a:latin typeface="Segoe UI"/>
                        </a:rPr>
                        <a:t>Business logic reasoning undocumented</a:t>
                      </a:r>
                      <a:br>
                        <a:rPr lang="en-US" sz="1500" noProof="0">
                          <a:solidFill>
                            <a:srgbClr val="404040"/>
                          </a:solidFill>
                          <a:effectLst/>
                          <a:latin typeface="Segoe UI"/>
                        </a:rPr>
                      </a:br>
                      <a:r>
                        <a:rPr lang="en-US" sz="1500" noProof="0">
                          <a:solidFill>
                            <a:schemeClr val="tx1">
                              <a:lumMod val="75000"/>
                              <a:lumOff val="25000"/>
                            </a:schemeClr>
                          </a:solidFill>
                          <a:effectLst/>
                          <a:latin typeface="Segoe UI"/>
                        </a:rPr>
                        <a:t>Integration patterns learned over time</a:t>
                      </a:r>
                      <a:br>
                        <a:rPr lang="en-US" sz="1500" noProof="0">
                          <a:solidFill>
                            <a:srgbClr val="404040"/>
                          </a:solidFill>
                          <a:effectLst/>
                          <a:latin typeface="Segoe UI"/>
                        </a:rPr>
                      </a:br>
                      <a:r>
                        <a:rPr lang="en-US" sz="1500" noProof="0">
                          <a:solidFill>
                            <a:schemeClr val="tx1">
                              <a:lumMod val="75000"/>
                              <a:lumOff val="25000"/>
                            </a:schemeClr>
                          </a:solidFill>
                          <a:effectLst/>
                          <a:latin typeface="Segoe UI"/>
                        </a:rPr>
                        <a:t>Tribal knowledge from original developers</a:t>
                      </a:r>
                    </a:p>
                  </a:txBody>
                  <a:tcPr marL="191137" marR="129416" marT="95569" marB="95569"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buNone/>
                      </a:pPr>
                      <a:r>
                        <a:rPr lang="en-US" sz="1500" noProof="0">
                          <a:solidFill>
                            <a:schemeClr val="tx1">
                              <a:lumMod val="75000"/>
                              <a:lumOff val="25000"/>
                            </a:schemeClr>
                          </a:solidFill>
                          <a:effectLst/>
                          <a:latin typeface="Segoe UI"/>
                        </a:rPr>
                        <a:t>Critical context exists only in Spanish Point team's heads</a:t>
                      </a:r>
                      <a:br>
                        <a:rPr lang="en-US" sz="1500" noProof="0">
                          <a:solidFill>
                            <a:srgbClr val="404040"/>
                          </a:solidFill>
                          <a:effectLst/>
                          <a:latin typeface="Segoe UI"/>
                        </a:rPr>
                      </a:br>
                      <a:r>
                        <a:rPr lang="en-US" sz="1500" noProof="0">
                          <a:solidFill>
                            <a:schemeClr val="tx1">
                              <a:lumMod val="75000"/>
                              <a:lumOff val="25000"/>
                            </a:schemeClr>
                          </a:solidFill>
                          <a:effectLst/>
                          <a:latin typeface="Segoe UI"/>
                        </a:rPr>
                        <a:t>Lost if team changes or vendor switches</a:t>
                      </a:r>
                    </a:p>
                  </a:txBody>
                  <a:tcPr marL="191137" marR="129416" marT="95569" marB="95569"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1370355726"/>
                  </a:ext>
                </a:extLst>
              </a:tr>
              <a:tr h="946131">
                <a:tc>
                  <a:txBody>
                    <a:bodyPr/>
                    <a:lstStyle/>
                    <a:p>
                      <a:pPr>
                        <a:buNone/>
                      </a:pPr>
                      <a:r>
                        <a:rPr lang="en-US" sz="1500" b="1" noProof="0">
                          <a:solidFill>
                            <a:schemeClr val="tx1">
                              <a:lumMod val="75000"/>
                              <a:lumOff val="25000"/>
                            </a:schemeClr>
                          </a:solidFill>
                          <a:effectLst/>
                          <a:latin typeface="Segoe UI"/>
                        </a:rPr>
                        <a:t>⚠️ Unverified Assumption</a:t>
                      </a:r>
                      <a:endParaRPr lang="en-US" sz="1500" noProof="0">
                        <a:solidFill>
                          <a:schemeClr val="tx1">
                            <a:lumMod val="75000"/>
                            <a:lumOff val="25000"/>
                          </a:schemeClr>
                        </a:solidFill>
                        <a:effectLst/>
                        <a:latin typeface="Segoe UI"/>
                      </a:endParaRPr>
                    </a:p>
                  </a:txBody>
                  <a:tcPr marL="191137" marR="129416" marT="95569" marB="95569"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EDC"/>
                      </a:solidFill>
                      <a:prstDash val="solid"/>
                    </a:lnB>
                    <a:noFill/>
                  </a:tcPr>
                </a:tc>
                <a:tc>
                  <a:txBody>
                    <a:bodyPr/>
                    <a:lstStyle/>
                    <a:p>
                      <a:pPr>
                        <a:buNone/>
                      </a:pPr>
                      <a:r>
                        <a:rPr lang="en-US" sz="1500" noProof="0">
                          <a:solidFill>
                            <a:schemeClr val="tx1">
                              <a:lumMod val="75000"/>
                              <a:lumOff val="25000"/>
                            </a:schemeClr>
                          </a:solidFill>
                          <a:effectLst/>
                          <a:latin typeface="Segoe UI"/>
                        </a:rPr>
                        <a:t>Never tested with independent vendor</a:t>
                      </a:r>
                      <a:br>
                        <a:rPr lang="en-US" sz="1500" noProof="0">
                          <a:solidFill>
                            <a:srgbClr val="404040"/>
                          </a:solidFill>
                          <a:effectLst/>
                          <a:latin typeface="Segoe UI"/>
                        </a:rPr>
                      </a:br>
                      <a:r>
                        <a:rPr lang="en-US" sz="1500" noProof="0">
                          <a:solidFill>
                            <a:schemeClr val="tx1">
                              <a:lumMod val="75000"/>
                              <a:lumOff val="25000"/>
                            </a:schemeClr>
                          </a:solidFill>
                          <a:effectLst/>
                          <a:latin typeface="Segoe UI"/>
                        </a:rPr>
                        <a:t>Spanish Point's own assessment: onboarding is hard</a:t>
                      </a:r>
                    </a:p>
                    <a:p>
                      <a:pPr lvl="0">
                        <a:buNone/>
                      </a:pPr>
                      <a:r>
                        <a:rPr lang="en-US" sz="1500" b="0" i="0" u="none" strike="noStrike" baseline="0" noProof="0">
                          <a:solidFill>
                            <a:srgbClr val="404040"/>
                          </a:solidFill>
                          <a:effectLst/>
                          <a:latin typeface="Segoe UI"/>
                        </a:rPr>
                        <a:t>No independent vendor has ever attempted transfer</a:t>
                      </a:r>
                      <a:endParaRPr lang="en-US"/>
                    </a:p>
                  </a:txBody>
                  <a:tcPr marL="191137" marR="129416" marT="95569" marB="95569"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EDC"/>
                      </a:solidFill>
                      <a:prstDash val="solid"/>
                    </a:lnB>
                    <a:noFill/>
                  </a:tcPr>
                </a:tc>
                <a:tc>
                  <a:txBody>
                    <a:bodyPr/>
                    <a:lstStyle/>
                    <a:p>
                      <a:pPr>
                        <a:buNone/>
                      </a:pPr>
                      <a:r>
                        <a:rPr lang="en-US" sz="1500" b="1" noProof="0">
                          <a:solidFill>
                            <a:schemeClr val="tx1">
                              <a:lumMod val="75000"/>
                              <a:lumOff val="25000"/>
                            </a:schemeClr>
                          </a:solidFill>
                          <a:effectLst/>
                          <a:latin typeface="Segoe UI"/>
                        </a:rPr>
                        <a:t>Cannot confirm vendor switch is even feasible</a:t>
                      </a:r>
                      <a:br>
                        <a:rPr lang="en-US" sz="1500" noProof="0">
                          <a:solidFill>
                            <a:srgbClr val="404040"/>
                          </a:solidFill>
                          <a:effectLst/>
                          <a:latin typeface="Segoe UI"/>
                        </a:rPr>
                      </a:br>
                      <a:r>
                        <a:rPr lang="en-US" sz="1500" noProof="0">
                          <a:solidFill>
                            <a:schemeClr val="tx1">
                              <a:lumMod val="75000"/>
                              <a:lumOff val="25000"/>
                            </a:schemeClr>
                          </a:solidFill>
                          <a:effectLst/>
                          <a:latin typeface="Segoe UI"/>
                        </a:rPr>
                        <a:t>HIGHEST RISK</a:t>
                      </a:r>
                    </a:p>
                  </a:txBody>
                  <a:tcPr marL="191137" marR="129416" marT="95569" marB="95569"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EDC"/>
                      </a:solidFill>
                      <a:prstDash val="solid"/>
                    </a:lnB>
                    <a:noFill/>
                  </a:tcPr>
                </a:tc>
                <a:extLst>
                  <a:ext uri="{0D108BD9-81ED-4DB2-BD59-A6C34878D82A}">
                    <a16:rowId xmlns:a16="http://schemas.microsoft.com/office/drawing/2014/main" val="3946228641"/>
                  </a:ext>
                </a:extLst>
              </a:tr>
            </a:tbl>
          </a:graphicData>
        </a:graphic>
      </p:graphicFrame>
    </p:spTree>
    <p:extLst>
      <p:ext uri="{BB962C8B-B14F-4D97-AF65-F5344CB8AC3E}">
        <p14:creationId xmlns:p14="http://schemas.microsoft.com/office/powerpoint/2010/main" val="20748456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0B9E5-35FF-CCC1-EEB0-DC5AA866CDDF}"/>
            </a:ext>
          </a:extLst>
        </p:cNvPr>
        <p:cNvGrpSpPr/>
        <p:nvPr/>
      </p:nvGrpSpPr>
      <p:grpSpPr>
        <a:xfrm>
          <a:off x="0" y="0"/>
          <a:ext cx="0" cy="0"/>
          <a:chOff x="0" y="0"/>
          <a:chExt cx="0" cy="0"/>
        </a:xfrm>
      </p:grpSpPr>
      <p:sp>
        <p:nvSpPr>
          <p:cNvPr id="5" name="TextBox 1">
            <a:extLst>
              <a:ext uri="{FF2B5EF4-FFF2-40B4-BE49-F238E27FC236}">
                <a16:creationId xmlns:a16="http://schemas.microsoft.com/office/drawing/2014/main" id="{7877F5ED-3ADA-AA27-1CBD-EC21C4D10A4A}"/>
              </a:ext>
            </a:extLst>
          </p:cNvPr>
          <p:cNvSpPr txBox="1"/>
          <p:nvPr/>
        </p:nvSpPr>
        <p:spPr>
          <a:xfrm>
            <a:off x="457200" y="343989"/>
            <a:ext cx="11296101" cy="584775"/>
          </a:xfrm>
          <a:prstGeom prst="rect">
            <a:avLst/>
          </a:prstGeom>
          <a:noFill/>
        </p:spPr>
        <p:txBody>
          <a:bodyPr wrap="square" lIns="91440" tIns="45720" rIns="91440" bIns="45720" anchor="t">
            <a:spAutoFit/>
          </a:bodyPr>
          <a:lstStyle/>
          <a:p>
            <a:pPr>
              <a:defRPr sz="4000" b="1">
                <a:solidFill>
                  <a:srgbClr val="003366"/>
                </a:solidFill>
              </a:defRPr>
            </a:pPr>
            <a:r>
              <a:rPr lang="en-US" sz="3200">
                <a:solidFill>
                  <a:srgbClr val="003366"/>
                </a:solidFill>
                <a:latin typeface="Segoe UI"/>
                <a:ea typeface="+mn-lt"/>
                <a:cs typeface="Segoe UI"/>
              </a:rPr>
              <a:t>Vendor Switch Effort Estimate</a:t>
            </a:r>
            <a:endParaRPr lang="fr-FR"/>
          </a:p>
        </p:txBody>
      </p:sp>
      <p:sp>
        <p:nvSpPr>
          <p:cNvPr id="8" name="Espace réservé du pied de page 2">
            <a:extLst>
              <a:ext uri="{FF2B5EF4-FFF2-40B4-BE49-F238E27FC236}">
                <a16:creationId xmlns:a16="http://schemas.microsoft.com/office/drawing/2014/main" id="{5114FA8D-CD07-826C-D611-64905B6EA225}"/>
              </a:ext>
            </a:extLst>
          </p:cNvPr>
          <p:cNvSpPr>
            <a:spLocks noGrp="1"/>
          </p:cNvSpPr>
          <p:nvPr>
            <p:ph type="ftr" sz="quarter" idx="11"/>
          </p:nvPr>
        </p:nvSpPr>
        <p:spPr>
          <a:xfrm>
            <a:off x="-593" y="6444952"/>
            <a:ext cx="12193181" cy="412389"/>
          </a:xfrm>
          <a:solidFill>
            <a:srgbClr val="F8F9FB"/>
          </a:solidFill>
          <a:ln>
            <a:solidFill>
              <a:srgbClr val="E1E4E8"/>
            </a:solidFill>
          </a:ln>
        </p:spPr>
        <p:txBody>
          <a:bodyPr/>
          <a:lstStyle/>
          <a:p>
            <a:pPr algn="l"/>
            <a:r>
              <a:rPr lang="en-US" sz="1100">
                <a:solidFill>
                  <a:srgbClr val="6B7C93"/>
                </a:solidFill>
                <a:latin typeface="Segoe UI"/>
                <a:ea typeface="+mn-lt"/>
                <a:cs typeface="Segoe UI"/>
              </a:rPr>
              <a:t>  ISWC System Audit – Findings &amp; Strategic Recommendations • November 24, 2025</a:t>
            </a:r>
            <a:endParaRPr lang="en-US" sz="1100">
              <a:latin typeface="Segoe UI"/>
              <a:cs typeface="Segoe UI"/>
            </a:endParaRPr>
          </a:p>
        </p:txBody>
      </p:sp>
      <p:sp>
        <p:nvSpPr>
          <p:cNvPr id="10" name="Espace réservé du numéro de diapositive 6">
            <a:extLst>
              <a:ext uri="{FF2B5EF4-FFF2-40B4-BE49-F238E27FC236}">
                <a16:creationId xmlns:a16="http://schemas.microsoft.com/office/drawing/2014/main" id="{093FFDA4-F101-AF1C-F92B-D4AEF1032D06}"/>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smtClean="0">
                <a:solidFill>
                  <a:srgbClr val="1E3A5F"/>
                </a:solidFill>
                <a:latin typeface="Segoe UI"/>
                <a:cs typeface="Segoe UI"/>
              </a:rPr>
              <a:pPr algn="ctr"/>
              <a:t>29</a:t>
            </a:fld>
            <a:endParaRPr lang="en-US">
              <a:solidFill>
                <a:srgbClr val="1E3A5F"/>
              </a:solidFill>
              <a:latin typeface="Segoe UI"/>
              <a:ea typeface="Calibri"/>
              <a:cs typeface="Segoe UI"/>
            </a:endParaRPr>
          </a:p>
        </p:txBody>
      </p:sp>
      <p:sp>
        <p:nvSpPr>
          <p:cNvPr id="4" name="ZoneTexte 3">
            <a:extLst>
              <a:ext uri="{FF2B5EF4-FFF2-40B4-BE49-F238E27FC236}">
                <a16:creationId xmlns:a16="http://schemas.microsoft.com/office/drawing/2014/main" id="{CA6A39AE-C1E0-F43E-48C9-BCF47C73722D}"/>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b="1">
                <a:solidFill>
                  <a:srgbClr val="1E3A5F"/>
                </a:solidFill>
                <a:latin typeface="Segoe UI"/>
                <a:ea typeface="Calibri"/>
                <a:cs typeface="Segoe UI"/>
              </a:rPr>
              <a:t>———  PART 5 — Vendor Lock-in Reality</a:t>
            </a:r>
          </a:p>
        </p:txBody>
      </p:sp>
      <p:cxnSp>
        <p:nvCxnSpPr>
          <p:cNvPr id="9" name="Connecteur droit avec flèche 8">
            <a:extLst>
              <a:ext uri="{FF2B5EF4-FFF2-40B4-BE49-F238E27FC236}">
                <a16:creationId xmlns:a16="http://schemas.microsoft.com/office/drawing/2014/main" id="{4ABB38BB-4288-13F7-B2DB-E5CBFF3FA7E5}"/>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graphicFrame>
        <p:nvGraphicFramePr>
          <p:cNvPr id="3" name="Tableau 2">
            <a:extLst>
              <a:ext uri="{FF2B5EF4-FFF2-40B4-BE49-F238E27FC236}">
                <a16:creationId xmlns:a16="http://schemas.microsoft.com/office/drawing/2014/main" id="{AA690CB9-D0B2-0856-533A-09D86BB8C1EC}"/>
              </a:ext>
            </a:extLst>
          </p:cNvPr>
          <p:cNvGraphicFramePr>
            <a:graphicFrameLocks noGrp="1"/>
          </p:cNvGraphicFramePr>
          <p:nvPr>
            <p:extLst>
              <p:ext uri="{D42A27DB-BD31-4B8C-83A1-F6EECF244321}">
                <p14:modId xmlns:p14="http://schemas.microsoft.com/office/powerpoint/2010/main" val="1568174858"/>
              </p:ext>
            </p:extLst>
          </p:nvPr>
        </p:nvGraphicFramePr>
        <p:xfrm>
          <a:off x="1747727" y="1099353"/>
          <a:ext cx="8689592" cy="4085200"/>
        </p:xfrm>
        <a:graphic>
          <a:graphicData uri="http://schemas.openxmlformats.org/drawingml/2006/table">
            <a:tbl>
              <a:tblPr firstRow="1" bandRow="1">
                <a:noFill/>
                <a:tableStyleId>{5C22544A-7EE6-4342-B048-85BDC9FD1C3A}</a:tableStyleId>
              </a:tblPr>
              <a:tblGrid>
                <a:gridCol w="2863420">
                  <a:extLst>
                    <a:ext uri="{9D8B030D-6E8A-4147-A177-3AD203B41FA5}">
                      <a16:colId xmlns:a16="http://schemas.microsoft.com/office/drawing/2014/main" val="2145345815"/>
                    </a:ext>
                  </a:extLst>
                </a:gridCol>
                <a:gridCol w="1710336">
                  <a:extLst>
                    <a:ext uri="{9D8B030D-6E8A-4147-A177-3AD203B41FA5}">
                      <a16:colId xmlns:a16="http://schemas.microsoft.com/office/drawing/2014/main" val="2540404869"/>
                    </a:ext>
                  </a:extLst>
                </a:gridCol>
                <a:gridCol w="4115836">
                  <a:extLst>
                    <a:ext uri="{9D8B030D-6E8A-4147-A177-3AD203B41FA5}">
                      <a16:colId xmlns:a16="http://schemas.microsoft.com/office/drawing/2014/main" val="170193189"/>
                    </a:ext>
                  </a:extLst>
                </a:gridCol>
              </a:tblGrid>
              <a:tr h="407165">
                <a:tc>
                  <a:txBody>
                    <a:bodyPr/>
                    <a:lstStyle/>
                    <a:p>
                      <a:pPr marL="0" algn="l" defTabSz="457200" rtl="0" eaLnBrk="1" latinLnBrk="0" hangingPunct="1">
                        <a:buNone/>
                      </a:pPr>
                      <a:r>
                        <a:rPr lang="en-US" sz="1500" b="1" kern="1200" noProof="0">
                          <a:solidFill>
                            <a:srgbClr val="003366"/>
                          </a:solidFill>
                          <a:effectLst/>
                          <a:latin typeface="Segoe UI"/>
                          <a:ea typeface="+mn-ea"/>
                          <a:cs typeface="+mn-cs"/>
                        </a:rPr>
                        <a:t>Component</a:t>
                      </a:r>
                    </a:p>
                  </a:txBody>
                  <a:tcPr marL="100672" marR="100672" marT="100672" marB="100672" anchor="ctr">
                    <a:lnL w="12700" cmpd="sng">
                      <a:noFill/>
                    </a:lnL>
                    <a:lnR w="12700" cmpd="sng">
                      <a:noFill/>
                    </a:lnR>
                    <a:lnT w="12700" cmpd="sng">
                      <a:noFill/>
                    </a:lnT>
                    <a:lnB w="12700" cmpd="sng">
                      <a:solidFill>
                        <a:schemeClr val="tx1"/>
                      </a:solidFill>
                    </a:lnB>
                    <a:noFill/>
                  </a:tcPr>
                </a:tc>
                <a:tc>
                  <a:txBody>
                    <a:bodyPr/>
                    <a:lstStyle/>
                    <a:p>
                      <a:pPr marL="0" algn="ctr" defTabSz="457200" rtl="0" eaLnBrk="1" latinLnBrk="0" hangingPunct="1">
                        <a:buNone/>
                      </a:pPr>
                      <a:r>
                        <a:rPr lang="en-US" sz="1500" b="1" kern="1200" noProof="0">
                          <a:solidFill>
                            <a:srgbClr val="003366"/>
                          </a:solidFill>
                          <a:effectLst/>
                          <a:latin typeface="Segoe UI"/>
                          <a:ea typeface="+mn-ea"/>
                          <a:cs typeface="+mn-cs"/>
                        </a:rPr>
                        <a:t>Effort</a:t>
                      </a:r>
                      <a:br>
                        <a:rPr lang="en-US" sz="1500" b="1" kern="1200" noProof="0">
                          <a:solidFill>
                            <a:srgbClr val="003366"/>
                          </a:solidFill>
                          <a:effectLst/>
                          <a:latin typeface="Segoe UI"/>
                          <a:ea typeface="+mn-ea"/>
                          <a:cs typeface="+mn-cs"/>
                        </a:rPr>
                      </a:br>
                      <a:r>
                        <a:rPr lang="en-US" sz="1500" b="1" kern="1200" noProof="0">
                          <a:solidFill>
                            <a:srgbClr val="003366"/>
                          </a:solidFill>
                          <a:effectLst/>
                          <a:latin typeface="Segoe UI"/>
                          <a:ea typeface="+mn-ea"/>
                          <a:cs typeface="+mn-cs"/>
                        </a:rPr>
                        <a:t>(T-shirt)</a:t>
                      </a:r>
                    </a:p>
                  </a:txBody>
                  <a:tcPr marL="100672" marR="100672" marT="100672" marB="100672" anchor="ctr">
                    <a:lnL w="12700" cmpd="sng">
                      <a:noFill/>
                    </a:lnL>
                    <a:lnR w="12700" cmpd="sng">
                      <a:noFill/>
                    </a:lnR>
                    <a:lnT w="12700" cmpd="sng">
                      <a:noFill/>
                    </a:lnT>
                    <a:lnB w="12700" cmpd="sng">
                      <a:solidFill>
                        <a:schemeClr val="tx1"/>
                      </a:solidFill>
                    </a:lnB>
                    <a:noFill/>
                  </a:tcPr>
                </a:tc>
                <a:tc>
                  <a:txBody>
                    <a:bodyPr/>
                    <a:lstStyle/>
                    <a:p>
                      <a:pPr marL="0" algn="l" defTabSz="457200" rtl="0" eaLnBrk="1" latinLnBrk="0" hangingPunct="1">
                        <a:buNone/>
                      </a:pPr>
                      <a:r>
                        <a:rPr lang="en-US" sz="1500" b="1" kern="1200" noProof="0">
                          <a:solidFill>
                            <a:srgbClr val="003366"/>
                          </a:solidFill>
                          <a:effectLst/>
                          <a:latin typeface="Segoe UI"/>
                          <a:ea typeface="+mn-ea"/>
                          <a:cs typeface="+mn-cs"/>
                        </a:rPr>
                        <a:t>Dependencies &amp; Risks</a:t>
                      </a:r>
                    </a:p>
                  </a:txBody>
                  <a:tcPr marL="100672" marR="100672" marT="100672" marB="100672" anchor="ctr">
                    <a:lnL w="12700" cmpd="sng">
                      <a:noFill/>
                    </a:lnL>
                    <a:lnR w="12700" cmpd="sng">
                      <a:noFill/>
                    </a:lnR>
                    <a:lnT w="12700" cmpd="sng">
                      <a:noFill/>
                    </a:lnT>
                    <a:lnB w="12700" cmpd="sng">
                      <a:solidFill>
                        <a:schemeClr val="tx1"/>
                      </a:solidFill>
                    </a:lnB>
                    <a:noFill/>
                  </a:tcPr>
                </a:tc>
                <a:extLst>
                  <a:ext uri="{0D108BD9-81ED-4DB2-BD59-A6C34878D82A}">
                    <a16:rowId xmlns:a16="http://schemas.microsoft.com/office/drawing/2014/main" val="675899695"/>
                  </a:ext>
                </a:extLst>
              </a:tr>
              <a:tr h="809855">
                <a:tc>
                  <a:txBody>
                    <a:bodyPr/>
                    <a:lstStyle/>
                    <a:p>
                      <a:pPr>
                        <a:buNone/>
                      </a:pPr>
                      <a:r>
                        <a:rPr lang="en-US" sz="1600" b="1" cap="none" spc="0" noProof="0">
                          <a:solidFill>
                            <a:schemeClr val="tx1"/>
                          </a:solidFill>
                          <a:effectLst/>
                        </a:rPr>
                        <a:t>Application Code Handover</a:t>
                      </a:r>
                      <a:endParaRPr lang="en-US" sz="1600" cap="none" spc="0" noProof="0">
                        <a:solidFill>
                          <a:schemeClr val="tx1"/>
                        </a:solidFill>
                        <a:effectLst/>
                      </a:endParaRPr>
                    </a:p>
                  </a:txBody>
                  <a:tcPr marL="100672" marR="100672" marT="100672" marB="100672" anchor="ctr">
                    <a:lnL w="12700" cmpd="sng">
                      <a:noFill/>
                      <a:prstDash val="solid"/>
                    </a:lnL>
                    <a:lnR w="12700" cmpd="sng">
                      <a:noFill/>
                      <a:prstDash val="solid"/>
                    </a:lnR>
                    <a:lnT w="12700" cmpd="sng">
                      <a:solidFill>
                        <a:schemeClr val="tx1"/>
                      </a:solidFill>
                    </a:lnT>
                    <a:lnB w="12700" cmpd="sng">
                      <a:noFill/>
                      <a:prstDash val="solid"/>
                    </a:lnB>
                    <a:noFill/>
                  </a:tcPr>
                </a:tc>
                <a:tc>
                  <a:txBody>
                    <a:bodyPr/>
                    <a:lstStyle/>
                    <a:p>
                      <a:pPr algn="ctr">
                        <a:buNone/>
                      </a:pPr>
                      <a:r>
                        <a:rPr lang="en-US" sz="1600" cap="none" spc="0" noProof="0">
                          <a:solidFill>
                            <a:schemeClr val="tx1"/>
                          </a:solidFill>
                          <a:effectLst/>
                        </a:rPr>
                        <a:t>M</a:t>
                      </a:r>
                    </a:p>
                  </a:txBody>
                  <a:tcPr marL="100672" marR="100672" marT="100672" marB="100672" anchor="ctr">
                    <a:lnL w="12700" cmpd="sng">
                      <a:noFill/>
                      <a:prstDash val="solid"/>
                    </a:lnL>
                    <a:lnR w="12700" cmpd="sng">
                      <a:noFill/>
                      <a:prstDash val="solid"/>
                    </a:lnR>
                    <a:lnT w="12700" cmpd="sng">
                      <a:solidFill>
                        <a:schemeClr val="tx1"/>
                      </a:solidFill>
                    </a:lnT>
                    <a:lnB w="12700" cmpd="sng">
                      <a:noFill/>
                      <a:prstDash val="solid"/>
                    </a:lnB>
                    <a:noFill/>
                  </a:tcPr>
                </a:tc>
                <a:tc>
                  <a:txBody>
                    <a:bodyPr/>
                    <a:lstStyle/>
                    <a:p>
                      <a:pPr>
                        <a:buNone/>
                      </a:pPr>
                      <a:r>
                        <a:rPr lang="en-US" sz="1400" cap="none" spc="0" noProof="0">
                          <a:solidFill>
                            <a:schemeClr val="tx1"/>
                          </a:solidFill>
                          <a:effectLst/>
                        </a:rPr>
                        <a:t>• Knowledge transfer viability </a:t>
                      </a:r>
                      <a:r>
                        <a:rPr lang="en-US" sz="1400" b="1" cap="none" spc="0" noProof="0">
                          <a:solidFill>
                            <a:schemeClr val="tx1"/>
                          </a:solidFill>
                          <a:effectLst/>
                        </a:rPr>
                        <a:t>UNKNOWN</a:t>
                      </a:r>
                      <a:br>
                        <a:rPr lang="en-US" sz="1400" cap="none" spc="0" noProof="0">
                          <a:solidFill>
                            <a:srgbClr val="000000"/>
                          </a:solidFill>
                          <a:effectLst/>
                        </a:rPr>
                      </a:br>
                      <a:r>
                        <a:rPr lang="en-US" sz="1400" cap="none" spc="0" noProof="0">
                          <a:solidFill>
                            <a:schemeClr val="tx1"/>
                          </a:solidFill>
                          <a:effectLst/>
                        </a:rPr>
                        <a:t>• Minimal documentation</a:t>
                      </a:r>
                      <a:br>
                        <a:rPr lang="en-US" sz="1400" cap="none" spc="0" noProof="0">
                          <a:solidFill>
                            <a:srgbClr val="000000"/>
                          </a:solidFill>
                          <a:effectLst/>
                        </a:rPr>
                      </a:br>
                      <a:r>
                        <a:rPr lang="en-US" sz="1400" cap="none" spc="0" noProof="0">
                          <a:solidFill>
                            <a:schemeClr val="tx1"/>
                          </a:solidFill>
                          <a:effectLst/>
                        </a:rPr>
                        <a:t>• No onboarding process</a:t>
                      </a:r>
                      <a:br>
                        <a:rPr lang="en-US" sz="1400" cap="none" spc="0" noProof="0">
                          <a:solidFill>
                            <a:srgbClr val="000000"/>
                          </a:solidFill>
                          <a:effectLst/>
                        </a:rPr>
                      </a:br>
                      <a:r>
                        <a:rPr lang="en-US" sz="1400" cap="none" spc="0" noProof="0">
                          <a:solidFill>
                            <a:schemeClr val="tx1"/>
                          </a:solidFill>
                          <a:effectLst/>
                        </a:rPr>
                        <a:t>• </a:t>
                      </a:r>
                      <a:r>
                        <a:rPr lang="en-US" sz="1400" b="1" cap="none" spc="0" noProof="0">
                          <a:solidFill>
                            <a:schemeClr val="tx1"/>
                          </a:solidFill>
                          <a:effectLst/>
                        </a:rPr>
                        <a:t>Recommend:</a:t>
                      </a:r>
                      <a:r>
                        <a:rPr lang="en-US" sz="1400" cap="none" spc="0" noProof="0">
                          <a:solidFill>
                            <a:schemeClr val="tx1"/>
                          </a:solidFill>
                          <a:effectLst/>
                        </a:rPr>
                        <a:t> Pilot test first</a:t>
                      </a:r>
                    </a:p>
                  </a:txBody>
                  <a:tcPr marL="100672" marR="100672" marT="100672" marB="100672" anchor="ctr">
                    <a:lnL w="12700" cmpd="sng">
                      <a:noFill/>
                      <a:prstDash val="solid"/>
                    </a:lnL>
                    <a:lnR w="12700" cmpd="sng">
                      <a:noFill/>
                      <a:prstDash val="solid"/>
                    </a:lnR>
                    <a:lnT w="12700" cmpd="sng">
                      <a:solidFill>
                        <a:schemeClr val="tx1"/>
                      </a:solidFill>
                    </a:lnT>
                    <a:lnB w="12700" cmpd="sng">
                      <a:noFill/>
                      <a:prstDash val="solid"/>
                    </a:lnB>
                    <a:noFill/>
                  </a:tcPr>
                </a:tc>
                <a:extLst>
                  <a:ext uri="{0D108BD9-81ED-4DB2-BD59-A6C34878D82A}">
                    <a16:rowId xmlns:a16="http://schemas.microsoft.com/office/drawing/2014/main" val="754914294"/>
                  </a:ext>
                </a:extLst>
              </a:tr>
              <a:tr h="664439">
                <a:tc>
                  <a:txBody>
                    <a:bodyPr/>
                    <a:lstStyle/>
                    <a:p>
                      <a:pPr>
                        <a:buNone/>
                      </a:pPr>
                      <a:r>
                        <a:rPr lang="en-US" sz="1600" b="1" cap="none" spc="0" noProof="0" err="1">
                          <a:solidFill>
                            <a:schemeClr val="tx1"/>
                          </a:solidFill>
                          <a:effectLst/>
                        </a:rPr>
                        <a:t>IaC</a:t>
                      </a:r>
                      <a:r>
                        <a:rPr lang="en-US" sz="1600" b="1" cap="none" spc="0" noProof="0">
                          <a:solidFill>
                            <a:schemeClr val="tx1"/>
                          </a:solidFill>
                          <a:effectLst/>
                        </a:rPr>
                        <a:t> Reconstruction</a:t>
                      </a:r>
                      <a:endParaRPr lang="en-US" sz="1600" cap="none" spc="0" noProof="0">
                        <a:solidFill>
                          <a:schemeClr val="tx1"/>
                        </a:solidFill>
                        <a:effectLst/>
                      </a:endParaRPr>
                    </a:p>
                  </a:txBody>
                  <a:tcPr marL="100672" marR="100672" marT="100672" marB="100672"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algn="ctr">
                        <a:buNone/>
                      </a:pPr>
                      <a:r>
                        <a:rPr lang="en-US" sz="1600" cap="none" spc="0" noProof="0">
                          <a:solidFill>
                            <a:schemeClr val="tx1"/>
                          </a:solidFill>
                          <a:effectLst/>
                        </a:rPr>
                        <a:t>S</a:t>
                      </a:r>
                    </a:p>
                  </a:txBody>
                  <a:tcPr marL="100672" marR="100672" marT="100672" marB="100672"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a:buNone/>
                      </a:pPr>
                      <a:r>
                        <a:rPr lang="en-US" sz="1400" cap="none" spc="0" noProof="0">
                          <a:solidFill>
                            <a:schemeClr val="tx1"/>
                          </a:solidFill>
                          <a:effectLst/>
                        </a:rPr>
                        <a:t>• 343 Azure resources</a:t>
                      </a:r>
                      <a:br>
                        <a:rPr lang="en-US" sz="1400" cap="none" spc="0" noProof="0">
                          <a:solidFill>
                            <a:srgbClr val="000000"/>
                          </a:solidFill>
                          <a:effectLst/>
                        </a:rPr>
                      </a:br>
                      <a:r>
                        <a:rPr lang="en-US" sz="1400" cap="none" spc="0" noProof="0">
                          <a:solidFill>
                            <a:schemeClr val="tx1"/>
                          </a:solidFill>
                          <a:effectLst/>
                        </a:rPr>
                        <a:t>• Reverse-engineer from portal</a:t>
                      </a:r>
                      <a:br>
                        <a:rPr lang="en-US" sz="1400" cap="none" spc="0" noProof="0">
                          <a:solidFill>
                            <a:srgbClr val="000000"/>
                          </a:solidFill>
                          <a:effectLst/>
                        </a:rPr>
                      </a:br>
                      <a:r>
                        <a:rPr lang="en-US" sz="1400" cap="none" spc="0" noProof="0">
                          <a:solidFill>
                            <a:schemeClr val="tx1"/>
                          </a:solidFill>
                          <a:effectLst/>
                        </a:rPr>
                        <a:t>• </a:t>
                      </a:r>
                      <a:r>
                        <a:rPr lang="en-US" sz="1400" b="1" cap="none" spc="0" noProof="0">
                          <a:solidFill>
                            <a:schemeClr val="tx1"/>
                          </a:solidFill>
                          <a:effectLst/>
                        </a:rPr>
                        <a:t>OR</a:t>
                      </a:r>
                      <a:r>
                        <a:rPr lang="en-US" sz="1400" cap="none" spc="0" noProof="0">
                          <a:solidFill>
                            <a:schemeClr val="tx1"/>
                          </a:solidFill>
                          <a:effectLst/>
                        </a:rPr>
                        <a:t> license Smart AIM library (cost unknown)</a:t>
                      </a:r>
                    </a:p>
                  </a:txBody>
                  <a:tcPr marL="100672" marR="100672" marT="100672" marB="100672"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extLst>
                  <a:ext uri="{0D108BD9-81ED-4DB2-BD59-A6C34878D82A}">
                    <a16:rowId xmlns:a16="http://schemas.microsoft.com/office/drawing/2014/main" val="2028635947"/>
                  </a:ext>
                </a:extLst>
              </a:tr>
              <a:tr h="664439">
                <a:tc>
                  <a:txBody>
                    <a:bodyPr/>
                    <a:lstStyle/>
                    <a:p>
                      <a:pPr>
                        <a:buNone/>
                      </a:pPr>
                      <a:r>
                        <a:rPr lang="en-US" sz="1600" b="1" cap="none" spc="0" noProof="0">
                          <a:solidFill>
                            <a:schemeClr val="tx1"/>
                          </a:solidFill>
                          <a:effectLst/>
                        </a:rPr>
                        <a:t>Matching Engine Replacement</a:t>
                      </a:r>
                      <a:endParaRPr lang="en-US" sz="1600" cap="none" spc="0" noProof="0">
                        <a:solidFill>
                          <a:schemeClr val="tx1"/>
                        </a:solidFill>
                        <a:effectLst/>
                      </a:endParaRPr>
                    </a:p>
                  </a:txBody>
                  <a:tcPr marL="100672" marR="100672" marT="100672" marB="100672" anchor="ctr">
                    <a:lnL w="12700" cmpd="sng">
                      <a:noFill/>
                      <a:prstDash val="solid"/>
                    </a:lnL>
                    <a:lnR w="12700" cmpd="sng">
                      <a:noFill/>
                      <a:prstDash val="solid"/>
                    </a:lnR>
                    <a:lnT w="12700" cmpd="sng">
                      <a:noFill/>
                      <a:prstDash val="solid"/>
                    </a:lnT>
                    <a:lnB w="12700" cmpd="sng">
                      <a:noFill/>
                      <a:prstDash val="solid"/>
                    </a:lnB>
                    <a:noFill/>
                  </a:tcPr>
                </a:tc>
                <a:tc>
                  <a:txBody>
                    <a:bodyPr/>
                    <a:lstStyle/>
                    <a:p>
                      <a:pPr lvl="0" algn="ctr">
                        <a:buNone/>
                      </a:pPr>
                      <a:r>
                        <a:rPr lang="en-US" sz="1600" cap="none" spc="0" noProof="0">
                          <a:solidFill>
                            <a:schemeClr val="tx1"/>
                          </a:solidFill>
                          <a:effectLst/>
                        </a:rPr>
                        <a:t>L</a:t>
                      </a:r>
                      <a:br>
                        <a:rPr lang="en-US" sz="1600" cap="none" spc="0" noProof="0">
                          <a:solidFill>
                            <a:srgbClr val="000000"/>
                          </a:solidFill>
                          <a:effectLst/>
                        </a:rPr>
                      </a:br>
                      <a:r>
                        <a:rPr lang="en-US" sz="1600" cap="none" spc="0" noProof="0">
                          <a:solidFill>
                            <a:schemeClr val="tx1"/>
                          </a:solidFill>
                          <a:effectLst/>
                        </a:rPr>
                        <a:t>(if required)</a:t>
                      </a:r>
                    </a:p>
                  </a:txBody>
                  <a:tcPr marL="100672" marR="100672" marT="100672" marB="100672"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400" cap="none" spc="0" noProof="0">
                          <a:solidFill>
                            <a:schemeClr val="tx1"/>
                          </a:solidFill>
                          <a:effectLst/>
                        </a:rPr>
                        <a:t>• Alternative vendors </a:t>
                      </a:r>
                      <a:r>
                        <a:rPr lang="en-US" sz="1400" b="1" cap="none" spc="0" noProof="0">
                          <a:solidFill>
                            <a:schemeClr val="tx1"/>
                          </a:solidFill>
                          <a:effectLst/>
                        </a:rPr>
                        <a:t>UNKNOWN</a:t>
                      </a:r>
                      <a:br>
                        <a:rPr lang="en-US" sz="1400" cap="none" spc="0" noProof="0">
                          <a:solidFill>
                            <a:srgbClr val="000000"/>
                          </a:solidFill>
                          <a:effectLst/>
                        </a:rPr>
                      </a:br>
                      <a:r>
                        <a:rPr lang="en-US" sz="1400" cap="none" spc="0" noProof="0">
                          <a:solidFill>
                            <a:schemeClr val="tx1"/>
                          </a:solidFill>
                          <a:effectLst/>
                        </a:rPr>
                        <a:t>• Substantial refactoring likely</a:t>
                      </a:r>
                      <a:br>
                        <a:rPr lang="en-US" sz="1400" cap="none" spc="0" noProof="0">
                          <a:solidFill>
                            <a:srgbClr val="000000"/>
                          </a:solidFill>
                          <a:effectLst/>
                        </a:rPr>
                      </a:br>
                      <a:r>
                        <a:rPr lang="en-US" sz="1400" cap="none" spc="0" noProof="0">
                          <a:solidFill>
                            <a:schemeClr val="tx1"/>
                          </a:solidFill>
                          <a:effectLst/>
                        </a:rPr>
                        <a:t>• </a:t>
                      </a:r>
                      <a:r>
                        <a:rPr lang="en-US" sz="1400" b="1" cap="none" spc="0" noProof="0">
                          <a:solidFill>
                            <a:schemeClr val="tx1"/>
                          </a:solidFill>
                          <a:effectLst/>
                        </a:rPr>
                        <a:t>OR</a:t>
                      </a:r>
                      <a:r>
                        <a:rPr lang="en-US" sz="1400" cap="none" spc="0" noProof="0">
                          <a:solidFill>
                            <a:schemeClr val="tx1"/>
                          </a:solidFill>
                          <a:effectLst/>
                        </a:rPr>
                        <a:t> accept ongoing lock-in</a:t>
                      </a:r>
                    </a:p>
                  </a:txBody>
                  <a:tcPr marL="100672" marR="100672" marT="100672" marB="10067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529723025"/>
                  </a:ext>
                </a:extLst>
              </a:tr>
              <a:tr h="519023">
                <a:tc>
                  <a:txBody>
                    <a:bodyPr/>
                    <a:lstStyle/>
                    <a:p>
                      <a:pPr>
                        <a:buNone/>
                      </a:pPr>
                      <a:r>
                        <a:rPr lang="en-US" sz="1600" b="1" cap="none" spc="0" noProof="0">
                          <a:solidFill>
                            <a:schemeClr val="tx1"/>
                          </a:solidFill>
                          <a:effectLst/>
                        </a:rPr>
                        <a:t>Knowledge Transfer</a:t>
                      </a:r>
                      <a:br>
                        <a:rPr lang="en-US" sz="1600" b="1" cap="none" spc="0" noProof="0">
                          <a:solidFill>
                            <a:srgbClr val="000000"/>
                          </a:solidFill>
                          <a:effectLst/>
                        </a:rPr>
                      </a:br>
                      <a:r>
                        <a:rPr lang="en-US" sz="1600" cap="none" spc="0" noProof="0">
                          <a:solidFill>
                            <a:schemeClr val="tx1"/>
                          </a:solidFill>
                          <a:effectLst/>
                        </a:rPr>
                        <a:t>(Overlap Period)</a:t>
                      </a:r>
                    </a:p>
                  </a:txBody>
                  <a:tcPr marL="100672" marR="100672" marT="100672" marB="100672"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algn="ctr">
                        <a:buNone/>
                      </a:pPr>
                      <a:r>
                        <a:rPr lang="en-US" sz="1600" cap="none" spc="0" noProof="0">
                          <a:solidFill>
                            <a:srgbClr val="000000"/>
                          </a:solidFill>
                          <a:effectLst/>
                        </a:rPr>
                        <a:t>L</a:t>
                      </a:r>
                      <a:br>
                        <a:rPr lang="en-US" sz="1600" cap="none" spc="0" noProof="0">
                          <a:solidFill>
                            <a:srgbClr val="000000"/>
                          </a:solidFill>
                          <a:effectLst/>
                        </a:rPr>
                      </a:br>
                      <a:r>
                        <a:rPr lang="en-US" sz="1600" cap="none" spc="0" noProof="0">
                          <a:solidFill>
                            <a:schemeClr val="tx1"/>
                          </a:solidFill>
                          <a:effectLst/>
                        </a:rPr>
                        <a:t>(parallel run)</a:t>
                      </a:r>
                    </a:p>
                  </a:txBody>
                  <a:tcPr marL="100672" marR="100672" marT="100672" marB="100672"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a:buNone/>
                      </a:pPr>
                      <a:r>
                        <a:rPr lang="en-US" sz="1400" cap="none" spc="0" noProof="0">
                          <a:solidFill>
                            <a:schemeClr val="tx1"/>
                          </a:solidFill>
                          <a:effectLst/>
                        </a:rPr>
                        <a:t>• Parallel vendor overlap recommended</a:t>
                      </a:r>
                      <a:br>
                        <a:rPr lang="en-US" sz="1400" cap="none" spc="0" noProof="0">
                          <a:solidFill>
                            <a:srgbClr val="000000"/>
                          </a:solidFill>
                          <a:effectLst/>
                        </a:rPr>
                      </a:br>
                      <a:r>
                        <a:rPr lang="en-US" sz="1400" cap="none" spc="0" noProof="0">
                          <a:solidFill>
                            <a:schemeClr val="tx1"/>
                          </a:solidFill>
                          <a:effectLst/>
                        </a:rPr>
                        <a:t>• Gradual transition reduces risk</a:t>
                      </a:r>
                    </a:p>
                  </a:txBody>
                  <a:tcPr marL="100672" marR="100672" marT="100672" marB="100672"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extLst>
                  <a:ext uri="{0D108BD9-81ED-4DB2-BD59-A6C34878D82A}">
                    <a16:rowId xmlns:a16="http://schemas.microsoft.com/office/drawing/2014/main" val="2692118051"/>
                  </a:ext>
                </a:extLst>
              </a:tr>
            </a:tbl>
          </a:graphicData>
        </a:graphic>
      </p:graphicFrame>
      <p:sp>
        <p:nvSpPr>
          <p:cNvPr id="11" name="ZoneTexte 10">
            <a:extLst>
              <a:ext uri="{FF2B5EF4-FFF2-40B4-BE49-F238E27FC236}">
                <a16:creationId xmlns:a16="http://schemas.microsoft.com/office/drawing/2014/main" id="{E030583D-62E9-B8C4-7956-1B95D69E5EFB}"/>
              </a:ext>
            </a:extLst>
          </p:cNvPr>
          <p:cNvSpPr txBox="1"/>
          <p:nvPr/>
        </p:nvSpPr>
        <p:spPr>
          <a:xfrm>
            <a:off x="3048000" y="5749420"/>
            <a:ext cx="6096000" cy="338554"/>
          </a:xfrm>
          <a:prstGeom prst="rect">
            <a:avLst/>
          </a:prstGeom>
          <a:solidFill>
            <a:schemeClr val="tx2">
              <a:lumMod val="20000"/>
              <a:lumOff val="80000"/>
            </a:schemeClr>
          </a:solidFill>
          <a:ln>
            <a:solidFill>
              <a:srgbClr val="4472C4"/>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spcBef>
                <a:spcPts val="1000"/>
              </a:spcBef>
              <a:spcAft>
                <a:spcPts val="1000"/>
              </a:spcAft>
            </a:pPr>
            <a:r>
              <a:rPr lang="en-US" sz="1600" b="1" baseline="0">
                <a:latin typeface="Segoe UI"/>
                <a:cs typeface="Segoe UI"/>
              </a:rPr>
              <a:t>HIGH uncertainty</a:t>
            </a:r>
            <a:r>
              <a:rPr lang="en-US" sz="1600" baseline="0">
                <a:latin typeface="Segoe UI"/>
                <a:cs typeface="Segoe UI"/>
              </a:rPr>
              <a:t> </a:t>
            </a:r>
            <a:r>
              <a:rPr lang="en-US" sz="1600">
                <a:latin typeface="Segoe UI"/>
                <a:cs typeface="Segoe UI"/>
              </a:rPr>
              <a:t>on </a:t>
            </a:r>
            <a:r>
              <a:rPr lang="en-US" sz="1600" b="1">
                <a:latin typeface="Segoe UI"/>
                <a:cs typeface="Segoe UI"/>
              </a:rPr>
              <a:t>TIMELINE and COSTS </a:t>
            </a:r>
            <a:r>
              <a:rPr lang="en-US" sz="1600">
                <a:latin typeface="Segoe UI"/>
                <a:cs typeface="Segoe UI"/>
              </a:rPr>
              <a:t>due</a:t>
            </a:r>
            <a:r>
              <a:rPr lang="en-US" sz="1600" baseline="0">
                <a:latin typeface="Segoe UI"/>
                <a:cs typeface="Segoe UI"/>
              </a:rPr>
              <a:t> to unknowns</a:t>
            </a:r>
            <a:endParaRPr lang="en-US" sz="3600">
              <a:latin typeface="Segoe UI"/>
              <a:ea typeface="Calibri"/>
              <a:cs typeface="Segoe UI"/>
            </a:endParaRPr>
          </a:p>
        </p:txBody>
      </p:sp>
    </p:spTree>
    <p:extLst>
      <p:ext uri="{BB962C8B-B14F-4D97-AF65-F5344CB8AC3E}">
        <p14:creationId xmlns:p14="http://schemas.microsoft.com/office/powerpoint/2010/main" val="13916271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sp>
        <p:nvSpPr>
          <p:cNvPr id="2" name="TextBox 1"/>
          <p:cNvSpPr txBox="1"/>
          <p:nvPr/>
        </p:nvSpPr>
        <p:spPr>
          <a:xfrm>
            <a:off x="287446" y="2839457"/>
            <a:ext cx="9302227" cy="1754326"/>
          </a:xfrm>
          <a:prstGeom prst="rect">
            <a:avLst/>
          </a:prstGeom>
          <a:noFill/>
        </p:spPr>
        <p:txBody>
          <a:bodyPr wrap="none" lIns="91440" tIns="45720" rIns="91440" bIns="45720" anchor="t">
            <a:spAutoFit/>
          </a:bodyPr>
          <a:lstStyle/>
          <a:p>
            <a:pPr>
              <a:defRPr sz="5400" b="1">
                <a:solidFill>
                  <a:srgbClr val="003366"/>
                </a:solidFill>
              </a:defRPr>
            </a:pPr>
            <a:r>
              <a:rPr lang="en-US">
                <a:solidFill>
                  <a:srgbClr val="FFFFFF"/>
                </a:solidFill>
                <a:latin typeface="Segoe UI"/>
                <a:cs typeface="Segoe UI"/>
              </a:rPr>
              <a:t>PART 6</a:t>
            </a:r>
            <a:endParaRPr lang="fr-FR">
              <a:latin typeface="Segoe UI"/>
              <a:cs typeface="Segoe UI"/>
            </a:endParaRPr>
          </a:p>
          <a:p>
            <a:pPr>
              <a:defRPr sz="5400" b="1">
                <a:solidFill>
                  <a:srgbClr val="003366"/>
                </a:solidFill>
              </a:defRPr>
            </a:pPr>
            <a:r>
              <a:rPr lang="en-US">
                <a:solidFill>
                  <a:srgbClr val="FFFFFF"/>
                </a:solidFill>
                <a:latin typeface="Segoe UI"/>
                <a:ea typeface="Calibri"/>
                <a:cs typeface="Segoe UI"/>
              </a:rPr>
              <a:t>Strategic Recommendations</a:t>
            </a:r>
          </a:p>
        </p:txBody>
      </p:sp>
      <p:pic>
        <p:nvPicPr>
          <p:cNvPr id="7" name="Image 6" descr="Blanc_Teragone-Factory-logo.png">
            <a:extLst>
              <a:ext uri="{FF2B5EF4-FFF2-40B4-BE49-F238E27FC236}">
                <a16:creationId xmlns:a16="http://schemas.microsoft.com/office/drawing/2014/main" id="{48A66430-1B85-0ECB-3AC6-50D700E2566C}"/>
              </a:ext>
            </a:extLst>
          </p:cNvPr>
          <p:cNvPicPr>
            <a:picLocks noChangeAspect="1"/>
          </p:cNvPicPr>
          <p:nvPr/>
        </p:nvPicPr>
        <p:blipFill>
          <a:blip r:embed="rId3"/>
          <a:stretch>
            <a:fillRect/>
          </a:stretch>
        </p:blipFill>
        <p:spPr>
          <a:xfrm>
            <a:off x="9865451" y="215537"/>
            <a:ext cx="2076450" cy="647700"/>
          </a:xfrm>
          <a:prstGeom prst="rect">
            <a:avLst/>
          </a:prstGeom>
        </p:spPr>
      </p:pic>
      <p:pic>
        <p:nvPicPr>
          <p:cNvPr id="9" name="Graphique 8">
            <a:extLst>
              <a:ext uri="{FF2B5EF4-FFF2-40B4-BE49-F238E27FC236}">
                <a16:creationId xmlns:a16="http://schemas.microsoft.com/office/drawing/2014/main" id="{0061EC23-AE73-6A0B-C367-9A3E67EE17F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4787" y="214312"/>
            <a:ext cx="714375" cy="714375"/>
          </a:xfrm>
          <a:prstGeom prst="rect">
            <a:avLst/>
          </a:prstGeom>
        </p:spPr>
      </p:pic>
      <p:sp>
        <p:nvSpPr>
          <p:cNvPr id="4" name="Rectangle 3">
            <a:extLst>
              <a:ext uri="{FF2B5EF4-FFF2-40B4-BE49-F238E27FC236}">
                <a16:creationId xmlns:a16="http://schemas.microsoft.com/office/drawing/2014/main" id="{4F0D1AD8-86F2-C782-0134-5BD0721B975D}"/>
              </a:ext>
            </a:extLst>
          </p:cNvPr>
          <p:cNvSpPr/>
          <p:nvPr/>
        </p:nvSpPr>
        <p:spPr>
          <a:xfrm>
            <a:off x="4354" y="3566160"/>
            <a:ext cx="9136776" cy="45720"/>
          </a:xfrm>
          <a:prstGeom prst="rect">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latin typeface="Segoe UI"/>
              <a:cs typeface="Segoe UI"/>
            </a:endParaRPr>
          </a:p>
        </p:txBody>
      </p:sp>
    </p:spTree>
    <p:extLst>
      <p:ext uri="{BB962C8B-B14F-4D97-AF65-F5344CB8AC3E}">
        <p14:creationId xmlns:p14="http://schemas.microsoft.com/office/powerpoint/2010/main" val="37735248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CAA4DF2-D2DC-253A-46B4-8AEB793E7B92}"/>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5659166-7F96-05AC-C0D5-9AC27FA9BD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9DDDEA2-2B2B-B7AB-411C-417D1A91E33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0" y="-4"/>
            <a:ext cx="2834857" cy="6858004"/>
          </a:xfrm>
          <a:prstGeom prst="rect">
            <a:avLst/>
          </a:prstGeom>
          <a:solidFill>
            <a:srgbClr val="1E3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B8856B5A-A598-2219-BFC6-705A613D991A}"/>
              </a:ext>
            </a:extLst>
          </p:cNvPr>
          <p:cNvSpPr txBox="1"/>
          <p:nvPr/>
        </p:nvSpPr>
        <p:spPr>
          <a:xfrm>
            <a:off x="116423" y="591344"/>
            <a:ext cx="2711060" cy="5585619"/>
          </a:xfrm>
          <a:prstGeom prst="rect">
            <a:avLst/>
          </a:prstGeom>
        </p:spPr>
        <p:txBody>
          <a:bodyPr vert="horz" lIns="91440" tIns="45720" rIns="91440" bIns="45720" rtlCol="0" anchor="ctr">
            <a:normAutofit/>
          </a:bodyPr>
          <a:lstStyle/>
          <a:p>
            <a:pPr defTabSz="914400">
              <a:lnSpc>
                <a:spcPct val="90000"/>
              </a:lnSpc>
              <a:spcAft>
                <a:spcPts val="600"/>
              </a:spcAft>
              <a:defRPr sz="4000" b="1">
                <a:solidFill>
                  <a:srgbClr val="003366"/>
                </a:solidFill>
              </a:defRPr>
            </a:pPr>
            <a:r>
              <a:rPr lang="en-US" sz="3000">
                <a:solidFill>
                  <a:srgbClr val="FFFFFF"/>
                </a:solidFill>
                <a:latin typeface="Segoe UI"/>
                <a:ea typeface="+mn-lt"/>
                <a:cs typeface="Segoe UI"/>
              </a:rPr>
              <a:t>Our Strategic</a:t>
            </a:r>
            <a:endParaRPr lang="fr-FR"/>
          </a:p>
          <a:p>
            <a:pPr defTabSz="914400">
              <a:lnSpc>
                <a:spcPct val="90000"/>
              </a:lnSpc>
              <a:spcAft>
                <a:spcPts val="600"/>
              </a:spcAft>
              <a:defRPr sz="4000" b="1">
                <a:solidFill>
                  <a:srgbClr val="003366"/>
                </a:solidFill>
              </a:defRPr>
            </a:pPr>
            <a:r>
              <a:rPr lang="en-US" sz="3000">
                <a:solidFill>
                  <a:srgbClr val="FFFFFF"/>
                </a:solidFill>
                <a:latin typeface="Segoe UI"/>
                <a:ea typeface="+mn-lt"/>
                <a:cs typeface="Segoe UI"/>
              </a:rPr>
              <a:t>Approach</a:t>
            </a:r>
            <a:endParaRPr lang="en-US"/>
          </a:p>
          <a:p>
            <a:pPr defTabSz="914400">
              <a:lnSpc>
                <a:spcPct val="90000"/>
              </a:lnSpc>
              <a:spcAft>
                <a:spcPts val="600"/>
              </a:spcAft>
              <a:defRPr sz="4000" b="1">
                <a:solidFill>
                  <a:srgbClr val="003366"/>
                </a:solidFill>
              </a:defRPr>
            </a:pPr>
            <a:endParaRPr lang="en-US"/>
          </a:p>
          <a:p>
            <a:pPr defTabSz="914400">
              <a:lnSpc>
                <a:spcPct val="90000"/>
              </a:lnSpc>
              <a:spcAft>
                <a:spcPts val="600"/>
              </a:spcAft>
              <a:defRPr sz="4000" b="1">
                <a:solidFill>
                  <a:srgbClr val="003366"/>
                </a:solidFill>
              </a:defRPr>
            </a:pPr>
            <a:r>
              <a:rPr lang="en-US" sz="3000">
                <a:solidFill>
                  <a:srgbClr val="FFFFFF"/>
                </a:solidFill>
                <a:latin typeface="Segoe UI"/>
                <a:ea typeface="+mn-lt"/>
                <a:cs typeface="Segoe UI"/>
              </a:rPr>
              <a:t>Test viability</a:t>
            </a:r>
            <a:endParaRPr lang="en-US"/>
          </a:p>
          <a:p>
            <a:pPr defTabSz="914400">
              <a:lnSpc>
                <a:spcPct val="90000"/>
              </a:lnSpc>
              <a:spcAft>
                <a:spcPts val="600"/>
              </a:spcAft>
              <a:defRPr sz="4000" b="1">
                <a:solidFill>
                  <a:srgbClr val="003366"/>
                </a:solidFill>
              </a:defRPr>
            </a:pPr>
            <a:r>
              <a:rPr lang="en-US" sz="3000">
                <a:solidFill>
                  <a:srgbClr val="FFFFFF"/>
                </a:solidFill>
                <a:latin typeface="Segoe UI"/>
                <a:ea typeface="+mn-lt"/>
                <a:cs typeface="Segoe UI"/>
              </a:rPr>
              <a:t>BEFORE</a:t>
            </a:r>
            <a:endParaRPr lang="fr-FR"/>
          </a:p>
          <a:p>
            <a:pPr defTabSz="914400">
              <a:lnSpc>
                <a:spcPct val="90000"/>
              </a:lnSpc>
              <a:spcAft>
                <a:spcPts val="600"/>
              </a:spcAft>
              <a:defRPr sz="4000" b="1">
                <a:solidFill>
                  <a:srgbClr val="003366"/>
                </a:solidFill>
              </a:defRPr>
            </a:pPr>
            <a:r>
              <a:rPr lang="en-US" sz="3000">
                <a:solidFill>
                  <a:srgbClr val="FFFFFF"/>
                </a:solidFill>
                <a:latin typeface="Segoe UI"/>
                <a:ea typeface="+mn-lt"/>
                <a:cs typeface="Segoe UI"/>
              </a:rPr>
              <a:t>committing</a:t>
            </a:r>
            <a:endParaRPr lang="en-US"/>
          </a:p>
          <a:p>
            <a:pPr defTabSz="914400">
              <a:lnSpc>
                <a:spcPct val="90000"/>
              </a:lnSpc>
              <a:spcBef>
                <a:spcPct val="0"/>
              </a:spcBef>
              <a:spcAft>
                <a:spcPts val="600"/>
              </a:spcAft>
              <a:defRPr sz="4000" b="1">
                <a:solidFill>
                  <a:srgbClr val="003366"/>
                </a:solidFill>
              </a:defRPr>
            </a:pPr>
            <a:r>
              <a:rPr lang="en-US" sz="3000">
                <a:solidFill>
                  <a:srgbClr val="FFFFFF"/>
                </a:solidFill>
                <a:latin typeface="Segoe UI"/>
                <a:ea typeface="+mn-lt"/>
                <a:cs typeface="Segoe UI"/>
              </a:rPr>
              <a:t>to any path</a:t>
            </a:r>
            <a:endParaRPr lang="en-US"/>
          </a:p>
        </p:txBody>
      </p:sp>
      <p:sp>
        <p:nvSpPr>
          <p:cNvPr id="5" name="Espace réservé du pied de page 2">
            <a:extLst>
              <a:ext uri="{FF2B5EF4-FFF2-40B4-BE49-F238E27FC236}">
                <a16:creationId xmlns:a16="http://schemas.microsoft.com/office/drawing/2014/main" id="{74CE3154-D49A-551F-4C6B-78D03FA42A15}"/>
              </a:ext>
            </a:extLst>
          </p:cNvPr>
          <p:cNvSpPr>
            <a:spLocks noGrp="1"/>
          </p:cNvSpPr>
          <p:nvPr>
            <p:ph type="ftr" sz="quarter" idx="11"/>
          </p:nvPr>
        </p:nvSpPr>
        <p:spPr>
          <a:xfrm>
            <a:off x="-593" y="6444952"/>
            <a:ext cx="12193181" cy="412389"/>
          </a:xfrm>
          <a:solidFill>
            <a:srgbClr val="F8F9FB"/>
          </a:solidFill>
          <a:ln>
            <a:solidFill>
              <a:srgbClr val="E1E4E8"/>
            </a:solidFill>
          </a:ln>
        </p:spPr>
        <p:txBody>
          <a:bodyPr/>
          <a:lstStyle/>
          <a:p>
            <a:pPr algn="l"/>
            <a:r>
              <a:rPr lang="fr-FR" sz="1100">
                <a:solidFill>
                  <a:srgbClr val="6B7C93"/>
                </a:solidFill>
                <a:latin typeface="Segoe UI"/>
                <a:ea typeface="+mn-lt"/>
                <a:cs typeface="Segoe UI"/>
              </a:rPr>
              <a:t>  ISWC System Audit – </a:t>
            </a:r>
            <a:r>
              <a:rPr lang="fr-FR" sz="1100" err="1">
                <a:solidFill>
                  <a:srgbClr val="6B7C93"/>
                </a:solidFill>
                <a:latin typeface="Segoe UI"/>
                <a:ea typeface="+mn-lt"/>
                <a:cs typeface="Segoe UI"/>
              </a:rPr>
              <a:t>Findings</a:t>
            </a:r>
            <a:r>
              <a:rPr lang="fr-FR" sz="1100">
                <a:solidFill>
                  <a:srgbClr val="6B7C93"/>
                </a:solidFill>
                <a:latin typeface="Segoe UI"/>
                <a:ea typeface="+mn-lt"/>
                <a:cs typeface="Segoe UI"/>
              </a:rPr>
              <a:t> &amp; Strategic </a:t>
            </a:r>
            <a:r>
              <a:rPr lang="fr-FR" sz="1100" err="1">
                <a:solidFill>
                  <a:srgbClr val="6B7C93"/>
                </a:solidFill>
                <a:latin typeface="Segoe UI"/>
                <a:ea typeface="+mn-lt"/>
                <a:cs typeface="Segoe UI"/>
              </a:rPr>
              <a:t>Recommendations</a:t>
            </a:r>
            <a:r>
              <a:rPr lang="fr-FR" sz="1100">
                <a:solidFill>
                  <a:srgbClr val="6B7C93"/>
                </a:solidFill>
                <a:latin typeface="Segoe UI"/>
                <a:ea typeface="+mn-lt"/>
                <a:cs typeface="Segoe UI"/>
              </a:rPr>
              <a:t> • </a:t>
            </a:r>
            <a:r>
              <a:rPr lang="fr-FR" sz="1100" err="1">
                <a:solidFill>
                  <a:srgbClr val="6B7C93"/>
                </a:solidFill>
                <a:latin typeface="Segoe UI"/>
                <a:ea typeface="+mn-lt"/>
                <a:cs typeface="Segoe UI"/>
              </a:rPr>
              <a:t>November</a:t>
            </a:r>
            <a:r>
              <a:rPr lang="fr-FR" sz="1100">
                <a:solidFill>
                  <a:srgbClr val="6B7C93"/>
                </a:solidFill>
                <a:latin typeface="Segoe UI"/>
                <a:ea typeface="+mn-lt"/>
                <a:cs typeface="Segoe UI"/>
              </a:rPr>
              <a:t> 24, 2025</a:t>
            </a:r>
            <a:endParaRPr lang="fr-FR" sz="1100">
              <a:latin typeface="Segoe UI"/>
              <a:cs typeface="Segoe UI"/>
            </a:endParaRPr>
          </a:p>
        </p:txBody>
      </p:sp>
      <p:sp>
        <p:nvSpPr>
          <p:cNvPr id="7" name="Espace réservé du numéro de diapositive 6">
            <a:extLst>
              <a:ext uri="{FF2B5EF4-FFF2-40B4-BE49-F238E27FC236}">
                <a16:creationId xmlns:a16="http://schemas.microsoft.com/office/drawing/2014/main" id="{3B7670FC-FD8D-1F7E-8170-8C5F6722873E}"/>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dirty="0" smtClean="0">
                <a:solidFill>
                  <a:srgbClr val="1E3A5F"/>
                </a:solidFill>
                <a:latin typeface="Segoe UI"/>
                <a:cs typeface="Segoe UI"/>
              </a:rPr>
              <a:pPr algn="ctr"/>
              <a:t>31</a:t>
            </a:fld>
            <a:endParaRPr lang="fr-FR">
              <a:solidFill>
                <a:srgbClr val="1E3A5F"/>
              </a:solidFill>
              <a:latin typeface="Segoe UI"/>
              <a:ea typeface="Calibri"/>
              <a:cs typeface="Segoe UI"/>
            </a:endParaRPr>
          </a:p>
        </p:txBody>
      </p:sp>
      <p:sp>
        <p:nvSpPr>
          <p:cNvPr id="6" name="ZoneTexte 5">
            <a:extLst>
              <a:ext uri="{FF2B5EF4-FFF2-40B4-BE49-F238E27FC236}">
                <a16:creationId xmlns:a16="http://schemas.microsoft.com/office/drawing/2014/main" id="{66B81B55-0F31-B725-1660-C80F4701BEBA}"/>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fr-FR" sz="1200" b="1">
                <a:solidFill>
                  <a:srgbClr val="1E3A5F"/>
                </a:solidFill>
                <a:latin typeface="Segoe UI"/>
                <a:ea typeface="Calibri"/>
                <a:cs typeface="Segoe UI"/>
              </a:rPr>
              <a:t>———  PART 6 — Strategic </a:t>
            </a:r>
            <a:r>
              <a:rPr lang="fr-FR" sz="1200" b="1" err="1">
                <a:solidFill>
                  <a:srgbClr val="1E3A5F"/>
                </a:solidFill>
                <a:latin typeface="Segoe UI"/>
                <a:ea typeface="Calibri"/>
                <a:cs typeface="Segoe UI"/>
              </a:rPr>
              <a:t>Recommendations</a:t>
            </a:r>
            <a:endParaRPr lang="fr-FR" sz="1200" b="1">
              <a:solidFill>
                <a:srgbClr val="1E3A5F"/>
              </a:solidFill>
              <a:latin typeface="Segoe UI"/>
              <a:ea typeface="Calibri"/>
              <a:cs typeface="Segoe UI"/>
            </a:endParaRPr>
          </a:p>
        </p:txBody>
      </p:sp>
      <p:cxnSp>
        <p:nvCxnSpPr>
          <p:cNvPr id="10" name="Connecteur droit avec flèche 9">
            <a:extLst>
              <a:ext uri="{FF2B5EF4-FFF2-40B4-BE49-F238E27FC236}">
                <a16:creationId xmlns:a16="http://schemas.microsoft.com/office/drawing/2014/main" id="{558C6804-BCA9-5D21-B51D-2EFF51CE14F4}"/>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sp>
        <p:nvSpPr>
          <p:cNvPr id="4" name="TextBox 1">
            <a:extLst>
              <a:ext uri="{FF2B5EF4-FFF2-40B4-BE49-F238E27FC236}">
                <a16:creationId xmlns:a16="http://schemas.microsoft.com/office/drawing/2014/main" id="{49D2A5AA-C610-D9A3-34F4-0FBC0B4E5673}"/>
              </a:ext>
            </a:extLst>
          </p:cNvPr>
          <p:cNvSpPr txBox="1"/>
          <p:nvPr/>
        </p:nvSpPr>
        <p:spPr>
          <a:xfrm>
            <a:off x="3265714" y="439784"/>
            <a:ext cx="8483233" cy="835351"/>
          </a:xfrm>
          <a:prstGeom prst="rect">
            <a:avLst/>
          </a:prstGeom>
          <a:noFill/>
        </p:spPr>
        <p:txBody>
          <a:bodyPr wrap="square" lIns="91440" tIns="45720" rIns="91440" bIns="45720" anchor="t">
            <a:spAutoFit/>
          </a:bodyPr>
          <a:lstStyle/>
          <a:p>
            <a:pPr>
              <a:defRPr sz="4000" b="1">
                <a:solidFill>
                  <a:srgbClr val="003366"/>
                </a:solidFill>
              </a:defRPr>
            </a:pPr>
            <a:r>
              <a:rPr lang="en-US" sz="2400">
                <a:solidFill>
                  <a:srgbClr val="003366"/>
                </a:solidFill>
                <a:latin typeface="Segoe UI"/>
                <a:ea typeface="+mn-lt"/>
                <a:cs typeface="Segoe UI"/>
              </a:rPr>
              <a:t>THREE-PHASE APPROACH </a:t>
            </a:r>
            <a:br>
              <a:rPr lang="en-US" sz="2400">
                <a:solidFill>
                  <a:srgbClr val="003366"/>
                </a:solidFill>
                <a:latin typeface="Segoe UI"/>
                <a:ea typeface="+mn-lt"/>
                <a:cs typeface="Segoe UI"/>
              </a:rPr>
            </a:br>
            <a:r>
              <a:rPr lang="en-US" sz="2400">
                <a:solidFill>
                  <a:srgbClr val="003366"/>
                </a:solidFill>
                <a:latin typeface="Segoe UI"/>
                <a:ea typeface="+mn-lt"/>
                <a:cs typeface="Segoe UI"/>
              </a:rPr>
              <a:t>Test → Decide → Execute</a:t>
            </a:r>
            <a:endParaRPr lang="fr-FR"/>
          </a:p>
        </p:txBody>
      </p:sp>
      <p:sp>
        <p:nvSpPr>
          <p:cNvPr id="8" name="ZoneTexte 7">
            <a:extLst>
              <a:ext uri="{FF2B5EF4-FFF2-40B4-BE49-F238E27FC236}">
                <a16:creationId xmlns:a16="http://schemas.microsoft.com/office/drawing/2014/main" id="{9D637DF2-023A-074F-A723-359F6A7D3803}"/>
              </a:ext>
            </a:extLst>
          </p:cNvPr>
          <p:cNvSpPr txBox="1"/>
          <p:nvPr/>
        </p:nvSpPr>
        <p:spPr>
          <a:xfrm>
            <a:off x="3305987" y="1275135"/>
            <a:ext cx="8442960" cy="39549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ts val="1200"/>
              </a:spcBef>
              <a:spcAft>
                <a:spcPts val="600"/>
              </a:spcAft>
            </a:pPr>
            <a:r>
              <a:rPr lang="fr-FR" b="1">
                <a:solidFill>
                  <a:srgbClr val="003366"/>
                </a:solidFill>
                <a:ea typeface="+mn-lt"/>
                <a:cs typeface="+mn-lt"/>
              </a:rPr>
              <a:t>🧪 PHASE 1: </a:t>
            </a:r>
            <a:r>
              <a:rPr lang="fr-FR" b="1" err="1">
                <a:solidFill>
                  <a:srgbClr val="003366"/>
                </a:solidFill>
                <a:ea typeface="+mn-lt"/>
                <a:cs typeface="+mn-lt"/>
              </a:rPr>
              <a:t>Gather</a:t>
            </a:r>
            <a:r>
              <a:rPr lang="fr-FR" b="1">
                <a:solidFill>
                  <a:srgbClr val="003366"/>
                </a:solidFill>
                <a:ea typeface="+mn-lt"/>
                <a:cs typeface="+mn-lt"/>
              </a:rPr>
              <a:t> Data</a:t>
            </a:r>
            <a:endParaRPr lang="fr-FR"/>
          </a:p>
          <a:p>
            <a:pPr marL="285750" indent="-285750">
              <a:buFont typeface="Arial"/>
              <a:buChar char="•"/>
            </a:pPr>
            <a:r>
              <a:rPr lang="fr-FR" err="1">
                <a:ea typeface="+mn-lt"/>
                <a:cs typeface="+mn-lt"/>
              </a:rPr>
              <a:t>Knowledge</a:t>
            </a:r>
            <a:r>
              <a:rPr lang="fr-FR">
                <a:ea typeface="+mn-lt"/>
                <a:cs typeface="+mn-lt"/>
              </a:rPr>
              <a:t> </a:t>
            </a:r>
            <a:r>
              <a:rPr lang="fr-FR" err="1">
                <a:ea typeface="+mn-lt"/>
                <a:cs typeface="+mn-lt"/>
              </a:rPr>
              <a:t>transfer</a:t>
            </a:r>
            <a:r>
              <a:rPr lang="fr-FR">
                <a:ea typeface="+mn-lt"/>
                <a:cs typeface="+mn-lt"/>
              </a:rPr>
              <a:t> pilot test</a:t>
            </a:r>
            <a:endParaRPr lang="fr-FR"/>
          </a:p>
          <a:p>
            <a:pPr marL="285750" indent="-285750">
              <a:buFont typeface="Arial"/>
              <a:buChar char="•"/>
            </a:pPr>
            <a:r>
              <a:rPr lang="fr-FR">
                <a:ea typeface="+mn-lt"/>
                <a:cs typeface="+mn-lt"/>
              </a:rPr>
              <a:t>Matching engine </a:t>
            </a:r>
            <a:r>
              <a:rPr lang="fr-FR" err="1">
                <a:ea typeface="+mn-lt"/>
                <a:cs typeface="+mn-lt"/>
              </a:rPr>
              <a:t>market</a:t>
            </a:r>
            <a:r>
              <a:rPr lang="fr-FR">
                <a:ea typeface="+mn-lt"/>
                <a:cs typeface="+mn-lt"/>
              </a:rPr>
              <a:t> </a:t>
            </a:r>
            <a:r>
              <a:rPr lang="fr-FR" err="1">
                <a:ea typeface="+mn-lt"/>
                <a:cs typeface="+mn-lt"/>
              </a:rPr>
              <a:t>research</a:t>
            </a:r>
            <a:endParaRPr lang="fr-FR" err="1"/>
          </a:p>
          <a:p>
            <a:pPr marL="285750" indent="-285750">
              <a:buFont typeface="Arial"/>
              <a:buChar char="•"/>
            </a:pPr>
            <a:r>
              <a:rPr lang="fr-FR" err="1">
                <a:ea typeface="+mn-lt"/>
                <a:cs typeface="+mn-lt"/>
              </a:rPr>
              <a:t>Contract</a:t>
            </a:r>
            <a:r>
              <a:rPr lang="fr-FR">
                <a:ea typeface="+mn-lt"/>
                <a:cs typeface="+mn-lt"/>
              </a:rPr>
              <a:t> </a:t>
            </a:r>
            <a:r>
              <a:rPr lang="fr-FR" err="1">
                <a:ea typeface="+mn-lt"/>
                <a:cs typeface="+mn-lt"/>
              </a:rPr>
              <a:t>renegotiation</a:t>
            </a:r>
            <a:r>
              <a:rPr lang="fr-FR">
                <a:ea typeface="+mn-lt"/>
                <a:cs typeface="+mn-lt"/>
              </a:rPr>
              <a:t> (</a:t>
            </a:r>
            <a:r>
              <a:rPr lang="fr-FR" err="1">
                <a:ea typeface="+mn-lt"/>
                <a:cs typeface="+mn-lt"/>
              </a:rPr>
              <a:t>parallel</a:t>
            </a:r>
            <a:r>
              <a:rPr lang="fr-FR">
                <a:ea typeface="+mn-lt"/>
                <a:cs typeface="+mn-lt"/>
              </a:rPr>
              <a:t>)</a:t>
            </a:r>
            <a:endParaRPr lang="fr-FR"/>
          </a:p>
          <a:p>
            <a:pPr>
              <a:spcBef>
                <a:spcPts val="1200"/>
              </a:spcBef>
              <a:spcAft>
                <a:spcPts val="600"/>
              </a:spcAft>
            </a:pPr>
            <a:r>
              <a:rPr lang="fr-FR" b="1">
                <a:solidFill>
                  <a:srgbClr val="003366"/>
                </a:solidFill>
                <a:ea typeface="+mn-lt"/>
                <a:cs typeface="+mn-lt"/>
              </a:rPr>
              <a:t>🎯 PHASE 2: </a:t>
            </a:r>
            <a:r>
              <a:rPr lang="fr-FR" b="1" err="1">
                <a:solidFill>
                  <a:srgbClr val="003366"/>
                </a:solidFill>
                <a:ea typeface="+mn-lt"/>
                <a:cs typeface="+mn-lt"/>
              </a:rPr>
              <a:t>Decide</a:t>
            </a:r>
            <a:r>
              <a:rPr lang="fr-FR" b="1">
                <a:solidFill>
                  <a:srgbClr val="003366"/>
                </a:solidFill>
                <a:ea typeface="+mn-lt"/>
                <a:cs typeface="+mn-lt"/>
              </a:rPr>
              <a:t> </a:t>
            </a:r>
            <a:r>
              <a:rPr lang="fr-FR" b="1" err="1">
                <a:solidFill>
                  <a:srgbClr val="003366"/>
                </a:solidFill>
                <a:ea typeface="+mn-lt"/>
                <a:cs typeface="+mn-lt"/>
              </a:rPr>
              <a:t>Based</a:t>
            </a:r>
            <a:r>
              <a:rPr lang="fr-FR" b="1">
                <a:solidFill>
                  <a:srgbClr val="003366"/>
                </a:solidFill>
                <a:ea typeface="+mn-lt"/>
                <a:cs typeface="+mn-lt"/>
              </a:rPr>
              <a:t> on </a:t>
            </a:r>
            <a:r>
              <a:rPr lang="fr-FR" b="1" err="1">
                <a:solidFill>
                  <a:srgbClr val="003366"/>
                </a:solidFill>
                <a:ea typeface="+mn-lt"/>
                <a:cs typeface="+mn-lt"/>
              </a:rPr>
              <a:t>Results</a:t>
            </a:r>
            <a:endParaRPr lang="fr-FR" b="1">
              <a:solidFill>
                <a:srgbClr val="003366"/>
              </a:solidFill>
              <a:ea typeface="+mn-lt"/>
              <a:cs typeface="+mn-lt"/>
            </a:endParaRPr>
          </a:p>
          <a:p>
            <a:pPr marL="285750" indent="-285750">
              <a:buFont typeface="Arial"/>
              <a:buChar char="•"/>
            </a:pPr>
            <a:r>
              <a:rPr lang="fr-FR">
                <a:ea typeface="+mn-lt"/>
                <a:cs typeface="+mn-lt"/>
              </a:rPr>
              <a:t>IF pilot </a:t>
            </a:r>
            <a:r>
              <a:rPr lang="fr-FR" err="1">
                <a:ea typeface="+mn-lt"/>
                <a:cs typeface="+mn-lt"/>
              </a:rPr>
              <a:t>succeeds</a:t>
            </a:r>
            <a:r>
              <a:rPr lang="fr-FR">
                <a:ea typeface="+mn-lt"/>
                <a:cs typeface="+mn-lt"/>
              </a:rPr>
              <a:t> → Path A (</a:t>
            </a:r>
            <a:r>
              <a:rPr lang="fr-FR" err="1">
                <a:ea typeface="+mn-lt"/>
                <a:cs typeface="+mn-lt"/>
              </a:rPr>
              <a:t>vendor</a:t>
            </a:r>
            <a:r>
              <a:rPr lang="fr-FR">
                <a:ea typeface="+mn-lt"/>
                <a:cs typeface="+mn-lt"/>
              </a:rPr>
              <a:t> switch)</a:t>
            </a:r>
            <a:endParaRPr lang="fr-FR"/>
          </a:p>
          <a:p>
            <a:pPr marL="285750" indent="-285750">
              <a:buFont typeface="Arial"/>
              <a:buChar char="•"/>
            </a:pPr>
            <a:r>
              <a:rPr lang="fr-FR">
                <a:ea typeface="+mn-lt"/>
                <a:cs typeface="+mn-lt"/>
              </a:rPr>
              <a:t>IF pilot fails → Path B (</a:t>
            </a:r>
            <a:r>
              <a:rPr lang="fr-FR" err="1">
                <a:ea typeface="+mn-lt"/>
                <a:cs typeface="+mn-lt"/>
              </a:rPr>
              <a:t>improved</a:t>
            </a:r>
            <a:r>
              <a:rPr lang="fr-FR">
                <a:ea typeface="+mn-lt"/>
                <a:cs typeface="+mn-lt"/>
              </a:rPr>
              <a:t> </a:t>
            </a:r>
            <a:r>
              <a:rPr lang="fr-FR" err="1">
                <a:ea typeface="+mn-lt"/>
                <a:cs typeface="+mn-lt"/>
              </a:rPr>
              <a:t>relationship</a:t>
            </a:r>
            <a:r>
              <a:rPr lang="fr-FR">
                <a:ea typeface="+mn-lt"/>
                <a:cs typeface="+mn-lt"/>
              </a:rPr>
              <a:t>)</a:t>
            </a:r>
            <a:endParaRPr lang="fr-FR"/>
          </a:p>
          <a:p>
            <a:pPr marL="285750" indent="-285750">
              <a:buFont typeface="Arial"/>
              <a:buChar char="•"/>
            </a:pPr>
            <a:r>
              <a:rPr lang="fr-FR">
                <a:ea typeface="+mn-lt"/>
                <a:cs typeface="+mn-lt"/>
              </a:rPr>
              <a:t>IF mixed </a:t>
            </a:r>
            <a:r>
              <a:rPr lang="fr-FR" err="1">
                <a:ea typeface="+mn-lt"/>
                <a:cs typeface="+mn-lt"/>
              </a:rPr>
              <a:t>results</a:t>
            </a:r>
            <a:r>
              <a:rPr lang="fr-FR">
                <a:ea typeface="+mn-lt"/>
                <a:cs typeface="+mn-lt"/>
              </a:rPr>
              <a:t> → Path C (partial </a:t>
            </a:r>
            <a:r>
              <a:rPr lang="fr-FR" err="1">
                <a:ea typeface="+mn-lt"/>
                <a:cs typeface="+mn-lt"/>
              </a:rPr>
              <a:t>independence</a:t>
            </a:r>
            <a:r>
              <a:rPr lang="fr-FR">
                <a:ea typeface="+mn-lt"/>
                <a:cs typeface="+mn-lt"/>
              </a:rPr>
              <a:t>)</a:t>
            </a:r>
            <a:endParaRPr lang="fr-FR"/>
          </a:p>
          <a:p>
            <a:pPr>
              <a:spcBef>
                <a:spcPts val="1200"/>
              </a:spcBef>
              <a:spcAft>
                <a:spcPts val="600"/>
              </a:spcAft>
            </a:pPr>
            <a:r>
              <a:rPr lang="fr-FR" b="1">
                <a:solidFill>
                  <a:srgbClr val="003366"/>
                </a:solidFill>
                <a:ea typeface="+mn-lt"/>
                <a:cs typeface="+mn-lt"/>
              </a:rPr>
              <a:t>🚀 PHASE 3: </a:t>
            </a:r>
            <a:r>
              <a:rPr lang="fr-FR" b="1" err="1">
                <a:solidFill>
                  <a:srgbClr val="003366"/>
                </a:solidFill>
                <a:ea typeface="+mn-lt"/>
                <a:cs typeface="+mn-lt"/>
              </a:rPr>
              <a:t>Execute</a:t>
            </a:r>
            <a:r>
              <a:rPr lang="fr-FR" b="1">
                <a:solidFill>
                  <a:srgbClr val="003366"/>
                </a:solidFill>
                <a:ea typeface="+mn-lt"/>
                <a:cs typeface="+mn-lt"/>
              </a:rPr>
              <a:t> </a:t>
            </a:r>
            <a:r>
              <a:rPr lang="fr-FR" b="1" err="1">
                <a:solidFill>
                  <a:srgbClr val="003366"/>
                </a:solidFill>
                <a:ea typeface="+mn-lt"/>
                <a:cs typeface="+mn-lt"/>
              </a:rPr>
              <a:t>Strategy</a:t>
            </a:r>
            <a:endParaRPr lang="fr-FR" b="1">
              <a:solidFill>
                <a:srgbClr val="003366"/>
              </a:solidFill>
              <a:ea typeface="+mn-lt"/>
              <a:cs typeface="+mn-lt"/>
            </a:endParaRPr>
          </a:p>
          <a:p>
            <a:pPr marL="285750" indent="-285750">
              <a:buFont typeface="Arial"/>
              <a:buChar char="•"/>
            </a:pPr>
            <a:r>
              <a:rPr lang="fr-FR">
                <a:ea typeface="+mn-lt"/>
                <a:cs typeface="+mn-lt"/>
              </a:rPr>
              <a:t>Path A: XL timeline (full switch)</a:t>
            </a:r>
            <a:endParaRPr lang="fr-FR"/>
          </a:p>
          <a:p>
            <a:pPr marL="285750" indent="-285750">
              <a:buFont typeface="Arial"/>
              <a:buChar char="•"/>
            </a:pPr>
            <a:r>
              <a:rPr lang="fr-FR">
                <a:ea typeface="+mn-lt"/>
                <a:cs typeface="+mn-lt"/>
              </a:rPr>
              <a:t>Path B: </a:t>
            </a:r>
            <a:r>
              <a:rPr lang="fr-FR" err="1">
                <a:ea typeface="+mn-lt"/>
                <a:cs typeface="+mn-lt"/>
              </a:rPr>
              <a:t>Immediate</a:t>
            </a:r>
            <a:r>
              <a:rPr lang="fr-FR">
                <a:ea typeface="+mn-lt"/>
                <a:cs typeface="+mn-lt"/>
              </a:rPr>
              <a:t> (</a:t>
            </a:r>
            <a:r>
              <a:rPr lang="fr-FR" err="1">
                <a:ea typeface="+mn-lt"/>
                <a:cs typeface="+mn-lt"/>
              </a:rPr>
              <a:t>better</a:t>
            </a:r>
            <a:r>
              <a:rPr lang="fr-FR">
                <a:ea typeface="+mn-lt"/>
                <a:cs typeface="+mn-lt"/>
              </a:rPr>
              <a:t> </a:t>
            </a:r>
            <a:r>
              <a:rPr lang="fr-FR" err="1">
                <a:ea typeface="+mn-lt"/>
                <a:cs typeface="+mn-lt"/>
              </a:rPr>
              <a:t>terms</a:t>
            </a:r>
            <a:r>
              <a:rPr lang="fr-FR">
                <a:ea typeface="+mn-lt"/>
                <a:cs typeface="+mn-lt"/>
              </a:rPr>
              <a:t>)</a:t>
            </a:r>
            <a:endParaRPr lang="fr-FR"/>
          </a:p>
          <a:p>
            <a:pPr marL="285750" indent="-285750">
              <a:buFont typeface="Arial"/>
              <a:buChar char="•"/>
            </a:pPr>
            <a:r>
              <a:rPr lang="fr-FR">
                <a:ea typeface="+mn-lt"/>
                <a:cs typeface="+mn-lt"/>
              </a:rPr>
              <a:t>Path C: L timeline (partial)</a:t>
            </a:r>
            <a:endParaRPr lang="fr-FR"/>
          </a:p>
        </p:txBody>
      </p:sp>
      <p:sp>
        <p:nvSpPr>
          <p:cNvPr id="9" name="ZoneTexte 8">
            <a:extLst>
              <a:ext uri="{FF2B5EF4-FFF2-40B4-BE49-F238E27FC236}">
                <a16:creationId xmlns:a16="http://schemas.microsoft.com/office/drawing/2014/main" id="{AD7AE5B7-D4BC-D3B6-8867-CD690BAED008}"/>
              </a:ext>
            </a:extLst>
          </p:cNvPr>
          <p:cNvSpPr txBox="1"/>
          <p:nvPr/>
        </p:nvSpPr>
        <p:spPr>
          <a:xfrm>
            <a:off x="3468891" y="5569621"/>
            <a:ext cx="7441475" cy="707886"/>
          </a:xfrm>
          <a:prstGeom prst="rect">
            <a:avLst/>
          </a:prstGeom>
          <a:solidFill>
            <a:schemeClr val="tx2">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2000">
                <a:ea typeface="Calibri"/>
                <a:cs typeface="Calibri"/>
              </a:rPr>
              <a:t>KEY PRINCIPLE:</a:t>
            </a:r>
          </a:p>
          <a:p>
            <a:pPr algn="ctr"/>
            <a:r>
              <a:rPr lang="fr-FR" sz="2000">
                <a:ea typeface="Calibri"/>
                <a:cs typeface="Calibri"/>
              </a:rPr>
              <a:t>Don't </a:t>
            </a:r>
            <a:r>
              <a:rPr lang="fr-FR" sz="2000" err="1">
                <a:ea typeface="Calibri"/>
                <a:cs typeface="Calibri"/>
              </a:rPr>
              <a:t>decide</a:t>
            </a:r>
            <a:r>
              <a:rPr lang="fr-FR" sz="2000">
                <a:ea typeface="Calibri"/>
                <a:cs typeface="Calibri"/>
              </a:rPr>
              <a:t> </a:t>
            </a:r>
            <a:r>
              <a:rPr lang="fr-FR" sz="2000" err="1">
                <a:ea typeface="Calibri"/>
                <a:cs typeface="Calibri"/>
              </a:rPr>
              <a:t>today</a:t>
            </a:r>
            <a:r>
              <a:rPr lang="fr-FR" sz="2000">
                <a:ea typeface="Calibri"/>
                <a:cs typeface="Calibri"/>
              </a:rPr>
              <a:t> </a:t>
            </a:r>
            <a:r>
              <a:rPr lang="fr-FR" sz="2000" err="1">
                <a:ea typeface="Calibri"/>
                <a:cs typeface="Calibri"/>
              </a:rPr>
              <a:t>which</a:t>
            </a:r>
            <a:r>
              <a:rPr lang="fr-FR" sz="2000">
                <a:ea typeface="Calibri"/>
                <a:cs typeface="Calibri"/>
              </a:rPr>
              <a:t> </a:t>
            </a:r>
            <a:r>
              <a:rPr lang="fr-FR" sz="2000" err="1">
                <a:ea typeface="Calibri"/>
                <a:cs typeface="Calibri"/>
              </a:rPr>
              <a:t>path</a:t>
            </a:r>
            <a:r>
              <a:rPr lang="fr-FR" sz="2000">
                <a:ea typeface="Calibri"/>
                <a:cs typeface="Calibri"/>
              </a:rPr>
              <a:t> - </a:t>
            </a:r>
            <a:r>
              <a:rPr lang="fr-FR" sz="2000" err="1">
                <a:ea typeface="Calibri"/>
                <a:cs typeface="Calibri"/>
              </a:rPr>
              <a:t>decide</a:t>
            </a:r>
            <a:r>
              <a:rPr lang="fr-FR" sz="2000">
                <a:ea typeface="Calibri"/>
                <a:cs typeface="Calibri"/>
              </a:rPr>
              <a:t> </a:t>
            </a:r>
            <a:r>
              <a:rPr lang="fr-FR" sz="2000" err="1">
                <a:ea typeface="Calibri"/>
                <a:cs typeface="Calibri"/>
              </a:rPr>
              <a:t>when</a:t>
            </a:r>
            <a:r>
              <a:rPr lang="fr-FR" sz="2000">
                <a:ea typeface="Calibri"/>
                <a:cs typeface="Calibri"/>
              </a:rPr>
              <a:t> </a:t>
            </a:r>
            <a:r>
              <a:rPr lang="fr-FR" sz="2000" err="1">
                <a:ea typeface="Calibri"/>
                <a:cs typeface="Calibri"/>
              </a:rPr>
              <a:t>you</a:t>
            </a:r>
            <a:r>
              <a:rPr lang="fr-FR" sz="2000">
                <a:ea typeface="Calibri"/>
                <a:cs typeface="Calibri"/>
              </a:rPr>
              <a:t> have data</a:t>
            </a:r>
          </a:p>
        </p:txBody>
      </p:sp>
      <p:cxnSp>
        <p:nvCxnSpPr>
          <p:cNvPr id="11" name="Connecteur droit avec flèche 10">
            <a:extLst>
              <a:ext uri="{FF2B5EF4-FFF2-40B4-BE49-F238E27FC236}">
                <a16:creationId xmlns:a16="http://schemas.microsoft.com/office/drawing/2014/main" id="{1CE30E68-2872-AB9D-3448-1EC908EBE02A}"/>
              </a:ext>
            </a:extLst>
          </p:cNvPr>
          <p:cNvCxnSpPr>
            <a:cxnSpLocks/>
          </p:cNvCxnSpPr>
          <p:nvPr/>
        </p:nvCxnSpPr>
        <p:spPr>
          <a:xfrm flipV="1">
            <a:off x="3469068" y="5569943"/>
            <a:ext cx="7442023" cy="519"/>
          </a:xfrm>
          <a:prstGeom prst="straightConnector1">
            <a:avLst/>
          </a:prstGeom>
          <a:ln w="28575">
            <a:solidFill>
              <a:srgbClr val="1E3A5F"/>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609574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35100-92B5-BCCB-E05E-D3D2BA430E41}"/>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3CBACEF6-FEF0-8588-BC40-C6AEBF4109F8}"/>
              </a:ext>
            </a:extLst>
          </p:cNvPr>
          <p:cNvSpPr txBox="1"/>
          <p:nvPr/>
        </p:nvSpPr>
        <p:spPr>
          <a:xfrm>
            <a:off x="508000" y="442310"/>
            <a:ext cx="1119351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002060"/>
                </a:solidFill>
                <a:latin typeface="Segoe UI"/>
                <a:ea typeface="Calibri"/>
                <a:cs typeface="Segoe UI"/>
              </a:rPr>
              <a:t>Phase 1 – Gather Data</a:t>
            </a:r>
            <a:endParaRPr lang="en-US" sz="3200" b="1" i="0">
              <a:solidFill>
                <a:srgbClr val="002060"/>
              </a:solidFill>
              <a:latin typeface="Segoe UI"/>
              <a:ea typeface="Calibri"/>
              <a:cs typeface="Segoe UI"/>
            </a:endParaRPr>
          </a:p>
        </p:txBody>
      </p:sp>
      <p:sp>
        <p:nvSpPr>
          <p:cNvPr id="7" name="Espace réservé du pied de page 2">
            <a:extLst>
              <a:ext uri="{FF2B5EF4-FFF2-40B4-BE49-F238E27FC236}">
                <a16:creationId xmlns:a16="http://schemas.microsoft.com/office/drawing/2014/main" id="{F6AA0AF8-0344-593E-D8A1-252558C20B65}"/>
              </a:ext>
            </a:extLst>
          </p:cNvPr>
          <p:cNvSpPr>
            <a:spLocks noGrp="1"/>
          </p:cNvSpPr>
          <p:nvPr>
            <p:ph type="ftr" sz="quarter" idx="11"/>
          </p:nvPr>
        </p:nvSpPr>
        <p:spPr>
          <a:xfrm>
            <a:off x="-593" y="6444952"/>
            <a:ext cx="12193181" cy="412389"/>
          </a:xfrm>
          <a:solidFill>
            <a:srgbClr val="F8F9FB"/>
          </a:solidFill>
          <a:ln>
            <a:solidFill>
              <a:srgbClr val="E1E4E8"/>
            </a:solidFill>
          </a:ln>
        </p:spPr>
        <p:txBody>
          <a:bodyPr/>
          <a:lstStyle/>
          <a:p>
            <a:pPr algn="l"/>
            <a:r>
              <a:rPr lang="fr-FR" sz="1100">
                <a:solidFill>
                  <a:srgbClr val="6B7C93"/>
                </a:solidFill>
                <a:latin typeface="Segoe UI"/>
                <a:ea typeface="+mn-lt"/>
                <a:cs typeface="Segoe UI"/>
              </a:rPr>
              <a:t>  ISWC System Audit – </a:t>
            </a:r>
            <a:r>
              <a:rPr lang="fr-FR" sz="1100" err="1">
                <a:solidFill>
                  <a:srgbClr val="6B7C93"/>
                </a:solidFill>
                <a:latin typeface="Segoe UI"/>
                <a:ea typeface="+mn-lt"/>
                <a:cs typeface="Segoe UI"/>
              </a:rPr>
              <a:t>Findings</a:t>
            </a:r>
            <a:r>
              <a:rPr lang="fr-FR" sz="1100">
                <a:solidFill>
                  <a:srgbClr val="6B7C93"/>
                </a:solidFill>
                <a:latin typeface="Segoe UI"/>
                <a:ea typeface="+mn-lt"/>
                <a:cs typeface="Segoe UI"/>
              </a:rPr>
              <a:t> &amp; Strategic </a:t>
            </a:r>
            <a:r>
              <a:rPr lang="fr-FR" sz="1100" err="1">
                <a:solidFill>
                  <a:srgbClr val="6B7C93"/>
                </a:solidFill>
                <a:latin typeface="Segoe UI"/>
                <a:ea typeface="+mn-lt"/>
                <a:cs typeface="Segoe UI"/>
              </a:rPr>
              <a:t>Recommendations</a:t>
            </a:r>
            <a:r>
              <a:rPr lang="fr-FR" sz="1100">
                <a:solidFill>
                  <a:srgbClr val="6B7C93"/>
                </a:solidFill>
                <a:latin typeface="Segoe UI"/>
                <a:ea typeface="+mn-lt"/>
                <a:cs typeface="Segoe UI"/>
              </a:rPr>
              <a:t> • </a:t>
            </a:r>
            <a:r>
              <a:rPr lang="fr-FR" sz="1100" err="1">
                <a:solidFill>
                  <a:srgbClr val="6B7C93"/>
                </a:solidFill>
                <a:latin typeface="Segoe UI"/>
                <a:ea typeface="+mn-lt"/>
                <a:cs typeface="Segoe UI"/>
              </a:rPr>
              <a:t>November</a:t>
            </a:r>
            <a:r>
              <a:rPr lang="fr-FR" sz="1100">
                <a:solidFill>
                  <a:srgbClr val="6B7C93"/>
                </a:solidFill>
                <a:latin typeface="Segoe UI"/>
                <a:ea typeface="+mn-lt"/>
                <a:cs typeface="Segoe UI"/>
              </a:rPr>
              <a:t> 24, 2025</a:t>
            </a:r>
            <a:endParaRPr lang="fr-FR" sz="1100">
              <a:latin typeface="Segoe UI"/>
              <a:cs typeface="Segoe UI"/>
            </a:endParaRPr>
          </a:p>
        </p:txBody>
      </p:sp>
      <p:sp>
        <p:nvSpPr>
          <p:cNvPr id="9" name="Espace réservé du numéro de diapositive 6">
            <a:extLst>
              <a:ext uri="{FF2B5EF4-FFF2-40B4-BE49-F238E27FC236}">
                <a16:creationId xmlns:a16="http://schemas.microsoft.com/office/drawing/2014/main" id="{0F2BDBCB-EF6F-5D21-7AD7-F88DDDDA2E18}"/>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dirty="0" smtClean="0">
                <a:solidFill>
                  <a:srgbClr val="1E3A5F"/>
                </a:solidFill>
                <a:latin typeface="Segoe UI"/>
                <a:cs typeface="Segoe UI"/>
              </a:rPr>
              <a:pPr algn="ctr"/>
              <a:t>32</a:t>
            </a:fld>
            <a:endParaRPr lang="fr-FR">
              <a:solidFill>
                <a:srgbClr val="1E3A5F"/>
              </a:solidFill>
              <a:latin typeface="Segoe UI"/>
              <a:ea typeface="Calibri"/>
              <a:cs typeface="Segoe UI"/>
            </a:endParaRPr>
          </a:p>
        </p:txBody>
      </p:sp>
      <p:sp>
        <p:nvSpPr>
          <p:cNvPr id="12" name="ZoneTexte 11">
            <a:extLst>
              <a:ext uri="{FF2B5EF4-FFF2-40B4-BE49-F238E27FC236}">
                <a16:creationId xmlns:a16="http://schemas.microsoft.com/office/drawing/2014/main" id="{E478B1A7-0551-C26A-1102-85B1A0400F76}"/>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fr-FR" sz="1200" b="1">
                <a:solidFill>
                  <a:srgbClr val="1E3A5F"/>
                </a:solidFill>
                <a:latin typeface="Segoe UI"/>
                <a:ea typeface="Calibri"/>
                <a:cs typeface="Segoe UI"/>
              </a:rPr>
              <a:t>———  PART 6 — Strategic </a:t>
            </a:r>
            <a:r>
              <a:rPr lang="fr-FR" sz="1200" b="1" err="1">
                <a:solidFill>
                  <a:srgbClr val="1E3A5F"/>
                </a:solidFill>
                <a:latin typeface="Segoe UI"/>
                <a:ea typeface="Calibri"/>
                <a:cs typeface="Segoe UI"/>
              </a:rPr>
              <a:t>Recommendations</a:t>
            </a:r>
            <a:endParaRPr lang="fr-FR" sz="1200" b="1">
              <a:solidFill>
                <a:srgbClr val="1E3A5F"/>
              </a:solidFill>
              <a:latin typeface="Segoe UI"/>
              <a:ea typeface="Calibri"/>
              <a:cs typeface="Segoe UI"/>
            </a:endParaRPr>
          </a:p>
        </p:txBody>
      </p:sp>
      <p:cxnSp>
        <p:nvCxnSpPr>
          <p:cNvPr id="15" name="Connecteur droit avec flèche 14">
            <a:extLst>
              <a:ext uri="{FF2B5EF4-FFF2-40B4-BE49-F238E27FC236}">
                <a16:creationId xmlns:a16="http://schemas.microsoft.com/office/drawing/2014/main" id="{5A39BE57-DE6E-531A-C89B-0DD9232B775D}"/>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graphicFrame>
        <p:nvGraphicFramePr>
          <p:cNvPr id="6" name="Tableau 5">
            <a:extLst>
              <a:ext uri="{FF2B5EF4-FFF2-40B4-BE49-F238E27FC236}">
                <a16:creationId xmlns:a16="http://schemas.microsoft.com/office/drawing/2014/main" id="{726503BB-4590-2294-A7CD-C26E59AD3147}"/>
              </a:ext>
            </a:extLst>
          </p:cNvPr>
          <p:cNvGraphicFramePr>
            <a:graphicFrameLocks noGrp="1"/>
          </p:cNvGraphicFramePr>
          <p:nvPr>
            <p:extLst>
              <p:ext uri="{D42A27DB-BD31-4B8C-83A1-F6EECF244321}">
                <p14:modId xmlns:p14="http://schemas.microsoft.com/office/powerpoint/2010/main" val="1002076042"/>
              </p:ext>
            </p:extLst>
          </p:nvPr>
        </p:nvGraphicFramePr>
        <p:xfrm>
          <a:off x="1697563" y="1480150"/>
          <a:ext cx="8796868" cy="2580526"/>
        </p:xfrm>
        <a:graphic>
          <a:graphicData uri="http://schemas.openxmlformats.org/drawingml/2006/table">
            <a:tbl>
              <a:tblPr firstRow="1" bandRow="1">
                <a:noFill/>
                <a:tableStyleId>{5C22544A-7EE6-4342-B048-85BDC9FD1C3A}</a:tableStyleId>
              </a:tblPr>
              <a:tblGrid>
                <a:gridCol w="254001">
                  <a:extLst>
                    <a:ext uri="{9D8B030D-6E8A-4147-A177-3AD203B41FA5}">
                      <a16:colId xmlns:a16="http://schemas.microsoft.com/office/drawing/2014/main" val="3569749613"/>
                    </a:ext>
                  </a:extLst>
                </a:gridCol>
                <a:gridCol w="3420533">
                  <a:extLst>
                    <a:ext uri="{9D8B030D-6E8A-4147-A177-3AD203B41FA5}">
                      <a16:colId xmlns:a16="http://schemas.microsoft.com/office/drawing/2014/main" val="1688707874"/>
                    </a:ext>
                  </a:extLst>
                </a:gridCol>
                <a:gridCol w="3962400">
                  <a:extLst>
                    <a:ext uri="{9D8B030D-6E8A-4147-A177-3AD203B41FA5}">
                      <a16:colId xmlns:a16="http://schemas.microsoft.com/office/drawing/2014/main" val="175505140"/>
                    </a:ext>
                  </a:extLst>
                </a:gridCol>
                <a:gridCol w="1159934">
                  <a:extLst>
                    <a:ext uri="{9D8B030D-6E8A-4147-A177-3AD203B41FA5}">
                      <a16:colId xmlns:a16="http://schemas.microsoft.com/office/drawing/2014/main" val="2002971090"/>
                    </a:ext>
                  </a:extLst>
                </a:gridCol>
              </a:tblGrid>
              <a:tr h="341194">
                <a:tc>
                  <a:txBody>
                    <a:bodyPr/>
                    <a:lstStyle/>
                    <a:p>
                      <a:pPr algn="l">
                        <a:buNone/>
                      </a:pPr>
                      <a:r>
                        <a:rPr lang="en-US" sz="1200" b="1" cap="none" spc="0" noProof="0">
                          <a:solidFill>
                            <a:schemeClr val="tx1"/>
                          </a:solidFill>
                          <a:effectLst/>
                          <a:latin typeface="Segoe UI"/>
                        </a:rPr>
                        <a:t>#</a:t>
                      </a:r>
                    </a:p>
                  </a:txBody>
                  <a:tcPr marL="45720" marR="45720" anchor="b">
                    <a:lnL w="12700" cmpd="sng">
                      <a:noFill/>
                    </a:lnL>
                    <a:lnR w="12700" cmpd="sng">
                      <a:noFill/>
                    </a:lnR>
                    <a:lnT w="9525" cap="flat" cmpd="sng" algn="ctr">
                      <a:noFill/>
                      <a:prstDash val="solid"/>
                    </a:lnT>
                    <a:lnB w="38100" cmpd="sng">
                      <a:noFill/>
                    </a:lnB>
                    <a:noFill/>
                  </a:tcPr>
                </a:tc>
                <a:tc>
                  <a:txBody>
                    <a:bodyPr/>
                    <a:lstStyle/>
                    <a:p>
                      <a:pPr algn="l">
                        <a:buNone/>
                      </a:pPr>
                      <a:r>
                        <a:rPr lang="en-US" sz="1200" b="1" cap="none" spc="0" noProof="0">
                          <a:solidFill>
                            <a:schemeClr val="tx1"/>
                          </a:solidFill>
                          <a:effectLst/>
                          <a:latin typeface="Segoe UI"/>
                        </a:rPr>
                        <a:t>Action</a:t>
                      </a:r>
                    </a:p>
                  </a:txBody>
                  <a:tcPr marL="45720" marR="45720" anchor="b">
                    <a:lnL w="12700" cmpd="sng">
                      <a:noFill/>
                    </a:lnL>
                    <a:lnR w="12700" cmpd="sng">
                      <a:noFill/>
                    </a:lnR>
                    <a:lnT w="9525" cap="flat" cmpd="sng" algn="ctr">
                      <a:noFill/>
                      <a:prstDash val="solid"/>
                    </a:lnT>
                    <a:lnB w="38100" cmpd="sng">
                      <a:noFill/>
                    </a:lnB>
                    <a:noFill/>
                  </a:tcPr>
                </a:tc>
                <a:tc>
                  <a:txBody>
                    <a:bodyPr/>
                    <a:lstStyle/>
                    <a:p>
                      <a:pPr lvl="0" algn="l">
                        <a:buNone/>
                      </a:pPr>
                      <a:r>
                        <a:rPr lang="en-US" sz="1200" b="1" cap="none" spc="0" noProof="0">
                          <a:solidFill>
                            <a:schemeClr val="tx1"/>
                          </a:solidFill>
                          <a:effectLst/>
                          <a:latin typeface="Segoe UI"/>
                        </a:rPr>
                        <a:t>Details</a:t>
                      </a:r>
                      <a:endParaRPr lang="en-US" sz="1200" noProof="0">
                        <a:latin typeface="Segoe UI"/>
                      </a:endParaRPr>
                    </a:p>
                  </a:txBody>
                  <a:tcPr marL="45720" marR="45720" anchor="b">
                    <a:lnL w="12700" cmpd="sng">
                      <a:noFill/>
                    </a:lnL>
                    <a:lnR w="12700" cmpd="sng">
                      <a:noFill/>
                    </a:lnR>
                    <a:lnT w="9525" cap="flat" cmpd="sng" algn="ctr">
                      <a:noFill/>
                      <a:prstDash val="solid"/>
                    </a:lnT>
                    <a:lnB w="38100" cmpd="sng">
                      <a:noFill/>
                    </a:lnB>
                    <a:noFill/>
                  </a:tcPr>
                </a:tc>
                <a:tc>
                  <a:txBody>
                    <a:bodyPr/>
                    <a:lstStyle/>
                    <a:p>
                      <a:pPr algn="ctr">
                        <a:buNone/>
                      </a:pPr>
                      <a:r>
                        <a:rPr lang="en-US" sz="1200" b="1" cap="none" spc="0" noProof="0">
                          <a:solidFill>
                            <a:schemeClr val="tx1"/>
                          </a:solidFill>
                          <a:effectLst/>
                          <a:latin typeface="Segoe UI"/>
                        </a:rPr>
                        <a:t>Investment</a:t>
                      </a:r>
                    </a:p>
                  </a:txBody>
                  <a:tcPr marL="45720" marR="45720" anchor="b">
                    <a:lnL w="12700" cmpd="sng">
                      <a:noFill/>
                    </a:lnL>
                    <a:lnR w="12700" cmpd="sng">
                      <a:noFill/>
                    </a:lnR>
                    <a:lnT w="9525" cap="flat" cmpd="sng" algn="ctr">
                      <a:noFill/>
                      <a:prstDash val="solid"/>
                    </a:lnT>
                    <a:lnB w="38100" cmpd="sng">
                      <a:noFill/>
                    </a:lnB>
                    <a:noFill/>
                  </a:tcPr>
                </a:tc>
                <a:extLst>
                  <a:ext uri="{0D108BD9-81ED-4DB2-BD59-A6C34878D82A}">
                    <a16:rowId xmlns:a16="http://schemas.microsoft.com/office/drawing/2014/main" val="888561424"/>
                  </a:ext>
                </a:extLst>
              </a:tr>
              <a:tr h="888920">
                <a:tc>
                  <a:txBody>
                    <a:bodyPr/>
                    <a:lstStyle/>
                    <a:p>
                      <a:pPr>
                        <a:buNone/>
                      </a:pPr>
                      <a:r>
                        <a:rPr lang="en-US" sz="1600" b="1" cap="none" spc="0" noProof="0">
                          <a:solidFill>
                            <a:schemeClr val="tx1"/>
                          </a:solidFill>
                          <a:effectLst/>
                          <a:latin typeface="Segoe UI"/>
                        </a:rPr>
                        <a:t>1</a:t>
                      </a:r>
                      <a:endParaRPr lang="en-US" sz="1600" cap="none" spc="0" noProof="0">
                        <a:solidFill>
                          <a:schemeClr val="tx1"/>
                        </a:solidFill>
                        <a:effectLst/>
                        <a:latin typeface="Segoe UI"/>
                      </a:endParaRPr>
                    </a:p>
                  </a:txBody>
                  <a:tcPr marL="45720" marR="45720" anchor="ctr">
                    <a:lnL w="9525" cap="flat" cmpd="sng" algn="ctr">
                      <a:solidFill>
                        <a:schemeClr val="tx1"/>
                      </a:solidFill>
                      <a:prstDash val="solid"/>
                    </a:lnL>
                    <a:lnR w="12700" cmpd="sng">
                      <a:noFill/>
                      <a:prstDash val="solid"/>
                    </a:lnR>
                    <a:lnT w="38100" cmpd="sng">
                      <a:noFill/>
                    </a:lnT>
                    <a:lnB w="9525" cap="flat" cmpd="sng" algn="ctr">
                      <a:noFill/>
                      <a:prstDash val="solid"/>
                    </a:lnB>
                    <a:noFill/>
                  </a:tcPr>
                </a:tc>
                <a:tc>
                  <a:txBody>
                    <a:bodyPr/>
                    <a:lstStyle/>
                    <a:p>
                      <a:pPr>
                        <a:buNone/>
                      </a:pPr>
                      <a:r>
                        <a:rPr lang="en-US" sz="1600" b="1" cap="none" spc="0" noProof="0">
                          <a:solidFill>
                            <a:schemeClr val="tx1"/>
                          </a:solidFill>
                          <a:effectLst/>
                          <a:latin typeface="Segoe UI"/>
                        </a:rPr>
                        <a:t>Knowledge Transfer Pilot Test</a:t>
                      </a:r>
                      <a:endParaRPr lang="en-US" sz="1600" cap="none" spc="0" noProof="0">
                        <a:solidFill>
                          <a:schemeClr val="tx1"/>
                        </a:solidFill>
                        <a:effectLst/>
                        <a:latin typeface="Segoe UI"/>
                      </a:endParaRPr>
                    </a:p>
                  </a:txBody>
                  <a:tcPr marL="45720" marR="45720" anchor="ctr">
                    <a:lnL w="12700" cmpd="sng">
                      <a:noFill/>
                      <a:prstDash val="solid"/>
                    </a:lnL>
                    <a:lnR w="12700" cmpd="sng">
                      <a:noFill/>
                      <a:prstDash val="solid"/>
                    </a:lnR>
                    <a:lnT w="38100" cmpd="sng">
                      <a:noFill/>
                    </a:lnT>
                    <a:lnB w="9525" cap="flat" cmpd="sng" algn="ctr">
                      <a:noFill/>
                      <a:prstDash val="solid"/>
                    </a:lnB>
                    <a:noFill/>
                  </a:tcPr>
                </a:tc>
                <a:tc>
                  <a:txBody>
                    <a:bodyPr/>
                    <a:lstStyle/>
                    <a:p>
                      <a:pPr marL="285750" indent="-285750">
                        <a:buFont typeface="Arial"/>
                        <a:buChar char="•"/>
                      </a:pPr>
                      <a:r>
                        <a:rPr lang="en-US" sz="1400" cap="none" spc="0" noProof="0">
                          <a:solidFill>
                            <a:schemeClr val="tx1"/>
                          </a:solidFill>
                          <a:effectLst/>
                          <a:latin typeface="Segoe UI"/>
                        </a:rPr>
                        <a:t>Assign small feature to independent vendor</a:t>
                      </a:r>
                      <a:endParaRPr lang="fr-FR" sz="1400">
                        <a:latin typeface="Segoe UI"/>
                      </a:endParaRPr>
                    </a:p>
                    <a:p>
                      <a:pPr marL="285750" lvl="0" indent="-285750">
                        <a:buFont typeface="Arial"/>
                        <a:buChar char="•"/>
                      </a:pPr>
                      <a:r>
                        <a:rPr lang="en-US" sz="1400" cap="none" spc="0" noProof="0">
                          <a:solidFill>
                            <a:schemeClr val="tx1"/>
                          </a:solidFill>
                          <a:effectLst/>
                          <a:latin typeface="Segoe UI"/>
                        </a:rPr>
                        <a:t>Test maintainability with available materials</a:t>
                      </a:r>
                    </a:p>
                    <a:p>
                      <a:pPr marL="285750" lvl="0" indent="-285750">
                        <a:buFont typeface="Arial"/>
                        <a:buChar char="•"/>
                      </a:pPr>
                      <a:r>
                        <a:rPr lang="en-US" sz="1400" cap="none" spc="0" noProof="0">
                          <a:solidFill>
                            <a:schemeClr val="tx1"/>
                          </a:solidFill>
                          <a:effectLst/>
                          <a:latin typeface="Segoe UI"/>
                        </a:rPr>
                        <a:t>Assess Spanish Point handover cooperation</a:t>
                      </a:r>
                      <a:endParaRPr lang="en-US" sz="1400">
                        <a:latin typeface="Segoe UI"/>
                      </a:endParaRPr>
                    </a:p>
                  </a:txBody>
                  <a:tcPr marL="45720" marR="45720" anchor="ctr">
                    <a:lnL w="12700" cmpd="sng">
                      <a:noFill/>
                      <a:prstDash val="solid"/>
                    </a:lnL>
                    <a:lnR w="12700" cmpd="sng">
                      <a:noFill/>
                      <a:prstDash val="solid"/>
                    </a:lnR>
                    <a:lnT w="38100" cmpd="sng">
                      <a:noFill/>
                    </a:lnT>
                    <a:lnB w="9525" cap="flat" cmpd="sng" algn="ctr">
                      <a:noFill/>
                      <a:prstDash val="solid"/>
                    </a:lnB>
                    <a:noFill/>
                  </a:tcPr>
                </a:tc>
                <a:tc>
                  <a:txBody>
                    <a:bodyPr/>
                    <a:lstStyle/>
                    <a:p>
                      <a:pPr algn="ctr">
                        <a:buNone/>
                      </a:pPr>
                      <a:r>
                        <a:rPr lang="en-US" sz="1600" cap="none" spc="0" noProof="0">
                          <a:solidFill>
                            <a:schemeClr val="tx1"/>
                          </a:solidFill>
                          <a:effectLst/>
                          <a:latin typeface="Segoe UI"/>
                        </a:rPr>
                        <a:t>S - M</a:t>
                      </a:r>
                      <a:endParaRPr lang="fr-FR" sz="1600">
                        <a:latin typeface="Segoe UI"/>
                      </a:endParaRPr>
                    </a:p>
                  </a:txBody>
                  <a:tcPr marL="45720" marR="45720" anchor="ctr">
                    <a:lnL w="12700" cmpd="sng">
                      <a:noFill/>
                      <a:prstDash val="solid"/>
                    </a:lnL>
                    <a:lnR w="12700" cmpd="sng">
                      <a:noFill/>
                      <a:prstDash val="solid"/>
                    </a:lnR>
                    <a:lnT w="38100" cmpd="sng">
                      <a:noFill/>
                    </a:lnT>
                    <a:lnB w="9525" cap="flat" cmpd="sng" algn="ctr">
                      <a:noFill/>
                      <a:prstDash val="solid"/>
                    </a:lnB>
                    <a:noFill/>
                  </a:tcPr>
                </a:tc>
                <a:extLst>
                  <a:ext uri="{0D108BD9-81ED-4DB2-BD59-A6C34878D82A}">
                    <a16:rowId xmlns:a16="http://schemas.microsoft.com/office/drawing/2014/main" val="3076765584"/>
                  </a:ext>
                </a:extLst>
              </a:tr>
              <a:tr h="888920">
                <a:tc>
                  <a:txBody>
                    <a:bodyPr/>
                    <a:lstStyle/>
                    <a:p>
                      <a:pPr>
                        <a:buNone/>
                      </a:pPr>
                      <a:r>
                        <a:rPr lang="en-US" sz="1600" b="1" cap="none" spc="0" noProof="0">
                          <a:solidFill>
                            <a:schemeClr val="tx1"/>
                          </a:solidFill>
                          <a:effectLst/>
                          <a:latin typeface="Segoe UI"/>
                        </a:rPr>
                        <a:t>2</a:t>
                      </a:r>
                      <a:endParaRPr lang="en-US" sz="1600" cap="none" spc="0" noProof="0">
                        <a:solidFill>
                          <a:schemeClr val="tx1"/>
                        </a:solidFill>
                        <a:effectLst/>
                        <a:latin typeface="Segoe UI"/>
                      </a:endParaRPr>
                    </a:p>
                  </a:txBody>
                  <a:tcPr marL="45720" marR="45720" anchor="ctr">
                    <a:lnL w="9525"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a:buNone/>
                      </a:pPr>
                      <a:r>
                        <a:rPr lang="en-US" sz="1600" b="1" cap="none" spc="0" noProof="0">
                          <a:solidFill>
                            <a:schemeClr val="tx1"/>
                          </a:solidFill>
                          <a:effectLst/>
                          <a:latin typeface="Segoe UI"/>
                        </a:rPr>
                        <a:t>Matching Engine Market Research</a:t>
                      </a:r>
                      <a:endParaRPr lang="en-US" sz="1600" cap="none" spc="0" noProof="0">
                        <a:solidFill>
                          <a:schemeClr val="tx1"/>
                        </a:solidFill>
                        <a:effectLst/>
                        <a:latin typeface="Segoe UI"/>
                      </a:endParaRPr>
                    </a:p>
                  </a:txBody>
                  <a:tcPr marL="45720" marR="45720"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marL="285750" indent="-285750">
                        <a:buFont typeface="Arial"/>
                        <a:buChar char="•"/>
                      </a:pPr>
                      <a:r>
                        <a:rPr lang="en-US" sz="1400" cap="none" spc="0" noProof="0">
                          <a:solidFill>
                            <a:schemeClr val="tx1"/>
                          </a:solidFill>
                          <a:effectLst/>
                          <a:latin typeface="Segoe UI"/>
                        </a:rPr>
                        <a:t>Identify alternative matching engine vendors</a:t>
                      </a:r>
                      <a:endParaRPr lang="fr-FR" sz="1400">
                        <a:latin typeface="Segoe UI"/>
                      </a:endParaRPr>
                    </a:p>
                    <a:p>
                      <a:pPr marL="285750" lvl="0" indent="-285750">
                        <a:buFont typeface="Arial"/>
                        <a:buChar char="•"/>
                      </a:pPr>
                      <a:r>
                        <a:rPr lang="en-US" sz="1400" cap="none" spc="0" noProof="0">
                          <a:solidFill>
                            <a:schemeClr val="tx1"/>
                          </a:solidFill>
                          <a:effectLst/>
                          <a:latin typeface="Segoe UI"/>
                        </a:rPr>
                        <a:t>Request proposals/demos</a:t>
                      </a:r>
                    </a:p>
                    <a:p>
                      <a:pPr marL="285750" lvl="0" indent="-285750">
                        <a:buFont typeface="Arial"/>
                        <a:buChar char="•"/>
                      </a:pPr>
                      <a:r>
                        <a:rPr lang="en-US" sz="1400" cap="none" spc="0" noProof="0">
                          <a:solidFill>
                            <a:schemeClr val="tx1"/>
                          </a:solidFill>
                          <a:effectLst/>
                          <a:latin typeface="Segoe UI"/>
                        </a:rPr>
                        <a:t>Assess replacement feasibility</a:t>
                      </a:r>
                      <a:endParaRPr lang="en-US" sz="1400">
                        <a:latin typeface="Segoe UI"/>
                      </a:endParaRPr>
                    </a:p>
                  </a:txBody>
                  <a:tcPr marL="45720" marR="45720"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algn="ctr">
                        <a:buNone/>
                      </a:pPr>
                      <a:r>
                        <a:rPr lang="en-US" sz="1600" cap="none" spc="0" noProof="0">
                          <a:solidFill>
                            <a:schemeClr val="tx1"/>
                          </a:solidFill>
                          <a:effectLst/>
                          <a:latin typeface="Segoe UI"/>
                        </a:rPr>
                        <a:t>XS</a:t>
                      </a:r>
                    </a:p>
                  </a:txBody>
                  <a:tcPr marL="45720" marR="45720"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992391429"/>
                  </a:ext>
                </a:extLst>
              </a:tr>
              <a:tr h="461492">
                <a:tc>
                  <a:txBody>
                    <a:bodyPr/>
                    <a:lstStyle/>
                    <a:p>
                      <a:pPr>
                        <a:buNone/>
                      </a:pPr>
                      <a:r>
                        <a:rPr lang="en-US" sz="1600" b="1" cap="none" spc="0" noProof="0">
                          <a:solidFill>
                            <a:schemeClr val="tx1"/>
                          </a:solidFill>
                          <a:effectLst/>
                          <a:latin typeface="Segoe UI"/>
                        </a:rPr>
                        <a:t>3</a:t>
                      </a:r>
                      <a:endParaRPr lang="en-US" sz="1600" cap="none" spc="0" noProof="0">
                        <a:solidFill>
                          <a:schemeClr val="tx1"/>
                        </a:solidFill>
                        <a:effectLst/>
                        <a:latin typeface="Segoe UI"/>
                      </a:endParaRPr>
                    </a:p>
                  </a:txBody>
                  <a:tcPr marL="45720" marR="45720" anchor="ctr">
                    <a:lnL w="9525"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pPr>
                        <a:buNone/>
                      </a:pPr>
                      <a:r>
                        <a:rPr lang="en-US" sz="1600" b="1" cap="none" spc="0" noProof="0">
                          <a:solidFill>
                            <a:schemeClr val="tx1"/>
                          </a:solidFill>
                          <a:effectLst/>
                          <a:latin typeface="Segoe UI"/>
                        </a:rPr>
                        <a:t>Contract Renegotiation (Parallel)</a:t>
                      </a:r>
                      <a:endParaRPr lang="en-US" sz="1600" cap="none" spc="0" noProof="0">
                        <a:solidFill>
                          <a:schemeClr val="tx1"/>
                        </a:solidFill>
                        <a:effectLst/>
                        <a:latin typeface="Segoe UI"/>
                      </a:endParaRPr>
                    </a:p>
                  </a:txBody>
                  <a:tcPr marL="45720" marR="45720" anchor="ctr">
                    <a:lnL w="12700" cmpd="sng">
                      <a:noFill/>
                      <a:prstDash val="solid"/>
                    </a:lnL>
                    <a:lnR w="12700" cmpd="sng">
                      <a:noFill/>
                      <a:prstDash val="solid"/>
                    </a:lnR>
                    <a:lnT w="12700" cmpd="sng">
                      <a:noFill/>
                      <a:prstDash val="solid"/>
                    </a:lnT>
                    <a:lnB w="12700" cmpd="sng">
                      <a:noFill/>
                      <a:prstDash val="solid"/>
                    </a:lnB>
                    <a:noFill/>
                  </a:tcPr>
                </a:tc>
                <a:tc>
                  <a:txBody>
                    <a:bodyPr/>
                    <a:lstStyle/>
                    <a:p>
                      <a:pPr marL="0" lvl="0" indent="0">
                        <a:buNone/>
                      </a:pPr>
                      <a:r>
                        <a:rPr lang="en-US" sz="1400" b="0" i="0" u="none" strike="noStrike" cap="none" spc="0" noProof="0">
                          <a:effectLst/>
                          <a:latin typeface="Segoe UI"/>
                        </a:rPr>
                        <a:t>→ See slides 35-36 for priority terms and details</a:t>
                      </a:r>
                      <a:endParaRPr lang="fr-FR" sz="1400">
                        <a:latin typeface="Segoe UI"/>
                      </a:endParaRPr>
                    </a:p>
                  </a:txBody>
                  <a:tcPr marL="45720" marR="45720" anchor="ctr">
                    <a:lnL w="12700" cmpd="sng">
                      <a:noFill/>
                      <a:prstDash val="solid"/>
                    </a:lnL>
                    <a:lnR w="12700" cmpd="sng">
                      <a:noFill/>
                      <a:prstDash val="solid"/>
                    </a:lnR>
                    <a:lnT w="12700" cmpd="sng">
                      <a:noFill/>
                      <a:prstDash val="solid"/>
                    </a:lnT>
                    <a:lnB w="12700" cmpd="sng">
                      <a:noFill/>
                      <a:prstDash val="solid"/>
                    </a:lnB>
                    <a:noFill/>
                  </a:tcPr>
                </a:tc>
                <a:tc>
                  <a:txBody>
                    <a:bodyPr/>
                    <a:lstStyle/>
                    <a:p>
                      <a:pPr algn="ctr">
                        <a:buNone/>
                      </a:pPr>
                      <a:r>
                        <a:rPr lang="en-US" sz="1600" cap="none" spc="0" noProof="0">
                          <a:solidFill>
                            <a:schemeClr val="tx1"/>
                          </a:solidFill>
                          <a:effectLst/>
                          <a:latin typeface="Segoe UI"/>
                        </a:rPr>
                        <a:t>Unknown</a:t>
                      </a:r>
                    </a:p>
                  </a:txBody>
                  <a:tcPr marL="45720" marR="4572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922490838"/>
                  </a:ext>
                </a:extLst>
              </a:tr>
            </a:tbl>
          </a:graphicData>
        </a:graphic>
      </p:graphicFrame>
      <p:grpSp>
        <p:nvGrpSpPr>
          <p:cNvPr id="3" name="Groupe 2">
            <a:extLst>
              <a:ext uri="{FF2B5EF4-FFF2-40B4-BE49-F238E27FC236}">
                <a16:creationId xmlns:a16="http://schemas.microsoft.com/office/drawing/2014/main" id="{47237031-ACAD-6D3B-C630-A2F7B80F5EF0}"/>
              </a:ext>
            </a:extLst>
          </p:cNvPr>
          <p:cNvGrpSpPr/>
          <p:nvPr/>
        </p:nvGrpSpPr>
        <p:grpSpPr>
          <a:xfrm>
            <a:off x="1557967" y="4714205"/>
            <a:ext cx="8936464" cy="1077218"/>
            <a:chOff x="918736" y="4810240"/>
            <a:chExt cx="8936464" cy="1077218"/>
          </a:xfrm>
        </p:grpSpPr>
        <p:sp>
          <p:nvSpPr>
            <p:cNvPr id="11" name="ZoneTexte 10">
              <a:extLst>
                <a:ext uri="{FF2B5EF4-FFF2-40B4-BE49-F238E27FC236}">
                  <a16:creationId xmlns:a16="http://schemas.microsoft.com/office/drawing/2014/main" id="{9277A578-F1F3-AD3F-AD03-05B62232B068}"/>
                </a:ext>
              </a:extLst>
            </p:cNvPr>
            <p:cNvSpPr txBox="1"/>
            <p:nvPr/>
          </p:nvSpPr>
          <p:spPr>
            <a:xfrm>
              <a:off x="1831027" y="4810240"/>
              <a:ext cx="8024173"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solidFill>
                    <a:srgbClr val="1F2328"/>
                  </a:solidFill>
                  <a:latin typeface="Segoe UI"/>
                  <a:ea typeface="Calibri"/>
                  <a:cs typeface="Segoe UI"/>
                </a:rPr>
                <a:t>Success Criteria:</a:t>
              </a:r>
            </a:p>
            <a:p>
              <a:pPr marL="285750" indent="-285750">
                <a:buFont typeface="Wingdings"/>
                <a:buChar char="ü"/>
              </a:pPr>
              <a:r>
                <a:rPr lang="en-US" sz="1600">
                  <a:solidFill>
                    <a:srgbClr val="1F2328"/>
                  </a:solidFill>
                  <a:latin typeface="Segoe UI"/>
                  <a:ea typeface="Calibri"/>
                  <a:cs typeface="Segoe UI"/>
                </a:rPr>
                <a:t>Pilot test completed with clear feasibility assessment</a:t>
              </a:r>
            </a:p>
            <a:p>
              <a:pPr marL="285750" indent="-285750">
                <a:buFont typeface="Wingdings"/>
                <a:buChar char="ü"/>
              </a:pPr>
              <a:r>
                <a:rPr lang="en-US" sz="1600">
                  <a:solidFill>
                    <a:srgbClr val="1F2328"/>
                  </a:solidFill>
                  <a:latin typeface="Segoe UI"/>
                  <a:ea typeface="Calibri"/>
                  <a:cs typeface="Segoe UI"/>
                </a:rPr>
                <a:t>Market research identifies viable alternatives (or confirms none exist)</a:t>
              </a:r>
            </a:p>
            <a:p>
              <a:pPr marL="285750" indent="-285750">
                <a:buFont typeface="Wingdings"/>
                <a:buChar char="ü"/>
              </a:pPr>
              <a:r>
                <a:rPr lang="en-US" sz="1600">
                  <a:solidFill>
                    <a:srgbClr val="1F2328"/>
                  </a:solidFill>
                  <a:latin typeface="Segoe UI"/>
                  <a:ea typeface="Calibri"/>
                  <a:cs typeface="Segoe UI"/>
                </a:rPr>
                <a:t>Contract negotiation yields improved terms (at minimum: git history, </a:t>
              </a:r>
              <a:r>
                <a:rPr lang="en-US" sz="1600" err="1">
                  <a:solidFill>
                    <a:srgbClr val="1F2328"/>
                  </a:solidFill>
                  <a:latin typeface="Segoe UI"/>
                  <a:ea typeface="Calibri"/>
                  <a:cs typeface="Segoe UI"/>
                </a:rPr>
                <a:t>IaC</a:t>
              </a:r>
              <a:r>
                <a:rPr lang="en-US" sz="1600">
                  <a:solidFill>
                    <a:srgbClr val="1F2328"/>
                  </a:solidFill>
                  <a:latin typeface="Segoe UI"/>
                  <a:ea typeface="Calibri"/>
                  <a:cs typeface="Segoe UI"/>
                </a:rPr>
                <a:t> templates)</a:t>
              </a:r>
            </a:p>
          </p:txBody>
        </p:sp>
        <p:pic>
          <p:nvPicPr>
            <p:cNvPr id="16" name="Graphique 15" descr="Aspiration contour">
              <a:extLst>
                <a:ext uri="{FF2B5EF4-FFF2-40B4-BE49-F238E27FC236}">
                  <a16:creationId xmlns:a16="http://schemas.microsoft.com/office/drawing/2014/main" id="{F0E99890-A382-38AB-C30E-DC52E5C3930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8736" y="4889908"/>
              <a:ext cx="914400" cy="914400"/>
            </a:xfrm>
            <a:prstGeom prst="rect">
              <a:avLst/>
            </a:prstGeom>
          </p:spPr>
        </p:pic>
      </p:grpSp>
    </p:spTree>
    <p:extLst>
      <p:ext uri="{BB962C8B-B14F-4D97-AF65-F5344CB8AC3E}">
        <p14:creationId xmlns:p14="http://schemas.microsoft.com/office/powerpoint/2010/main" val="35869262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07B9F-807E-7AE4-F1E9-055136D40EA5}"/>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9E781A9A-9737-36A2-90CD-BCD6D9696C05}"/>
              </a:ext>
            </a:extLst>
          </p:cNvPr>
          <p:cNvSpPr txBox="1"/>
          <p:nvPr/>
        </p:nvSpPr>
        <p:spPr>
          <a:xfrm>
            <a:off x="508000" y="442310"/>
            <a:ext cx="1119351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002060"/>
                </a:solidFill>
                <a:latin typeface="Segoe UI"/>
                <a:ea typeface="Calibri"/>
                <a:cs typeface="Segoe UI"/>
              </a:rPr>
              <a:t>Phase 2-3 – </a:t>
            </a:r>
            <a:r>
              <a:rPr lang="en-US" sz="3200" b="1">
                <a:solidFill>
                  <a:srgbClr val="002060"/>
                </a:solidFill>
                <a:latin typeface="Segoe UI"/>
                <a:ea typeface="+mn-lt"/>
                <a:cs typeface="Segoe UI"/>
              </a:rPr>
              <a:t>Decision Framework &amp; Execution Paths</a:t>
            </a:r>
            <a:endParaRPr lang="en-US" sz="3200" b="1" i="0">
              <a:solidFill>
                <a:srgbClr val="002060"/>
              </a:solidFill>
              <a:latin typeface="Segoe UI"/>
              <a:ea typeface="Calibri"/>
              <a:cs typeface="Segoe UI"/>
            </a:endParaRPr>
          </a:p>
        </p:txBody>
      </p:sp>
      <p:sp>
        <p:nvSpPr>
          <p:cNvPr id="7" name="Espace réservé du pied de page 2">
            <a:extLst>
              <a:ext uri="{FF2B5EF4-FFF2-40B4-BE49-F238E27FC236}">
                <a16:creationId xmlns:a16="http://schemas.microsoft.com/office/drawing/2014/main" id="{5411D23E-8F44-5CB6-C730-DE6AB4EC3B8C}"/>
              </a:ext>
            </a:extLst>
          </p:cNvPr>
          <p:cNvSpPr>
            <a:spLocks noGrp="1"/>
          </p:cNvSpPr>
          <p:nvPr>
            <p:ph type="ftr" sz="quarter" idx="11"/>
          </p:nvPr>
        </p:nvSpPr>
        <p:spPr>
          <a:xfrm>
            <a:off x="-593" y="6444952"/>
            <a:ext cx="12193181" cy="412389"/>
          </a:xfrm>
          <a:solidFill>
            <a:srgbClr val="F8F9FB"/>
          </a:solidFill>
          <a:ln>
            <a:solidFill>
              <a:srgbClr val="E1E4E8"/>
            </a:solidFill>
          </a:ln>
        </p:spPr>
        <p:txBody>
          <a:bodyPr/>
          <a:lstStyle/>
          <a:p>
            <a:pPr algn="l"/>
            <a:r>
              <a:rPr lang="fr-FR" sz="1100">
                <a:solidFill>
                  <a:srgbClr val="6B7C93"/>
                </a:solidFill>
                <a:latin typeface="Segoe UI"/>
                <a:ea typeface="+mn-lt"/>
                <a:cs typeface="Segoe UI"/>
              </a:rPr>
              <a:t>  ISWC System Audit – </a:t>
            </a:r>
            <a:r>
              <a:rPr lang="fr-FR" sz="1100" err="1">
                <a:solidFill>
                  <a:srgbClr val="6B7C93"/>
                </a:solidFill>
                <a:latin typeface="Segoe UI"/>
                <a:ea typeface="+mn-lt"/>
                <a:cs typeface="Segoe UI"/>
              </a:rPr>
              <a:t>Findings</a:t>
            </a:r>
            <a:r>
              <a:rPr lang="fr-FR" sz="1100">
                <a:solidFill>
                  <a:srgbClr val="6B7C93"/>
                </a:solidFill>
                <a:latin typeface="Segoe UI"/>
                <a:ea typeface="+mn-lt"/>
                <a:cs typeface="Segoe UI"/>
              </a:rPr>
              <a:t> &amp; Strategic </a:t>
            </a:r>
            <a:r>
              <a:rPr lang="fr-FR" sz="1100" err="1">
                <a:solidFill>
                  <a:srgbClr val="6B7C93"/>
                </a:solidFill>
                <a:latin typeface="Segoe UI"/>
                <a:ea typeface="+mn-lt"/>
                <a:cs typeface="Segoe UI"/>
              </a:rPr>
              <a:t>Recommendations</a:t>
            </a:r>
            <a:r>
              <a:rPr lang="fr-FR" sz="1100">
                <a:solidFill>
                  <a:srgbClr val="6B7C93"/>
                </a:solidFill>
                <a:latin typeface="Segoe UI"/>
                <a:ea typeface="+mn-lt"/>
                <a:cs typeface="Segoe UI"/>
              </a:rPr>
              <a:t> • </a:t>
            </a:r>
            <a:r>
              <a:rPr lang="fr-FR" sz="1100" err="1">
                <a:solidFill>
                  <a:srgbClr val="6B7C93"/>
                </a:solidFill>
                <a:latin typeface="Segoe UI"/>
                <a:ea typeface="+mn-lt"/>
                <a:cs typeface="Segoe UI"/>
              </a:rPr>
              <a:t>November</a:t>
            </a:r>
            <a:r>
              <a:rPr lang="fr-FR" sz="1100">
                <a:solidFill>
                  <a:srgbClr val="6B7C93"/>
                </a:solidFill>
                <a:latin typeface="Segoe UI"/>
                <a:ea typeface="+mn-lt"/>
                <a:cs typeface="Segoe UI"/>
              </a:rPr>
              <a:t> 24, 2025</a:t>
            </a:r>
            <a:endParaRPr lang="fr-FR" sz="1100">
              <a:latin typeface="Segoe UI"/>
              <a:cs typeface="Segoe UI"/>
            </a:endParaRPr>
          </a:p>
        </p:txBody>
      </p:sp>
      <p:sp>
        <p:nvSpPr>
          <p:cNvPr id="9" name="Espace réservé du numéro de diapositive 6">
            <a:extLst>
              <a:ext uri="{FF2B5EF4-FFF2-40B4-BE49-F238E27FC236}">
                <a16:creationId xmlns:a16="http://schemas.microsoft.com/office/drawing/2014/main" id="{B69466CD-7CBC-B362-0F1F-995279EF4D9D}"/>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dirty="0" smtClean="0">
                <a:solidFill>
                  <a:srgbClr val="1E3A5F"/>
                </a:solidFill>
                <a:latin typeface="Segoe UI"/>
                <a:cs typeface="Segoe UI"/>
              </a:rPr>
              <a:pPr algn="ctr"/>
              <a:t>33</a:t>
            </a:fld>
            <a:endParaRPr lang="fr-FR">
              <a:solidFill>
                <a:srgbClr val="1E3A5F"/>
              </a:solidFill>
              <a:latin typeface="Segoe UI"/>
              <a:ea typeface="Calibri"/>
              <a:cs typeface="Segoe UI"/>
            </a:endParaRPr>
          </a:p>
        </p:txBody>
      </p:sp>
      <p:sp>
        <p:nvSpPr>
          <p:cNvPr id="12" name="ZoneTexte 11">
            <a:extLst>
              <a:ext uri="{FF2B5EF4-FFF2-40B4-BE49-F238E27FC236}">
                <a16:creationId xmlns:a16="http://schemas.microsoft.com/office/drawing/2014/main" id="{25C79FC1-A6DD-6227-6A1F-6667A2642DAC}"/>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fr-FR" sz="1200" b="1">
                <a:solidFill>
                  <a:srgbClr val="1E3A5F"/>
                </a:solidFill>
                <a:latin typeface="Segoe UI"/>
                <a:ea typeface="Calibri"/>
                <a:cs typeface="Segoe UI"/>
              </a:rPr>
              <a:t>———  PART 6 — Strategic </a:t>
            </a:r>
            <a:r>
              <a:rPr lang="fr-FR" sz="1200" b="1" err="1">
                <a:solidFill>
                  <a:srgbClr val="1E3A5F"/>
                </a:solidFill>
                <a:latin typeface="Segoe UI"/>
                <a:ea typeface="Calibri"/>
                <a:cs typeface="Segoe UI"/>
              </a:rPr>
              <a:t>Recommendations</a:t>
            </a:r>
          </a:p>
        </p:txBody>
      </p:sp>
      <p:cxnSp>
        <p:nvCxnSpPr>
          <p:cNvPr id="15" name="Connecteur droit avec flèche 14">
            <a:extLst>
              <a:ext uri="{FF2B5EF4-FFF2-40B4-BE49-F238E27FC236}">
                <a16:creationId xmlns:a16="http://schemas.microsoft.com/office/drawing/2014/main" id="{CB05FCB6-2FB5-0207-6155-C93E31BACAB9}"/>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graphicFrame>
        <p:nvGraphicFramePr>
          <p:cNvPr id="5" name="Tableau 4">
            <a:extLst>
              <a:ext uri="{FF2B5EF4-FFF2-40B4-BE49-F238E27FC236}">
                <a16:creationId xmlns:a16="http://schemas.microsoft.com/office/drawing/2014/main" id="{7015A61A-F004-9349-21BB-900D9978FA95}"/>
              </a:ext>
            </a:extLst>
          </p:cNvPr>
          <p:cNvGraphicFramePr>
            <a:graphicFrameLocks noGrp="1"/>
          </p:cNvGraphicFramePr>
          <p:nvPr>
            <p:extLst>
              <p:ext uri="{D42A27DB-BD31-4B8C-83A1-F6EECF244321}">
                <p14:modId xmlns:p14="http://schemas.microsoft.com/office/powerpoint/2010/main" val="3255293283"/>
              </p:ext>
            </p:extLst>
          </p:nvPr>
        </p:nvGraphicFramePr>
        <p:xfrm>
          <a:off x="507306" y="1294180"/>
          <a:ext cx="10980539" cy="4242634"/>
        </p:xfrm>
        <a:graphic>
          <a:graphicData uri="http://schemas.openxmlformats.org/drawingml/2006/table">
            <a:tbl>
              <a:tblPr firstRow="1" bandRow="1">
                <a:noFill/>
                <a:tableStyleId>{5C22544A-7EE6-4342-B048-85BDC9FD1C3A}</a:tableStyleId>
              </a:tblPr>
              <a:tblGrid>
                <a:gridCol w="1309349">
                  <a:extLst>
                    <a:ext uri="{9D8B030D-6E8A-4147-A177-3AD203B41FA5}">
                      <a16:colId xmlns:a16="http://schemas.microsoft.com/office/drawing/2014/main" val="3569749613"/>
                    </a:ext>
                  </a:extLst>
                </a:gridCol>
                <a:gridCol w="1899632">
                  <a:extLst>
                    <a:ext uri="{9D8B030D-6E8A-4147-A177-3AD203B41FA5}">
                      <a16:colId xmlns:a16="http://schemas.microsoft.com/office/drawing/2014/main" val="1688707874"/>
                    </a:ext>
                  </a:extLst>
                </a:gridCol>
                <a:gridCol w="2897746">
                  <a:extLst>
                    <a:ext uri="{9D8B030D-6E8A-4147-A177-3AD203B41FA5}">
                      <a16:colId xmlns:a16="http://schemas.microsoft.com/office/drawing/2014/main" val="175505140"/>
                    </a:ext>
                  </a:extLst>
                </a:gridCol>
                <a:gridCol w="4873812">
                  <a:extLst>
                    <a:ext uri="{9D8B030D-6E8A-4147-A177-3AD203B41FA5}">
                      <a16:colId xmlns:a16="http://schemas.microsoft.com/office/drawing/2014/main" val="2002971090"/>
                    </a:ext>
                  </a:extLst>
                </a:gridCol>
              </a:tblGrid>
              <a:tr h="341194">
                <a:tc>
                  <a:txBody>
                    <a:bodyPr/>
                    <a:lstStyle/>
                    <a:p>
                      <a:pPr lvl="0" algn="l">
                        <a:buNone/>
                      </a:pPr>
                      <a:r>
                        <a:rPr lang="en-US" sz="1600" b="0" i="0" u="none" strike="noStrike" cap="none" spc="0" noProof="0">
                          <a:solidFill>
                            <a:srgbClr val="003366"/>
                          </a:solidFill>
                          <a:effectLst/>
                          <a:latin typeface="Segoe UI"/>
                        </a:rPr>
                        <a:t>Scenario</a:t>
                      </a:r>
                    </a:p>
                  </a:txBody>
                  <a:tcPr marL="45720" marR="45720" anchor="b">
                    <a:lnL w="12700" cmpd="sng">
                      <a:noFill/>
                    </a:lnL>
                    <a:lnR w="12700" cmpd="sng">
                      <a:noFill/>
                    </a:lnR>
                    <a:lnT w="9525" cap="flat" cmpd="sng" algn="ctr">
                      <a:noFill/>
                      <a:prstDash val="solid"/>
                    </a:lnT>
                    <a:lnB w="38100" cmpd="sng">
                      <a:noFill/>
                    </a:lnB>
                    <a:noFill/>
                  </a:tcPr>
                </a:tc>
                <a:tc>
                  <a:txBody>
                    <a:bodyPr/>
                    <a:lstStyle/>
                    <a:p>
                      <a:pPr lvl="0" algn="l">
                        <a:buNone/>
                      </a:pPr>
                      <a:r>
                        <a:rPr lang="en-US" sz="1600" b="0" i="0" u="none" strike="noStrike" cap="none" spc="0" noProof="0">
                          <a:solidFill>
                            <a:srgbClr val="003366"/>
                          </a:solidFill>
                          <a:effectLst/>
                          <a:latin typeface="Segoe UI"/>
                        </a:rPr>
                        <a:t>Condition </a:t>
                      </a:r>
                      <a:endParaRPr lang="fr-FR" sz="1600">
                        <a:solidFill>
                          <a:srgbClr val="003366"/>
                        </a:solidFill>
                        <a:latin typeface="Segoe UI"/>
                      </a:endParaRPr>
                    </a:p>
                  </a:txBody>
                  <a:tcPr marL="45720" marR="45720" anchor="b">
                    <a:lnL w="12700" cmpd="sng">
                      <a:noFill/>
                    </a:lnL>
                    <a:lnR w="12700" cmpd="sng">
                      <a:noFill/>
                    </a:lnR>
                    <a:lnT w="9525" cap="flat" cmpd="sng" algn="ctr">
                      <a:noFill/>
                      <a:prstDash val="solid"/>
                    </a:lnT>
                    <a:lnB w="38100" cmpd="sng">
                      <a:noFill/>
                    </a:lnB>
                    <a:noFill/>
                  </a:tcPr>
                </a:tc>
                <a:tc>
                  <a:txBody>
                    <a:bodyPr/>
                    <a:lstStyle/>
                    <a:p>
                      <a:pPr lvl="0" algn="l">
                        <a:buNone/>
                      </a:pPr>
                      <a:r>
                        <a:rPr lang="en-US" sz="1600" b="0" i="0" u="none" strike="noStrike" cap="none" spc="0" noProof="0">
                          <a:solidFill>
                            <a:srgbClr val="003366"/>
                          </a:solidFill>
                          <a:effectLst/>
                          <a:latin typeface="Segoe UI"/>
                        </a:rPr>
                        <a:t>Path </a:t>
                      </a:r>
                      <a:endParaRPr lang="fr-FR" sz="1600">
                        <a:solidFill>
                          <a:srgbClr val="003366"/>
                        </a:solidFill>
                        <a:latin typeface="Segoe UI"/>
                      </a:endParaRPr>
                    </a:p>
                  </a:txBody>
                  <a:tcPr marL="45720" marR="45720" anchor="b">
                    <a:lnL w="12700" cmpd="sng">
                      <a:noFill/>
                    </a:lnL>
                    <a:lnR w="12700" cmpd="sng">
                      <a:noFill/>
                    </a:lnR>
                    <a:lnT w="9525" cap="flat" cmpd="sng" algn="ctr">
                      <a:noFill/>
                      <a:prstDash val="solid"/>
                    </a:lnT>
                    <a:lnB w="38100" cmpd="sng">
                      <a:noFill/>
                    </a:lnB>
                    <a:noFill/>
                  </a:tcPr>
                </a:tc>
                <a:tc>
                  <a:txBody>
                    <a:bodyPr/>
                    <a:lstStyle/>
                    <a:p>
                      <a:pPr lvl="0" algn="l">
                        <a:buNone/>
                      </a:pPr>
                      <a:r>
                        <a:rPr lang="en-US" sz="1600" b="0" i="0" u="none" strike="noStrike" cap="none" spc="0" noProof="0">
                          <a:solidFill>
                            <a:srgbClr val="003366"/>
                          </a:solidFill>
                          <a:effectLst/>
                          <a:latin typeface="Segoe UI"/>
                        </a:rPr>
                        <a:t>Execution </a:t>
                      </a:r>
                      <a:endParaRPr lang="fr-FR" sz="1600">
                        <a:solidFill>
                          <a:srgbClr val="003366"/>
                        </a:solidFill>
                        <a:latin typeface="Segoe UI"/>
                      </a:endParaRPr>
                    </a:p>
                  </a:txBody>
                  <a:tcPr marL="45720" marR="45720" anchor="b">
                    <a:lnL w="12700" cmpd="sng">
                      <a:noFill/>
                    </a:lnL>
                    <a:lnR w="12700" cmpd="sng">
                      <a:noFill/>
                    </a:lnR>
                    <a:lnT w="9525" cap="flat" cmpd="sng" algn="ctr">
                      <a:noFill/>
                      <a:prstDash val="solid"/>
                    </a:lnT>
                    <a:lnB w="38100" cmpd="sng">
                      <a:noFill/>
                    </a:lnB>
                    <a:noFill/>
                  </a:tcPr>
                </a:tc>
                <a:extLst>
                  <a:ext uri="{0D108BD9-81ED-4DB2-BD59-A6C34878D82A}">
                    <a16:rowId xmlns:a16="http://schemas.microsoft.com/office/drawing/2014/main" val="888561424"/>
                  </a:ext>
                </a:extLst>
              </a:tr>
              <a:tr h="888920">
                <a:tc>
                  <a:txBody>
                    <a:bodyPr/>
                    <a:lstStyle/>
                    <a:p>
                      <a:pPr lvl="0">
                        <a:buNone/>
                      </a:pPr>
                      <a:r>
                        <a:rPr lang="en-US" sz="1600" b="1" i="0" u="none" strike="noStrike" cap="none" spc="0" noProof="0">
                          <a:solidFill>
                            <a:schemeClr val="tx1"/>
                          </a:solidFill>
                          <a:effectLst/>
                          <a:latin typeface="Segoe UI"/>
                        </a:rPr>
                        <a:t>✅ SUCCESS</a:t>
                      </a:r>
                      <a:endParaRPr lang="fr-FR" b="1">
                        <a:latin typeface="Segoe UI"/>
                      </a:endParaRPr>
                    </a:p>
                  </a:txBody>
                  <a:tcPr marL="45720" marR="45720" anchor="ctr">
                    <a:lnL w="9525" cap="flat" cmpd="sng" algn="ctr">
                      <a:solidFill>
                        <a:schemeClr val="tx1"/>
                      </a:solidFill>
                      <a:prstDash val="solid"/>
                    </a:lnL>
                    <a:lnR w="12700" cmpd="sng">
                      <a:noFill/>
                      <a:prstDash val="solid"/>
                    </a:lnR>
                    <a:lnT w="38100" cmpd="sng">
                      <a:noFill/>
                    </a:lnT>
                    <a:lnB w="9525" cap="flat" cmpd="sng" algn="ctr">
                      <a:noFill/>
                      <a:prstDash val="solid"/>
                    </a:lnB>
                    <a:noFill/>
                  </a:tcPr>
                </a:tc>
                <a:tc>
                  <a:txBody>
                    <a:bodyPr/>
                    <a:lstStyle/>
                    <a:p>
                      <a:pPr lvl="0">
                        <a:buNone/>
                      </a:pPr>
                      <a:r>
                        <a:rPr lang="en-US" sz="1600" b="1" i="0" u="none" strike="noStrike" cap="none" spc="0" baseline="0" noProof="0">
                          <a:solidFill>
                            <a:srgbClr val="000000"/>
                          </a:solidFill>
                          <a:effectLst/>
                          <a:latin typeface="Segoe UI"/>
                        </a:rPr>
                        <a:t>Pilot successful + Alternatives exist</a:t>
                      </a:r>
                      <a:endParaRPr lang="fr-FR">
                        <a:latin typeface="Segoe UI"/>
                      </a:endParaRPr>
                    </a:p>
                  </a:txBody>
                  <a:tcPr marL="45720" marR="45720" anchor="ctr">
                    <a:lnL w="12700" cmpd="sng">
                      <a:noFill/>
                      <a:prstDash val="solid"/>
                    </a:lnL>
                    <a:lnR w="12700" cmpd="sng">
                      <a:noFill/>
                      <a:prstDash val="solid"/>
                    </a:lnR>
                    <a:lnT w="38100" cmpd="sng">
                      <a:noFill/>
                    </a:lnT>
                    <a:lnB w="9525" cap="flat" cmpd="sng" algn="ctr">
                      <a:noFill/>
                      <a:prstDash val="solid"/>
                    </a:lnB>
                    <a:noFill/>
                  </a:tcPr>
                </a:tc>
                <a:tc>
                  <a:txBody>
                    <a:bodyPr/>
                    <a:lstStyle/>
                    <a:p>
                      <a:pPr marL="0" indent="0">
                        <a:buNone/>
                      </a:pPr>
                      <a:r>
                        <a:rPr lang="en-US" sz="1600" b="0" i="0" u="none" strike="noStrike" cap="none" spc="0" noProof="0">
                          <a:solidFill>
                            <a:schemeClr val="tx1"/>
                          </a:solidFill>
                          <a:effectLst/>
                          <a:latin typeface="Segoe UI"/>
                        </a:rPr>
                        <a:t>Path A: Vendor Transition</a:t>
                      </a:r>
                      <a:endParaRPr lang="en-US" sz="1600" cap="none" spc="0" noProof="0">
                        <a:solidFill>
                          <a:schemeClr val="tx1"/>
                        </a:solidFill>
                        <a:effectLst/>
                        <a:latin typeface="Segoe UI"/>
                      </a:endParaRPr>
                    </a:p>
                  </a:txBody>
                  <a:tcPr marL="45720" marR="45720" anchor="ctr">
                    <a:lnL w="12700" cmpd="sng">
                      <a:noFill/>
                      <a:prstDash val="solid"/>
                    </a:lnL>
                    <a:lnR w="12700" cmpd="sng">
                      <a:noFill/>
                      <a:prstDash val="solid"/>
                    </a:lnR>
                    <a:lnT w="38100" cmpd="sng">
                      <a:noFill/>
                    </a:lnT>
                    <a:lnB w="9525" cap="flat" cmpd="sng" algn="ctr">
                      <a:noFill/>
                      <a:prstDash val="solid"/>
                    </a:lnB>
                    <a:noFill/>
                  </a:tcPr>
                </a:tc>
                <a:tc>
                  <a:txBody>
                    <a:bodyPr/>
                    <a:lstStyle/>
                    <a:p>
                      <a:pPr marL="285750" lvl="0" indent="-285750" algn="l">
                        <a:lnSpc>
                          <a:spcPct val="100000"/>
                        </a:lnSpc>
                        <a:spcBef>
                          <a:spcPts val="0"/>
                        </a:spcBef>
                        <a:spcAft>
                          <a:spcPts val="0"/>
                        </a:spcAft>
                        <a:buFont typeface="Arial"/>
                        <a:buChar char="•"/>
                      </a:pPr>
                      <a:r>
                        <a:rPr lang="en-US" sz="1400" b="0" i="0" u="none" strike="noStrike" cap="none" spc="0" noProof="0">
                          <a:solidFill>
                            <a:schemeClr val="tx1"/>
                          </a:solidFill>
                          <a:effectLst/>
                          <a:latin typeface="Segoe UI"/>
                        </a:rPr>
                        <a:t>XL timeline (12-24 months)</a:t>
                      </a:r>
                      <a:endParaRPr lang="fr-FR" sz="1400">
                        <a:latin typeface="Segoe UI"/>
                      </a:endParaRPr>
                    </a:p>
                    <a:p>
                      <a:pPr marL="285750" lvl="0" indent="-285750" algn="l">
                        <a:lnSpc>
                          <a:spcPct val="100000"/>
                        </a:lnSpc>
                        <a:spcBef>
                          <a:spcPts val="0"/>
                        </a:spcBef>
                        <a:spcAft>
                          <a:spcPts val="0"/>
                        </a:spcAft>
                        <a:buFont typeface="Arial"/>
                        <a:buChar char="•"/>
                      </a:pPr>
                      <a:r>
                        <a:rPr lang="en-US" sz="1400" b="0" i="0" u="none" strike="noStrike" cap="none" spc="0" noProof="0">
                          <a:solidFill>
                            <a:schemeClr val="tx1"/>
                          </a:solidFill>
                          <a:effectLst/>
                          <a:latin typeface="Segoe UI"/>
                        </a:rPr>
                        <a:t>XL cost (€300-600K)</a:t>
                      </a:r>
                      <a:endParaRPr lang="en-US" sz="1400">
                        <a:latin typeface="Segoe UI"/>
                      </a:endParaRPr>
                    </a:p>
                    <a:p>
                      <a:pPr marL="285750" lvl="0" indent="-285750" algn="l">
                        <a:lnSpc>
                          <a:spcPct val="100000"/>
                        </a:lnSpc>
                        <a:spcBef>
                          <a:spcPts val="0"/>
                        </a:spcBef>
                        <a:spcAft>
                          <a:spcPts val="0"/>
                        </a:spcAft>
                        <a:buFont typeface="Arial"/>
                        <a:buChar char="•"/>
                      </a:pPr>
                      <a:r>
                        <a:rPr lang="en-US" sz="1400" b="0" i="0" u="none" strike="noStrike" cap="none" spc="0" noProof="0">
                          <a:solidFill>
                            <a:schemeClr val="tx1"/>
                          </a:solidFill>
                          <a:effectLst/>
                          <a:latin typeface="Segoe UI"/>
                        </a:rPr>
                        <a:t>Full RFP process</a:t>
                      </a:r>
                      <a:endParaRPr lang="en-US" sz="1400">
                        <a:latin typeface="Segoe UI"/>
                      </a:endParaRPr>
                    </a:p>
                    <a:p>
                      <a:pPr marL="285750" lvl="0" indent="-285750" algn="l">
                        <a:lnSpc>
                          <a:spcPct val="100000"/>
                        </a:lnSpc>
                        <a:spcBef>
                          <a:spcPts val="0"/>
                        </a:spcBef>
                        <a:spcAft>
                          <a:spcPts val="0"/>
                        </a:spcAft>
                        <a:buFont typeface="Arial"/>
                        <a:buChar char="•"/>
                      </a:pPr>
                      <a:r>
                        <a:rPr lang="en-US" sz="1400" b="0" i="0" u="none" strike="noStrike" cap="none" spc="0" noProof="0">
                          <a:solidFill>
                            <a:schemeClr val="tx1"/>
                          </a:solidFill>
                          <a:effectLst/>
                          <a:latin typeface="Segoe UI"/>
                        </a:rPr>
                        <a:t>Parallel vendor overlap</a:t>
                      </a:r>
                      <a:endParaRPr lang="en-US" sz="1400">
                        <a:latin typeface="Segoe UI"/>
                      </a:endParaRPr>
                    </a:p>
                    <a:p>
                      <a:pPr marL="285750" lvl="0" indent="-285750" algn="l">
                        <a:buFont typeface="Arial"/>
                        <a:buChar char="•"/>
                      </a:pPr>
                      <a:r>
                        <a:rPr lang="en-US" sz="1400" b="0" i="0" u="none" strike="noStrike" cap="none" spc="0" noProof="0">
                          <a:solidFill>
                            <a:schemeClr val="tx1"/>
                          </a:solidFill>
                          <a:effectLst/>
                          <a:latin typeface="Segoe UI"/>
                        </a:rPr>
                        <a:t>Gradual feature transition</a:t>
                      </a:r>
                      <a:endParaRPr lang="en-US" sz="1400">
                        <a:latin typeface="Segoe UI"/>
                      </a:endParaRPr>
                    </a:p>
                  </a:txBody>
                  <a:tcPr marL="45720" marR="45720" anchor="ctr">
                    <a:lnL w="12700" cmpd="sng">
                      <a:noFill/>
                      <a:prstDash val="solid"/>
                    </a:lnL>
                    <a:lnR w="12700" cmpd="sng">
                      <a:noFill/>
                      <a:prstDash val="solid"/>
                    </a:lnR>
                    <a:lnT w="38100" cmpd="sng">
                      <a:noFill/>
                    </a:lnT>
                    <a:lnB w="9525" cap="flat" cmpd="sng" algn="ctr">
                      <a:noFill/>
                      <a:prstDash val="solid"/>
                    </a:lnB>
                    <a:noFill/>
                  </a:tcPr>
                </a:tc>
                <a:extLst>
                  <a:ext uri="{0D108BD9-81ED-4DB2-BD59-A6C34878D82A}">
                    <a16:rowId xmlns:a16="http://schemas.microsoft.com/office/drawing/2014/main" val="3076765584"/>
                  </a:ext>
                </a:extLst>
              </a:tr>
              <a:tr h="888920">
                <a:tc>
                  <a:txBody>
                    <a:bodyPr/>
                    <a:lstStyle/>
                    <a:p>
                      <a:pPr lvl="0">
                        <a:buNone/>
                      </a:pPr>
                      <a:r>
                        <a:rPr lang="en-US" sz="1600" b="1" i="0" u="none" strike="noStrike" cap="none" spc="0" baseline="0" noProof="0">
                          <a:solidFill>
                            <a:srgbClr val="000000"/>
                          </a:solidFill>
                          <a:effectLst/>
                          <a:latin typeface="Segoe UI"/>
                        </a:rPr>
                        <a:t>🔴 BLOCKED</a:t>
                      </a:r>
                      <a:endParaRPr lang="fr-FR">
                        <a:latin typeface="Segoe UI"/>
                      </a:endParaRPr>
                    </a:p>
                  </a:txBody>
                  <a:tcPr marL="45720" marR="45720" anchor="ctr">
                    <a:lnL w="9525"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lvl="0">
                        <a:buNone/>
                      </a:pPr>
                      <a:r>
                        <a:rPr lang="en-US" sz="1600" b="1" i="0" u="none" strike="noStrike" cap="none" spc="0" baseline="0" noProof="0">
                          <a:solidFill>
                            <a:srgbClr val="000000"/>
                          </a:solidFill>
                          <a:effectLst/>
                          <a:latin typeface="Segoe UI"/>
                        </a:rPr>
                        <a:t>Pilot fails OR </a:t>
                      </a:r>
                      <a:endParaRPr lang="fr-FR">
                        <a:latin typeface="Segoe UI"/>
                      </a:endParaRPr>
                    </a:p>
                    <a:p>
                      <a:pPr lvl="0">
                        <a:buNone/>
                      </a:pPr>
                      <a:r>
                        <a:rPr lang="en-US" sz="1600" b="1" i="0" u="none" strike="noStrike" cap="none" spc="0" baseline="0" noProof="0">
                          <a:solidFill>
                            <a:srgbClr val="000000"/>
                          </a:solidFill>
                          <a:effectLst/>
                          <a:latin typeface="Segoe UI"/>
                        </a:rPr>
                        <a:t>No alternatives</a:t>
                      </a:r>
                      <a:endParaRPr lang="fr-FR">
                        <a:latin typeface="Segoe UI"/>
                      </a:endParaRPr>
                    </a:p>
                  </a:txBody>
                  <a:tcPr marL="45720" marR="45720"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marL="0" lvl="0" indent="0">
                        <a:buNone/>
                      </a:pPr>
                      <a:r>
                        <a:rPr lang="en-US" sz="1600" b="0" i="0" u="none" strike="noStrike" cap="none" spc="0" baseline="0" noProof="0">
                          <a:solidFill>
                            <a:srgbClr val="000000"/>
                          </a:solidFill>
                          <a:effectLst/>
                          <a:latin typeface="Segoe UI"/>
                        </a:rPr>
                        <a:t>Path B: Improved Relationship</a:t>
                      </a:r>
                      <a:endParaRPr lang="fr-FR" sz="1600">
                        <a:latin typeface="Segoe UI"/>
                      </a:endParaRPr>
                    </a:p>
                  </a:txBody>
                  <a:tcPr marL="45720" marR="45720"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marL="285750" lvl="0" indent="-285750" algn="l">
                        <a:lnSpc>
                          <a:spcPct val="100000"/>
                        </a:lnSpc>
                        <a:buFont typeface="Arial"/>
                        <a:buChar char="•"/>
                      </a:pPr>
                      <a:r>
                        <a:rPr lang="en-US" sz="1400" b="0" i="0" u="none" strike="noStrike" cap="none" spc="0" baseline="0" noProof="0">
                          <a:solidFill>
                            <a:srgbClr val="000000"/>
                          </a:solidFill>
                          <a:effectLst/>
                          <a:latin typeface="Segoe UI"/>
                        </a:rPr>
                        <a:t>Immediate</a:t>
                      </a:r>
                      <a:endParaRPr lang="fr-FR" sz="1400">
                        <a:latin typeface="Segoe UI"/>
                      </a:endParaRPr>
                    </a:p>
                    <a:p>
                      <a:pPr marL="285750" lvl="0" indent="-285750" algn="l">
                        <a:lnSpc>
                          <a:spcPct val="100000"/>
                        </a:lnSpc>
                        <a:buFont typeface="Arial"/>
                        <a:buChar char="•"/>
                      </a:pPr>
                      <a:r>
                        <a:rPr lang="en-US" sz="1400" b="0" i="0" u="none" strike="noStrike" cap="none" spc="0" baseline="0" noProof="0">
                          <a:solidFill>
                            <a:srgbClr val="000000"/>
                          </a:solidFill>
                          <a:effectLst/>
                          <a:latin typeface="Segoe UI"/>
                        </a:rPr>
                        <a:t>Minimal cost</a:t>
                      </a:r>
                      <a:endParaRPr lang="en-US" sz="1400">
                        <a:latin typeface="Segoe UI"/>
                      </a:endParaRPr>
                    </a:p>
                    <a:p>
                      <a:pPr marL="285750" lvl="0" indent="-285750" algn="l">
                        <a:lnSpc>
                          <a:spcPct val="100000"/>
                        </a:lnSpc>
                        <a:buFont typeface="Arial"/>
                        <a:buChar char="•"/>
                      </a:pPr>
                      <a:r>
                        <a:rPr lang="en-US" sz="1400" b="0" i="0" u="none" strike="noStrike" cap="none" spc="0" baseline="0" noProof="0">
                          <a:solidFill>
                            <a:srgbClr val="000000"/>
                          </a:solidFill>
                          <a:effectLst/>
                          <a:latin typeface="Segoe UI"/>
                        </a:rPr>
                        <a:t>Enhanced contract terms</a:t>
                      </a:r>
                      <a:endParaRPr lang="en-US" sz="1400">
                        <a:latin typeface="Segoe UI"/>
                      </a:endParaRPr>
                    </a:p>
                    <a:p>
                      <a:pPr marL="285750" lvl="0" indent="-285750" algn="l">
                        <a:lnSpc>
                          <a:spcPct val="100000"/>
                        </a:lnSpc>
                        <a:buFont typeface="Arial"/>
                        <a:buChar char="•"/>
                      </a:pPr>
                      <a:r>
                        <a:rPr lang="en-US" sz="1400" b="0" i="0" u="none" strike="noStrike" cap="none" spc="0" baseline="0" noProof="0">
                          <a:solidFill>
                            <a:srgbClr val="000000"/>
                          </a:solidFill>
                          <a:effectLst/>
                          <a:latin typeface="Segoe UI"/>
                        </a:rPr>
                        <a:t>Better transparency and governance</a:t>
                      </a:r>
                      <a:endParaRPr lang="en-US" sz="1400">
                        <a:latin typeface="Segoe UI"/>
                      </a:endParaRPr>
                    </a:p>
                    <a:p>
                      <a:pPr marL="285750" lvl="0" indent="-285750" algn="l">
                        <a:lnSpc>
                          <a:spcPct val="100000"/>
                        </a:lnSpc>
                        <a:buFont typeface="Arial"/>
                        <a:buChar char="•"/>
                      </a:pPr>
                      <a:r>
                        <a:rPr lang="en-US" sz="1400" b="0" i="0" u="none" strike="noStrike" cap="none" spc="0" baseline="0" noProof="0">
                          <a:solidFill>
                            <a:srgbClr val="000000"/>
                          </a:solidFill>
                          <a:effectLst/>
                          <a:latin typeface="Segoe UI"/>
                        </a:rPr>
                        <a:t>Cost optimization implemented</a:t>
                      </a:r>
                      <a:endParaRPr lang="en-US" sz="1400">
                        <a:latin typeface="Segoe UI"/>
                      </a:endParaRPr>
                    </a:p>
                    <a:p>
                      <a:pPr marL="285750" lvl="0" indent="-285750" algn="l">
                        <a:buFont typeface="Arial"/>
                        <a:buChar char="•"/>
                      </a:pPr>
                      <a:r>
                        <a:rPr lang="en-US" sz="1400" b="0" i="0" u="none" strike="noStrike" cap="none" spc="0" baseline="0" noProof="0">
                          <a:solidFill>
                            <a:srgbClr val="000000"/>
                          </a:solidFill>
                          <a:effectLst/>
                          <a:latin typeface="Segoe UI"/>
                        </a:rPr>
                        <a:t>Continue with Spanish Point under better terms</a:t>
                      </a:r>
                      <a:endParaRPr lang="en-US" sz="1400">
                        <a:latin typeface="Segoe UI"/>
                      </a:endParaRPr>
                    </a:p>
                  </a:txBody>
                  <a:tcPr marL="45720" marR="45720"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992391429"/>
                  </a:ext>
                </a:extLst>
              </a:tr>
              <a:tr h="461492">
                <a:tc>
                  <a:txBody>
                    <a:bodyPr/>
                    <a:lstStyle/>
                    <a:p>
                      <a:pPr lvl="0">
                        <a:buNone/>
                      </a:pPr>
                      <a:r>
                        <a:rPr lang="en-US" sz="1600" b="1" i="0" u="none" strike="noStrike" cap="none" spc="0" baseline="0" noProof="0">
                          <a:solidFill>
                            <a:srgbClr val="000000"/>
                          </a:solidFill>
                          <a:effectLst/>
                          <a:latin typeface="Segoe UI"/>
                        </a:rPr>
                        <a:t>⚠️ MIXED</a:t>
                      </a:r>
                      <a:endParaRPr lang="fr-FR">
                        <a:latin typeface="Segoe UI"/>
                      </a:endParaRPr>
                    </a:p>
                  </a:txBody>
                  <a:tcPr marL="45720" marR="45720" anchor="ctr">
                    <a:lnL w="9525"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pPr lvl="0">
                        <a:buNone/>
                      </a:pPr>
                      <a:r>
                        <a:rPr lang="en-US" sz="1600" b="1" i="0" u="none" strike="noStrike" cap="none" spc="0" baseline="0" noProof="0">
                          <a:solidFill>
                            <a:srgbClr val="000000"/>
                          </a:solidFill>
                          <a:effectLst/>
                          <a:latin typeface="Segoe UI"/>
                        </a:rPr>
                        <a:t>Partial success</a:t>
                      </a:r>
                      <a:endParaRPr lang="fr-FR">
                        <a:latin typeface="Segoe UI"/>
                      </a:endParaRPr>
                    </a:p>
                    <a:p>
                      <a:pPr lvl="0">
                        <a:buNone/>
                      </a:pPr>
                      <a:r>
                        <a:rPr lang="en-US" sz="1600" b="1" i="0" u="none" strike="noStrike" cap="none" spc="0" baseline="0" noProof="0">
                          <a:solidFill>
                            <a:srgbClr val="000000"/>
                          </a:solidFill>
                          <a:effectLst/>
                          <a:latin typeface="Segoe UI"/>
                        </a:rPr>
                        <a:t>Mixed results</a:t>
                      </a:r>
                      <a:endParaRPr lang="fr-FR">
                        <a:latin typeface="Segoe UI"/>
                      </a:endParaRPr>
                    </a:p>
                  </a:txBody>
                  <a:tcPr marL="45720" marR="45720" anchor="ctr">
                    <a:lnL w="12700" cmpd="sng">
                      <a:noFill/>
                      <a:prstDash val="solid"/>
                    </a:lnL>
                    <a:lnR w="12700" cmpd="sng">
                      <a:noFill/>
                      <a:prstDash val="solid"/>
                    </a:lnR>
                    <a:lnT w="12700" cmpd="sng">
                      <a:noFill/>
                      <a:prstDash val="solid"/>
                    </a:lnT>
                    <a:lnB w="12700" cmpd="sng">
                      <a:noFill/>
                      <a:prstDash val="solid"/>
                    </a:lnB>
                    <a:noFill/>
                  </a:tcPr>
                </a:tc>
                <a:tc>
                  <a:txBody>
                    <a:bodyPr/>
                    <a:lstStyle/>
                    <a:p>
                      <a:pPr marL="0" lvl="0" indent="0">
                        <a:buNone/>
                      </a:pPr>
                      <a:r>
                        <a:rPr lang="en-US" sz="1600" b="0" i="0" u="none" strike="noStrike" cap="none" spc="0" baseline="0" noProof="0">
                          <a:solidFill>
                            <a:srgbClr val="000000"/>
                          </a:solidFill>
                          <a:effectLst/>
                          <a:latin typeface="Segoe UI"/>
                        </a:rPr>
                        <a:t>Path C: Partial Independence</a:t>
                      </a:r>
                      <a:endParaRPr lang="fr-FR" sz="1600">
                        <a:latin typeface="Segoe UI"/>
                      </a:endParaRPr>
                    </a:p>
                  </a:txBody>
                  <a:tcPr marL="45720" marR="45720" anchor="ctr">
                    <a:lnL w="12700" cmpd="sng">
                      <a:noFill/>
                      <a:prstDash val="solid"/>
                    </a:lnL>
                    <a:lnR w="12700" cmpd="sng">
                      <a:noFill/>
                      <a:prstDash val="solid"/>
                    </a:lnR>
                    <a:lnT w="12700" cmpd="sng">
                      <a:noFill/>
                      <a:prstDash val="solid"/>
                    </a:lnT>
                    <a:lnB w="12700" cmpd="sng">
                      <a:noFill/>
                      <a:prstDash val="solid"/>
                    </a:lnB>
                    <a:noFill/>
                  </a:tcPr>
                </a:tc>
                <a:tc>
                  <a:txBody>
                    <a:bodyPr/>
                    <a:lstStyle/>
                    <a:p>
                      <a:pPr marL="285750" lvl="0" indent="-285750" algn="l">
                        <a:lnSpc>
                          <a:spcPct val="100000"/>
                        </a:lnSpc>
                        <a:buFont typeface="Arial"/>
                        <a:buChar char="•"/>
                      </a:pPr>
                      <a:r>
                        <a:rPr lang="en-US" sz="1400" b="0" i="0" u="none" strike="noStrike" cap="none" spc="0" baseline="0" noProof="0">
                          <a:solidFill>
                            <a:srgbClr val="000000"/>
                          </a:solidFill>
                          <a:effectLst/>
                          <a:latin typeface="Segoe UI"/>
                        </a:rPr>
                        <a:t>L timeline (6-12 months)</a:t>
                      </a:r>
                      <a:endParaRPr lang="fr-FR" sz="1400">
                        <a:latin typeface="Segoe UI"/>
                      </a:endParaRPr>
                    </a:p>
                    <a:p>
                      <a:pPr marL="285750" lvl="0" indent="-285750" algn="l">
                        <a:lnSpc>
                          <a:spcPct val="100000"/>
                        </a:lnSpc>
                        <a:buFont typeface="Arial"/>
                        <a:buChar char="•"/>
                      </a:pPr>
                      <a:r>
                        <a:rPr lang="en-US" sz="1400" b="0" i="0" u="none" strike="noStrike" cap="none" spc="0" baseline="0" noProof="0">
                          <a:solidFill>
                            <a:srgbClr val="000000"/>
                          </a:solidFill>
                          <a:effectLst/>
                          <a:latin typeface="Segoe UI"/>
                        </a:rPr>
                        <a:t>L cost</a:t>
                      </a:r>
                      <a:endParaRPr lang="en-US" sz="1400">
                        <a:latin typeface="Segoe UI"/>
                      </a:endParaRPr>
                    </a:p>
                    <a:p>
                      <a:pPr marL="285750" lvl="0" indent="-285750" algn="l">
                        <a:lnSpc>
                          <a:spcPct val="100000"/>
                        </a:lnSpc>
                        <a:buFont typeface="Arial"/>
                        <a:buChar char="•"/>
                      </a:pPr>
                      <a:r>
                        <a:rPr lang="en-US" sz="1400" b="0" i="0" u="none" strike="noStrike" cap="none" spc="0" baseline="0" noProof="0">
                          <a:solidFill>
                            <a:srgbClr val="000000"/>
                          </a:solidFill>
                          <a:effectLst/>
                          <a:latin typeface="Segoe UI"/>
                        </a:rPr>
                        <a:t>Keep Spanish Point for Matching Engine</a:t>
                      </a:r>
                      <a:endParaRPr lang="en-US" sz="1400">
                        <a:latin typeface="Segoe UI"/>
                      </a:endParaRPr>
                    </a:p>
                    <a:p>
                      <a:pPr marL="285750" lvl="0" indent="-285750" algn="l">
                        <a:lnSpc>
                          <a:spcPct val="100000"/>
                        </a:lnSpc>
                        <a:buFont typeface="Arial"/>
                        <a:buChar char="•"/>
                      </a:pPr>
                      <a:r>
                        <a:rPr lang="en-US" sz="1400" b="0" i="0" u="none" strike="noStrike" cap="none" spc="0" baseline="0" noProof="0">
                          <a:solidFill>
                            <a:srgbClr val="000000"/>
                          </a:solidFill>
                          <a:effectLst/>
                          <a:latin typeface="Segoe UI"/>
                        </a:rPr>
                        <a:t>New vendor for application maintenance</a:t>
                      </a:r>
                      <a:endParaRPr lang="en-US" sz="1400">
                        <a:latin typeface="Segoe UI"/>
                      </a:endParaRPr>
                    </a:p>
                    <a:p>
                      <a:pPr marL="285750" lvl="0" indent="-285750" algn="l">
                        <a:lnSpc>
                          <a:spcPct val="100000"/>
                        </a:lnSpc>
                        <a:buFont typeface="Arial"/>
                        <a:buChar char="•"/>
                      </a:pPr>
                      <a:r>
                        <a:rPr lang="en-US" sz="1400" b="0" i="0" u="none" strike="noStrike" cap="none" spc="0" baseline="0" noProof="0">
                          <a:solidFill>
                            <a:srgbClr val="000000"/>
                          </a:solidFill>
                          <a:effectLst/>
                          <a:latin typeface="Segoe UI"/>
                        </a:rPr>
                        <a:t>Clear interface contracts</a:t>
                      </a:r>
                      <a:endParaRPr lang="en-US" sz="1400">
                        <a:latin typeface="Segoe UI"/>
                      </a:endParaRPr>
                    </a:p>
                    <a:p>
                      <a:pPr marL="285750" lvl="0" indent="-285750" algn="l">
                        <a:buFont typeface="Arial"/>
                        <a:buChar char="•"/>
                      </a:pPr>
                      <a:r>
                        <a:rPr lang="en-US" sz="1400" b="0" i="0" u="none" strike="noStrike" cap="none" spc="0" baseline="0" noProof="0">
                          <a:solidFill>
                            <a:srgbClr val="000000"/>
                          </a:solidFill>
                          <a:effectLst/>
                          <a:latin typeface="Segoe UI"/>
                        </a:rPr>
                        <a:t>Improved knowledge management</a:t>
                      </a:r>
                      <a:endParaRPr lang="en-US" sz="1400">
                        <a:latin typeface="Segoe UI"/>
                      </a:endParaRPr>
                    </a:p>
                  </a:txBody>
                  <a:tcPr marL="45720" marR="4572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922490838"/>
                  </a:ext>
                </a:extLst>
              </a:tr>
            </a:tbl>
          </a:graphicData>
        </a:graphic>
      </p:graphicFrame>
      <p:sp>
        <p:nvSpPr>
          <p:cNvPr id="10" name="ZoneTexte 9">
            <a:extLst>
              <a:ext uri="{FF2B5EF4-FFF2-40B4-BE49-F238E27FC236}">
                <a16:creationId xmlns:a16="http://schemas.microsoft.com/office/drawing/2014/main" id="{C82C97D7-6AA7-F3CF-74B9-884E8F548E98}"/>
              </a:ext>
            </a:extLst>
          </p:cNvPr>
          <p:cNvSpPr txBox="1"/>
          <p:nvPr/>
        </p:nvSpPr>
        <p:spPr>
          <a:xfrm>
            <a:off x="1217546" y="5820644"/>
            <a:ext cx="939513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1F2328"/>
                </a:solidFill>
                <a:latin typeface="Segoe UI"/>
                <a:ea typeface="+mn-lt"/>
                <a:cs typeface="Segoe UI"/>
              </a:rPr>
              <a:t>Key Principle:</a:t>
            </a:r>
            <a:r>
              <a:rPr lang="en-US" sz="2000">
                <a:solidFill>
                  <a:srgbClr val="1F2328"/>
                </a:solidFill>
                <a:latin typeface="Segoe UI"/>
                <a:ea typeface="+mn-lt"/>
                <a:cs typeface="Segoe UI"/>
              </a:rPr>
              <a:t> Based on Phase 1 results, choose strategic path</a:t>
            </a:r>
            <a:endParaRPr lang="en-US" sz="2000">
              <a:latin typeface="Segoe UI"/>
              <a:ea typeface="+mn-lt"/>
              <a:cs typeface="Segoe UI"/>
            </a:endParaRPr>
          </a:p>
        </p:txBody>
      </p:sp>
      <p:pic>
        <p:nvPicPr>
          <p:cNvPr id="14" name="Graphique 13" descr="Mégaphone contour">
            <a:extLst>
              <a:ext uri="{FF2B5EF4-FFF2-40B4-BE49-F238E27FC236}">
                <a16:creationId xmlns:a16="http://schemas.microsoft.com/office/drawing/2014/main" id="{7EC03B36-3543-ED6C-EEC0-9D8913CB098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00594" y="5613067"/>
            <a:ext cx="818606" cy="818606"/>
          </a:xfrm>
          <a:prstGeom prst="rect">
            <a:avLst/>
          </a:prstGeom>
        </p:spPr>
      </p:pic>
    </p:spTree>
    <p:extLst>
      <p:ext uri="{BB962C8B-B14F-4D97-AF65-F5344CB8AC3E}">
        <p14:creationId xmlns:p14="http://schemas.microsoft.com/office/powerpoint/2010/main" val="14900503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D2760DCE-B53C-7FFE-4826-45FCA70EF7AA}"/>
              </a:ext>
            </a:extLst>
          </p:cNvPr>
          <p:cNvSpPr txBox="1"/>
          <p:nvPr/>
        </p:nvSpPr>
        <p:spPr>
          <a:xfrm>
            <a:off x="508000" y="442310"/>
            <a:ext cx="1119351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noProof="0">
                <a:solidFill>
                  <a:srgbClr val="002060"/>
                </a:solidFill>
                <a:latin typeface="Segoe UI"/>
                <a:ea typeface="Calibri"/>
                <a:cs typeface="Segoe UI"/>
              </a:rPr>
              <a:t>Phase 1 - The</a:t>
            </a:r>
            <a:r>
              <a:rPr lang="en-US" sz="3200" b="1" i="0" noProof="0">
                <a:solidFill>
                  <a:srgbClr val="002060"/>
                </a:solidFill>
                <a:latin typeface="Segoe UI"/>
                <a:ea typeface="Calibri"/>
                <a:cs typeface="Segoe UI"/>
              </a:rPr>
              <a:t> Knowledge Transfer Test</a:t>
            </a:r>
          </a:p>
        </p:txBody>
      </p:sp>
      <p:sp>
        <p:nvSpPr>
          <p:cNvPr id="5" name="ZoneTexte 4">
            <a:extLst>
              <a:ext uri="{FF2B5EF4-FFF2-40B4-BE49-F238E27FC236}">
                <a16:creationId xmlns:a16="http://schemas.microsoft.com/office/drawing/2014/main" id="{847CF741-D1B5-D22D-1F58-052A97333682}"/>
              </a:ext>
            </a:extLst>
          </p:cNvPr>
          <p:cNvSpPr txBox="1"/>
          <p:nvPr/>
        </p:nvSpPr>
        <p:spPr>
          <a:xfrm>
            <a:off x="507999" y="888999"/>
            <a:ext cx="1119351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0">
                <a:solidFill>
                  <a:srgbClr val="002060"/>
                </a:solidFill>
                <a:latin typeface="Segoe UI"/>
                <a:cs typeface="Segoe UI"/>
              </a:rPr>
              <a:t>Scope: </a:t>
            </a:r>
            <a:r>
              <a:rPr lang="en-US" sz="2000" b="1" i="0" noProof="0">
                <a:solidFill>
                  <a:srgbClr val="002060"/>
                </a:solidFill>
                <a:latin typeface="Segoe UI"/>
                <a:cs typeface="Segoe UI"/>
              </a:rPr>
              <a:t>Small</a:t>
            </a:r>
            <a:r>
              <a:rPr lang="en-US" sz="2000" b="1" noProof="0">
                <a:solidFill>
                  <a:srgbClr val="002060"/>
                </a:solidFill>
                <a:latin typeface="Segoe UI"/>
                <a:cs typeface="Segoe UI"/>
              </a:rPr>
              <a:t>, Low-Risk Feature Assignment</a:t>
            </a:r>
            <a:endParaRPr lang="en-US" sz="1200" noProof="0">
              <a:latin typeface="Segoe UI"/>
              <a:ea typeface="Calibri"/>
              <a:cs typeface="Segoe UI"/>
            </a:endParaRPr>
          </a:p>
        </p:txBody>
      </p:sp>
      <p:sp>
        <p:nvSpPr>
          <p:cNvPr id="10" name="ZoneTexte 9">
            <a:extLst>
              <a:ext uri="{FF2B5EF4-FFF2-40B4-BE49-F238E27FC236}">
                <a16:creationId xmlns:a16="http://schemas.microsoft.com/office/drawing/2014/main" id="{2770C18D-10EE-23B6-B83B-0A72D3D1AA6D}"/>
              </a:ext>
            </a:extLst>
          </p:cNvPr>
          <p:cNvSpPr txBox="1"/>
          <p:nvPr/>
        </p:nvSpPr>
        <p:spPr>
          <a:xfrm>
            <a:off x="6255708" y="2047558"/>
            <a:ext cx="5820333" cy="33855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noProof="0">
                <a:solidFill>
                  <a:srgbClr val="002060"/>
                </a:solidFill>
                <a:latin typeface="Segoe UI"/>
                <a:cs typeface="Segoe UI"/>
              </a:rPr>
              <a:t>Success Criteria</a:t>
            </a:r>
            <a:endParaRPr lang="en-US" b="1" noProof="0">
              <a:solidFill>
                <a:srgbClr val="002060"/>
              </a:solidFill>
              <a:latin typeface="Segoe UI"/>
              <a:ea typeface="Calibri"/>
              <a:cs typeface="Segoe UI"/>
            </a:endParaRPr>
          </a:p>
          <a:p>
            <a:pPr marL="285750" indent="-285750">
              <a:buFont typeface="Arial"/>
              <a:buChar char="•"/>
            </a:pPr>
            <a:r>
              <a:rPr lang="en-US" sz="1600" noProof="0">
                <a:latin typeface="Segoe UI"/>
                <a:ea typeface="+mn-lt"/>
                <a:cs typeface="Segoe UI"/>
              </a:rPr>
              <a:t>Feature Delivered Correctly </a:t>
            </a:r>
            <a:endParaRPr lang="en-US" sz="1600" noProof="0">
              <a:latin typeface="Segoe UI"/>
              <a:ea typeface="Calibri"/>
              <a:cs typeface="Segoe UI"/>
            </a:endParaRPr>
          </a:p>
          <a:p>
            <a:pPr marL="285750" indent="-285750">
              <a:buFont typeface="Arial"/>
              <a:buChar char="•"/>
            </a:pPr>
            <a:r>
              <a:rPr lang="en-US" sz="1600" noProof="0">
                <a:latin typeface="Segoe UI"/>
                <a:ea typeface="+mn-lt"/>
                <a:cs typeface="Segoe UI"/>
              </a:rPr>
              <a:t>Reasonable Timeline </a:t>
            </a:r>
            <a:endParaRPr lang="en-US" sz="1600" noProof="0">
              <a:latin typeface="Segoe UI"/>
              <a:ea typeface="Calibri"/>
              <a:cs typeface="Segoe UI"/>
            </a:endParaRPr>
          </a:p>
          <a:p>
            <a:pPr marL="285750" indent="-285750">
              <a:buFont typeface="Arial"/>
              <a:buChar char="•"/>
            </a:pPr>
            <a:r>
              <a:rPr lang="en-US" sz="1600" noProof="0">
                <a:latin typeface="Segoe UI"/>
                <a:ea typeface="+mn-lt"/>
                <a:cs typeface="Segoe UI"/>
              </a:rPr>
              <a:t>Independent Delivery </a:t>
            </a:r>
            <a:endParaRPr lang="en-US" sz="1600" noProof="0">
              <a:latin typeface="Segoe UI"/>
              <a:ea typeface="Calibri"/>
              <a:cs typeface="Segoe UI"/>
            </a:endParaRPr>
          </a:p>
          <a:p>
            <a:pPr marL="285750" indent="-285750">
              <a:buFont typeface="Arial"/>
              <a:buChar char="•"/>
            </a:pPr>
            <a:r>
              <a:rPr lang="en-US" sz="1600" noProof="0">
                <a:latin typeface="Segoe UI"/>
                <a:ea typeface="+mn-lt"/>
                <a:cs typeface="Segoe UI"/>
              </a:rPr>
              <a:t>Code Quality Maintained </a:t>
            </a:r>
            <a:endParaRPr lang="en-US" sz="1600" noProof="0">
              <a:latin typeface="Segoe UI"/>
              <a:ea typeface="Calibri"/>
              <a:cs typeface="Segoe UI"/>
            </a:endParaRPr>
          </a:p>
          <a:p>
            <a:pPr marL="285750" indent="-285750">
              <a:buFont typeface="Arial"/>
              <a:buChar char="•"/>
            </a:pPr>
            <a:r>
              <a:rPr lang="en-US" sz="1600" noProof="0">
                <a:latin typeface="Segoe UI"/>
                <a:ea typeface="+mn-lt"/>
                <a:cs typeface="Segoe UI"/>
              </a:rPr>
              <a:t>Documentation Updated</a:t>
            </a:r>
          </a:p>
          <a:p>
            <a:endParaRPr lang="en-US" noProof="0">
              <a:latin typeface="Segoe UI"/>
              <a:ea typeface="Calibri"/>
              <a:cs typeface="Segoe UI"/>
            </a:endParaRPr>
          </a:p>
          <a:p>
            <a:r>
              <a:rPr lang="en-US" b="1" noProof="0">
                <a:solidFill>
                  <a:srgbClr val="002060"/>
                </a:solidFill>
                <a:latin typeface="Segoe UI"/>
                <a:ea typeface="Calibri"/>
                <a:cs typeface="Segoe UI"/>
              </a:rPr>
              <a:t>Evaluation Questions</a:t>
            </a:r>
          </a:p>
          <a:p>
            <a:pPr marL="285750" indent="-285750">
              <a:buFont typeface="Arial"/>
              <a:buChar char="•"/>
            </a:pPr>
            <a:r>
              <a:rPr lang="en-US" sz="1600" noProof="0">
                <a:latin typeface="Segoe UI"/>
                <a:ea typeface="Calibri"/>
                <a:cs typeface="Segoe UI"/>
              </a:rPr>
              <a:t>How long to become productive? </a:t>
            </a:r>
          </a:p>
          <a:p>
            <a:pPr marL="285750" indent="-285750">
              <a:buFont typeface="Arial"/>
              <a:buChar char="•"/>
            </a:pPr>
            <a:r>
              <a:rPr lang="en-US" sz="1600" noProof="0">
                <a:latin typeface="Segoe UI"/>
                <a:ea typeface="Calibri"/>
                <a:cs typeface="Segoe UI"/>
              </a:rPr>
              <a:t>What knowledge gaps exist? </a:t>
            </a:r>
          </a:p>
          <a:p>
            <a:pPr marL="285750" indent="-285750">
              <a:buFont typeface="Arial"/>
              <a:buChar char="•"/>
            </a:pPr>
            <a:r>
              <a:rPr lang="en-US" sz="1600" noProof="0">
                <a:latin typeface="Segoe UI"/>
                <a:ea typeface="Calibri"/>
                <a:cs typeface="Segoe UI"/>
              </a:rPr>
              <a:t>Cooperation : Helpful or defensive? </a:t>
            </a:r>
          </a:p>
          <a:p>
            <a:pPr marL="285750" indent="-285750">
              <a:buFont typeface="Arial"/>
              <a:buChar char="•"/>
            </a:pPr>
            <a:r>
              <a:rPr lang="en-US" sz="1600" noProof="0">
                <a:latin typeface="Segoe UI"/>
                <a:ea typeface="Calibri"/>
                <a:cs typeface="Segoe UI"/>
              </a:rPr>
              <a:t>Code comprehension : Can they navigate codebase? </a:t>
            </a:r>
          </a:p>
          <a:p>
            <a:pPr marL="285750" indent="-285750">
              <a:buFont typeface="Arial"/>
              <a:buChar char="•"/>
            </a:pPr>
            <a:r>
              <a:rPr lang="en-US" sz="1600" noProof="0">
                <a:latin typeface="Segoe UI"/>
                <a:ea typeface="Calibri"/>
                <a:cs typeface="Segoe UI"/>
              </a:rPr>
              <a:t>Professional vs struggling Delivery Quality? </a:t>
            </a:r>
          </a:p>
        </p:txBody>
      </p:sp>
      <p:sp>
        <p:nvSpPr>
          <p:cNvPr id="7" name="Espace réservé du pied de page 2">
            <a:extLst>
              <a:ext uri="{FF2B5EF4-FFF2-40B4-BE49-F238E27FC236}">
                <a16:creationId xmlns:a16="http://schemas.microsoft.com/office/drawing/2014/main" id="{BB55BC6F-0FCA-20C2-28AC-4385AE99640B}"/>
              </a:ext>
            </a:extLst>
          </p:cNvPr>
          <p:cNvSpPr>
            <a:spLocks noGrp="1"/>
          </p:cNvSpPr>
          <p:nvPr>
            <p:ph type="ftr" sz="quarter" idx="11"/>
          </p:nvPr>
        </p:nvSpPr>
        <p:spPr>
          <a:xfrm>
            <a:off x="-593" y="6444952"/>
            <a:ext cx="12193181" cy="412389"/>
          </a:xfrm>
          <a:solidFill>
            <a:srgbClr val="F8F9FB"/>
          </a:solidFill>
          <a:ln>
            <a:solidFill>
              <a:srgbClr val="E1E4E8"/>
            </a:solidFill>
          </a:ln>
        </p:spPr>
        <p:txBody>
          <a:bodyPr/>
          <a:lstStyle/>
          <a:p>
            <a:pPr algn="l"/>
            <a:r>
              <a:rPr lang="en-US" sz="1100" noProof="0">
                <a:solidFill>
                  <a:srgbClr val="6B7C93"/>
                </a:solidFill>
                <a:latin typeface="Segoe UI"/>
                <a:ea typeface="+mn-lt"/>
                <a:cs typeface="Segoe UI"/>
              </a:rPr>
              <a:t>  ISWC System Audit – Findings &amp; Strategic Recommendations • November 24, 2025</a:t>
            </a:r>
            <a:endParaRPr lang="en-US" sz="1100" noProof="0">
              <a:latin typeface="Segoe UI"/>
              <a:cs typeface="Segoe UI"/>
            </a:endParaRPr>
          </a:p>
        </p:txBody>
      </p:sp>
      <p:sp>
        <p:nvSpPr>
          <p:cNvPr id="9" name="Espace réservé du numéro de diapositive 6">
            <a:extLst>
              <a:ext uri="{FF2B5EF4-FFF2-40B4-BE49-F238E27FC236}">
                <a16:creationId xmlns:a16="http://schemas.microsoft.com/office/drawing/2014/main" id="{897942D3-A5CA-92E7-8F75-10BC90DEE753}"/>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noProof="0" smtClean="0">
                <a:solidFill>
                  <a:srgbClr val="1E3A5F"/>
                </a:solidFill>
                <a:latin typeface="Segoe UI"/>
                <a:cs typeface="Segoe UI"/>
              </a:rPr>
              <a:pPr algn="ctr"/>
              <a:t>34</a:t>
            </a:fld>
            <a:endParaRPr lang="en-US" noProof="0">
              <a:solidFill>
                <a:srgbClr val="1E3A5F"/>
              </a:solidFill>
              <a:latin typeface="Segoe UI"/>
              <a:ea typeface="Calibri"/>
              <a:cs typeface="Segoe UI"/>
            </a:endParaRPr>
          </a:p>
        </p:txBody>
      </p:sp>
      <p:sp>
        <p:nvSpPr>
          <p:cNvPr id="12" name="ZoneTexte 11">
            <a:extLst>
              <a:ext uri="{FF2B5EF4-FFF2-40B4-BE49-F238E27FC236}">
                <a16:creationId xmlns:a16="http://schemas.microsoft.com/office/drawing/2014/main" id="{A3ACC21E-89BE-1AEA-493E-7D76B432C938}"/>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b="1" noProof="0">
                <a:solidFill>
                  <a:srgbClr val="1E3A5F"/>
                </a:solidFill>
                <a:latin typeface="Segoe UI"/>
                <a:ea typeface="Calibri"/>
                <a:cs typeface="Segoe UI"/>
              </a:rPr>
              <a:t>———  PART 6 — Strategic Recommendations</a:t>
            </a:r>
          </a:p>
        </p:txBody>
      </p:sp>
      <p:cxnSp>
        <p:nvCxnSpPr>
          <p:cNvPr id="15" name="Connecteur droit avec flèche 14">
            <a:extLst>
              <a:ext uri="{FF2B5EF4-FFF2-40B4-BE49-F238E27FC236}">
                <a16:creationId xmlns:a16="http://schemas.microsoft.com/office/drawing/2014/main" id="{63D7A5F8-57D3-9B88-2CCC-754E46C2400D}"/>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sp>
        <p:nvSpPr>
          <p:cNvPr id="3" name="ZoneTexte 2">
            <a:extLst>
              <a:ext uri="{FF2B5EF4-FFF2-40B4-BE49-F238E27FC236}">
                <a16:creationId xmlns:a16="http://schemas.microsoft.com/office/drawing/2014/main" id="{7DC95187-65D1-8A04-62D8-B66E8A491EF3}"/>
              </a:ext>
            </a:extLst>
          </p:cNvPr>
          <p:cNvSpPr txBox="1"/>
          <p:nvPr/>
        </p:nvSpPr>
        <p:spPr>
          <a:xfrm>
            <a:off x="621262" y="2047558"/>
            <a:ext cx="5289111"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noProof="0">
                <a:solidFill>
                  <a:srgbClr val="002060"/>
                </a:solidFill>
                <a:latin typeface="Segoe UI"/>
                <a:cs typeface="Segoe UI"/>
              </a:rPr>
              <a:t>Pilot projects examples</a:t>
            </a:r>
            <a:endParaRPr lang="en-US" noProof="0">
              <a:solidFill>
                <a:srgbClr val="000000"/>
              </a:solidFill>
              <a:latin typeface="Segoe UI"/>
              <a:cs typeface="Segoe UI"/>
            </a:endParaRPr>
          </a:p>
          <a:p>
            <a:pPr marL="285750" indent="-285750">
              <a:buFont typeface="Arial,Sans-Serif"/>
              <a:buChar char="•"/>
            </a:pPr>
            <a:r>
              <a:rPr lang="en-US" noProof="0">
                <a:ea typeface="+mn-lt"/>
                <a:cs typeface="+mn-lt"/>
              </a:rPr>
              <a:t>Create a new environment, entirely managed outside of Spanish Point</a:t>
            </a:r>
          </a:p>
          <a:p>
            <a:pPr marL="285750" indent="-285750">
              <a:buFont typeface="Arial,Sans-Serif"/>
              <a:buChar char="•"/>
            </a:pPr>
            <a:r>
              <a:rPr lang="en-US" noProof="0">
                <a:ea typeface="+mn-lt"/>
                <a:cs typeface="+mn-lt"/>
              </a:rPr>
              <a:t>Databricks migration to new version or infrastructure</a:t>
            </a:r>
          </a:p>
          <a:p>
            <a:pPr marL="285750" indent="-285750">
              <a:buFont typeface="Arial,Sans-Serif"/>
              <a:buChar char="•"/>
            </a:pPr>
            <a:r>
              <a:rPr lang="en-US" noProof="0">
                <a:ea typeface="+mn-lt"/>
                <a:cs typeface="+mn-lt"/>
              </a:rPr>
              <a:t>Prototype of better efficiency for Cosmos DB usage and other coding optimizations</a:t>
            </a:r>
            <a:endParaRPr lang="en-US" noProof="0"/>
          </a:p>
          <a:p>
            <a:endParaRPr lang="en-US" noProof="0">
              <a:latin typeface="Segoe UI"/>
              <a:ea typeface="Calibri"/>
              <a:cs typeface="Segoe UI"/>
            </a:endParaRPr>
          </a:p>
          <a:p>
            <a:r>
              <a:rPr lang="en-US" b="1" noProof="0">
                <a:solidFill>
                  <a:srgbClr val="002060"/>
                </a:solidFill>
                <a:latin typeface="Segoe UI"/>
                <a:ea typeface="Calibri"/>
                <a:cs typeface="Segoe UI"/>
              </a:rPr>
              <a:t>Selection Criteria</a:t>
            </a:r>
            <a:endParaRPr lang="en-US" noProof="0"/>
          </a:p>
          <a:p>
            <a:pPr marL="285750" indent="-285750">
              <a:buFont typeface="Arial,Sans-Serif"/>
              <a:buChar char="•"/>
            </a:pPr>
            <a:r>
              <a:rPr lang="en-US" noProof="0">
                <a:ea typeface="+mn-lt"/>
                <a:cs typeface="+mn-lt"/>
              </a:rPr>
              <a:t>Well-defined requirements</a:t>
            </a:r>
          </a:p>
          <a:p>
            <a:pPr marL="285750" indent="-285750">
              <a:buFont typeface="Arial,Sans-Serif"/>
              <a:buChar char="•"/>
            </a:pPr>
            <a:r>
              <a:rPr lang="en-US" noProof="0">
                <a:ea typeface="+mn-lt"/>
                <a:cs typeface="+mn-lt"/>
              </a:rPr>
              <a:t>Limited scope (XS effort for experienced team)</a:t>
            </a:r>
          </a:p>
          <a:p>
            <a:pPr marL="285750" indent="-285750">
              <a:buFont typeface="Arial,Sans-Serif"/>
              <a:buChar char="•"/>
            </a:pPr>
            <a:r>
              <a:rPr lang="en-US" noProof="0">
                <a:ea typeface="+mn-lt"/>
                <a:cs typeface="+mn-lt"/>
              </a:rPr>
              <a:t>Non-critical (failure doesn't impact production)</a:t>
            </a:r>
          </a:p>
          <a:p>
            <a:pPr marL="285750" indent="-285750">
              <a:buFont typeface="Arial,Sans-Serif"/>
              <a:buChar char="•"/>
            </a:pPr>
            <a:r>
              <a:rPr lang="en-US" noProof="0">
                <a:ea typeface="+mn-lt"/>
                <a:cs typeface="+mn-lt"/>
              </a:rPr>
              <a:t>Representative complexity (touches multiple layers)</a:t>
            </a:r>
          </a:p>
          <a:p>
            <a:pPr marL="285750" indent="-285750">
              <a:buFont typeface="Arial"/>
              <a:buChar char="•"/>
            </a:pPr>
            <a:endParaRPr lang="en-US" noProof="0">
              <a:latin typeface="Segoe UI"/>
              <a:ea typeface="Calibri"/>
              <a:cs typeface="Segoe UI"/>
            </a:endParaRPr>
          </a:p>
        </p:txBody>
      </p:sp>
    </p:spTree>
    <p:extLst>
      <p:ext uri="{BB962C8B-B14F-4D97-AF65-F5344CB8AC3E}">
        <p14:creationId xmlns:p14="http://schemas.microsoft.com/office/powerpoint/2010/main" val="3316631279"/>
      </p:ext>
    </p:extLst>
  </p:cSld>
  <p:clrMapOvr>
    <a:masterClrMapping/>
  </p:clrMapOvr>
  <p:extLst>
    <p:ext uri="{6950BFC3-D8DA-4A85-94F7-54DA5524770B}">
      <p188:commentRel xmlns:p188="http://schemas.microsoft.com/office/powerpoint/2018/8/main" r:id="rId2"/>
    </p:ext>
  </p:extLs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CDBFF-B28D-B027-3DF2-D09FAFD11800}"/>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7F1C5FBF-4629-9D5D-2E3C-758C88651101}"/>
              </a:ext>
            </a:extLst>
          </p:cNvPr>
          <p:cNvSpPr txBox="1"/>
          <p:nvPr/>
        </p:nvSpPr>
        <p:spPr>
          <a:xfrm>
            <a:off x="508000" y="442310"/>
            <a:ext cx="1119351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002060"/>
                </a:solidFill>
                <a:latin typeface="Segoe UI"/>
                <a:ea typeface="Calibri"/>
                <a:cs typeface="Segoe UI"/>
              </a:rPr>
              <a:t>Phase 1 - </a:t>
            </a:r>
            <a:r>
              <a:rPr lang="en-US" sz="3200" b="1">
                <a:solidFill>
                  <a:srgbClr val="002060"/>
                </a:solidFill>
                <a:latin typeface="Segoe UI"/>
                <a:cs typeface="Segoe UI"/>
              </a:rPr>
              <a:t>Contract Renegotiation</a:t>
            </a:r>
            <a:endParaRPr lang="en-US">
              <a:solidFill>
                <a:srgbClr val="000000"/>
              </a:solidFill>
              <a:latin typeface="Segoe UI"/>
              <a:ea typeface="Calibri"/>
              <a:cs typeface="Segoe UI"/>
            </a:endParaRPr>
          </a:p>
        </p:txBody>
      </p:sp>
      <p:sp>
        <p:nvSpPr>
          <p:cNvPr id="5" name="ZoneTexte 4">
            <a:extLst>
              <a:ext uri="{FF2B5EF4-FFF2-40B4-BE49-F238E27FC236}">
                <a16:creationId xmlns:a16="http://schemas.microsoft.com/office/drawing/2014/main" id="{5CAE0444-1C33-E457-AE13-C79BE6C274D4}"/>
              </a:ext>
            </a:extLst>
          </p:cNvPr>
          <p:cNvSpPr txBox="1"/>
          <p:nvPr/>
        </p:nvSpPr>
        <p:spPr>
          <a:xfrm>
            <a:off x="507999" y="888999"/>
            <a:ext cx="1119351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002060"/>
                </a:solidFill>
                <a:latin typeface="Segoe UI"/>
                <a:cs typeface="Segoe UI"/>
              </a:rPr>
              <a:t>CISAC's Strategic Asset: Data Authority</a:t>
            </a:r>
            <a:endParaRPr lang="en-US">
              <a:latin typeface="Segoe UI"/>
              <a:ea typeface="Calibri"/>
              <a:cs typeface="Segoe UI"/>
            </a:endParaRPr>
          </a:p>
        </p:txBody>
      </p:sp>
      <p:graphicFrame>
        <p:nvGraphicFramePr>
          <p:cNvPr id="6" name="Tableau 5">
            <a:extLst>
              <a:ext uri="{FF2B5EF4-FFF2-40B4-BE49-F238E27FC236}">
                <a16:creationId xmlns:a16="http://schemas.microsoft.com/office/drawing/2014/main" id="{B12CCA95-F707-9043-F5C0-E88A5C4461E2}"/>
              </a:ext>
            </a:extLst>
          </p:cNvPr>
          <p:cNvGraphicFramePr>
            <a:graphicFrameLocks noGrp="1"/>
          </p:cNvGraphicFramePr>
          <p:nvPr>
            <p:extLst>
              <p:ext uri="{D42A27DB-BD31-4B8C-83A1-F6EECF244321}">
                <p14:modId xmlns:p14="http://schemas.microsoft.com/office/powerpoint/2010/main" val="3561068634"/>
              </p:ext>
            </p:extLst>
          </p:nvPr>
        </p:nvGraphicFramePr>
        <p:xfrm>
          <a:off x="1492898" y="1834398"/>
          <a:ext cx="9203186" cy="3901440"/>
        </p:xfrm>
        <a:graphic>
          <a:graphicData uri="http://schemas.openxmlformats.org/drawingml/2006/table">
            <a:tbl>
              <a:tblPr firstRow="1" bandRow="1">
                <a:tableStyleId>{5C22544A-7EE6-4342-B048-85BDC9FD1C3A}</a:tableStyleId>
              </a:tblPr>
              <a:tblGrid>
                <a:gridCol w="2213763">
                  <a:extLst>
                    <a:ext uri="{9D8B030D-6E8A-4147-A177-3AD203B41FA5}">
                      <a16:colId xmlns:a16="http://schemas.microsoft.com/office/drawing/2014/main" val="3289436427"/>
                    </a:ext>
                  </a:extLst>
                </a:gridCol>
                <a:gridCol w="3597366">
                  <a:extLst>
                    <a:ext uri="{9D8B030D-6E8A-4147-A177-3AD203B41FA5}">
                      <a16:colId xmlns:a16="http://schemas.microsoft.com/office/drawing/2014/main" val="4117818670"/>
                    </a:ext>
                  </a:extLst>
                </a:gridCol>
                <a:gridCol w="3392057">
                  <a:extLst>
                    <a:ext uri="{9D8B030D-6E8A-4147-A177-3AD203B41FA5}">
                      <a16:colId xmlns:a16="http://schemas.microsoft.com/office/drawing/2014/main" val="1482277254"/>
                    </a:ext>
                  </a:extLst>
                </a:gridCol>
              </a:tblGrid>
              <a:tr h="0">
                <a:tc>
                  <a:txBody>
                    <a:bodyPr/>
                    <a:lstStyle/>
                    <a:p>
                      <a:pPr marL="0" algn="l" defTabSz="457200" rtl="0" eaLnBrk="1" latinLnBrk="0" hangingPunct="1">
                        <a:buNone/>
                      </a:pPr>
                      <a:r>
                        <a:rPr lang="en-US" sz="1800" b="1" kern="1200" noProof="0">
                          <a:solidFill>
                            <a:srgbClr val="002060"/>
                          </a:solidFill>
                          <a:effectLst/>
                          <a:latin typeface="Segoe UI"/>
                          <a:ea typeface="+mn-ea"/>
                          <a:cs typeface="+mn-cs"/>
                        </a:rPr>
                        <a:t>Priority</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marL="0" algn="l" defTabSz="457200" rtl="0" eaLnBrk="1" latinLnBrk="0" hangingPunct="1">
                        <a:buNone/>
                      </a:pPr>
                      <a:r>
                        <a:rPr lang="en-US" sz="1800" b="1" kern="1200" noProof="0">
                          <a:solidFill>
                            <a:srgbClr val="002060"/>
                          </a:solidFill>
                          <a:effectLst/>
                          <a:latin typeface="Segoe UI"/>
                          <a:ea typeface="+mn-ea"/>
                          <a:cs typeface="+mn-cs"/>
                        </a:rPr>
                        <a:t>Terms</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marL="0" algn="l" defTabSz="457200" rtl="0" eaLnBrk="1" latinLnBrk="0" hangingPunct="1">
                        <a:buNone/>
                      </a:pPr>
                      <a:r>
                        <a:rPr lang="en-US" sz="1800" b="1" kern="1200" noProof="0">
                          <a:solidFill>
                            <a:srgbClr val="002060"/>
                          </a:solidFill>
                          <a:effectLst/>
                          <a:latin typeface="Segoe UI"/>
                          <a:ea typeface="+mn-ea"/>
                          <a:cs typeface="+mn-cs"/>
                        </a:rPr>
                        <a:t>Details</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260930824"/>
                  </a:ext>
                </a:extLst>
              </a:tr>
              <a:tr h="0">
                <a:tc>
                  <a:txBody>
                    <a:bodyPr/>
                    <a:lstStyle/>
                    <a:p>
                      <a:pPr>
                        <a:buNone/>
                      </a:pPr>
                      <a:r>
                        <a:rPr lang="en-US" noProof="0">
                          <a:effectLst/>
                          <a:latin typeface="Segoe UI"/>
                        </a:rPr>
                        <a:t>🔴 </a:t>
                      </a:r>
                      <a:r>
                        <a:rPr lang="en-US" b="1" noProof="0">
                          <a:effectLst/>
                          <a:latin typeface="Segoe UI"/>
                        </a:rPr>
                        <a:t>IMMEDIATE</a:t>
                      </a:r>
                      <a:br>
                        <a:rPr lang="en-US" noProof="0">
                          <a:effectLst/>
                          <a:latin typeface="Segoe UI"/>
                        </a:rPr>
                      </a:br>
                      <a:r>
                        <a:rPr lang="en-US" noProof="0">
                          <a:effectLst/>
                          <a:latin typeface="Segoe UI"/>
                        </a:rPr>
                        <a:t>(Must Have)</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marL="285750" indent="-285750">
                        <a:buFont typeface="Arial"/>
                        <a:buChar char="•"/>
                      </a:pPr>
                      <a:r>
                        <a:rPr lang="en-US" sz="1600" noProof="0">
                          <a:effectLst/>
                          <a:latin typeface="Segoe UI"/>
                        </a:rPr>
                        <a:t>Git access / synchro ability</a:t>
                      </a:r>
                      <a:endParaRPr lang="en-US" noProof="0">
                        <a:latin typeface="Segoe UI"/>
                      </a:endParaRPr>
                    </a:p>
                    <a:p>
                      <a:pPr marL="285750" lvl="0" indent="-285750">
                        <a:buFont typeface="Arial"/>
                        <a:buChar char="•"/>
                      </a:pPr>
                      <a:r>
                        <a:rPr lang="en-US" sz="1600" b="0" i="0" u="none" strike="noStrike" noProof="0">
                          <a:solidFill>
                            <a:srgbClr val="000000"/>
                          </a:solidFill>
                          <a:effectLst/>
                          <a:latin typeface="Segoe UI"/>
                        </a:rPr>
                        <a:t>Knowledge transfer improvements</a:t>
                      </a:r>
                    </a:p>
                    <a:p>
                      <a:pPr marL="285750" lvl="0" indent="-285750">
                        <a:buFont typeface="Arial"/>
                        <a:buChar char="•"/>
                      </a:pPr>
                      <a:r>
                        <a:rPr lang="en-US" sz="1600" b="0" i="0" u="none" strike="noStrike" noProof="0">
                          <a:solidFill>
                            <a:srgbClr val="000000"/>
                          </a:solidFill>
                          <a:effectLst/>
                          <a:latin typeface="Segoe UI"/>
                        </a:rPr>
                        <a:t>Configuration files templates</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buNone/>
                      </a:pPr>
                      <a:r>
                        <a:rPr lang="en-US" sz="1600" noProof="0">
                          <a:effectLst/>
                          <a:latin typeface="Segoe UI"/>
                        </a:rPr>
                        <a:t>No more compliance delays</a:t>
                      </a:r>
                      <a:br>
                        <a:rPr lang="en-US" sz="1600" noProof="0">
                          <a:effectLst/>
                          <a:latin typeface="Segoe UI"/>
                        </a:rPr>
                      </a:br>
                      <a:r>
                        <a:rPr lang="en-US" sz="1600" noProof="0">
                          <a:effectLst/>
                          <a:latin typeface="Segoe UI"/>
                        </a:rPr>
                        <a:t>In source control delivery</a:t>
                      </a:r>
                      <a:br>
                        <a:rPr lang="en-US" sz="1600" noProof="0">
                          <a:effectLst/>
                          <a:latin typeface="Segoe UI"/>
                        </a:rPr>
                      </a:br>
                      <a:r>
                        <a:rPr lang="en-US" sz="1600" noProof="0">
                          <a:effectLst/>
                          <a:latin typeface="Segoe UI"/>
                        </a:rPr>
                        <a:t>Automated dashboard</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91537739"/>
                  </a:ext>
                </a:extLst>
              </a:tr>
              <a:tr h="0">
                <a:tc>
                  <a:txBody>
                    <a:bodyPr/>
                    <a:lstStyle/>
                    <a:p>
                      <a:pPr>
                        <a:buNone/>
                      </a:pPr>
                      <a:r>
                        <a:rPr lang="en-US" noProof="0">
                          <a:effectLst/>
                          <a:latin typeface="Segoe UI"/>
                        </a:rPr>
                        <a:t>🟠 </a:t>
                      </a:r>
                      <a:r>
                        <a:rPr lang="en-US" b="1" noProof="0">
                          <a:effectLst/>
                          <a:latin typeface="Segoe UI"/>
                        </a:rPr>
                        <a:t>HIGH PRIORITY</a:t>
                      </a:r>
                      <a:br>
                        <a:rPr lang="en-US" noProof="0">
                          <a:effectLst/>
                          <a:latin typeface="Segoe UI"/>
                        </a:rPr>
                      </a:br>
                      <a:r>
                        <a:rPr lang="en-US" noProof="0">
                          <a:effectLst/>
                          <a:latin typeface="Segoe UI"/>
                        </a:rPr>
                        <a:t>(Should have)</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tc>
                  <a:txBody>
                    <a:bodyPr/>
                    <a:lstStyle/>
                    <a:p>
                      <a:pPr marL="285750" lvl="0" indent="-285750">
                        <a:buFont typeface="Arial"/>
                        <a:buChar char="•"/>
                      </a:pPr>
                      <a:r>
                        <a:rPr lang="en-US" sz="1600" b="0" i="0" u="none" strike="noStrike" noProof="0" err="1">
                          <a:solidFill>
                            <a:srgbClr val="000000"/>
                          </a:solidFill>
                          <a:effectLst/>
                          <a:latin typeface="Segoe UI"/>
                        </a:rPr>
                        <a:t>IaC</a:t>
                      </a:r>
                      <a:r>
                        <a:rPr lang="en-US" sz="1600" b="0" i="0" u="none" strike="noStrike" noProof="0">
                          <a:solidFill>
                            <a:srgbClr val="000000"/>
                          </a:solidFill>
                          <a:effectLst/>
                          <a:latin typeface="Segoe UI"/>
                        </a:rPr>
                        <a:t> templates inclusion</a:t>
                      </a:r>
                      <a:endParaRPr lang="en-US" noProof="0">
                        <a:latin typeface="Segoe UI"/>
                      </a:endParaRPr>
                    </a:p>
                    <a:p>
                      <a:pPr marL="285750" lvl="0" indent="-285750">
                        <a:buFont typeface="Arial"/>
                        <a:buChar char="•"/>
                      </a:pPr>
                      <a:r>
                        <a:rPr lang="en-US" sz="1600" noProof="0">
                          <a:effectLst/>
                          <a:latin typeface="Segoe UI"/>
                        </a:rPr>
                        <a:t>Enhanced Definition of Done</a:t>
                      </a:r>
                      <a:endParaRPr lang="en-US" noProof="0">
                        <a:latin typeface="Segoe UI"/>
                      </a:endParaRPr>
                    </a:p>
                    <a:p>
                      <a:pPr marL="285750" lvl="0" indent="-285750">
                        <a:buFont typeface="Arial"/>
                        <a:buChar char="•"/>
                      </a:pPr>
                      <a:r>
                        <a:rPr lang="en-US" sz="1600" noProof="0">
                          <a:effectLst/>
                          <a:latin typeface="Segoe UI"/>
                        </a:rPr>
                        <a:t>Proactive metrics sharing</a:t>
                      </a:r>
                      <a:endParaRPr lang="en-US" noProof="0">
                        <a:latin typeface="Segoe UI"/>
                      </a:endParaRPr>
                    </a:p>
                    <a:p>
                      <a:pPr marL="285750" lvl="0" indent="-285750">
                        <a:buFont typeface="Arial"/>
                        <a:buChar char="•"/>
                      </a:pPr>
                      <a:r>
                        <a:rPr lang="en-US" sz="1600" noProof="0">
                          <a:effectLst/>
                          <a:latin typeface="Segoe UI"/>
                        </a:rPr>
                        <a:t>Monthly cost review meetings</a:t>
                      </a:r>
                      <a:endParaRPr lang="en-US" noProof="0">
                        <a:latin typeface="Segoe UI"/>
                      </a:endParaRP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tc>
                  <a:txBody>
                    <a:bodyPr/>
                    <a:lstStyle/>
                    <a:p>
                      <a:pPr>
                        <a:buNone/>
                      </a:pPr>
                      <a:r>
                        <a:rPr lang="en-US" sz="1600" noProof="0">
                          <a:effectLst/>
                          <a:latin typeface="Segoe UI"/>
                        </a:rPr>
                        <a:t>Docs required</a:t>
                      </a:r>
                      <a:br>
                        <a:rPr lang="en-US" sz="1600" noProof="0">
                          <a:effectLst/>
                          <a:latin typeface="Segoe UI"/>
                        </a:rPr>
                      </a:br>
                      <a:r>
                        <a:rPr lang="en-US" sz="1600" noProof="0">
                          <a:effectLst/>
                          <a:latin typeface="Segoe UI"/>
                        </a:rPr>
                        <a:t>Monthly dashboards</a:t>
                      </a:r>
                      <a:br>
                        <a:rPr lang="en-US" sz="1600" noProof="0">
                          <a:effectLst/>
                          <a:latin typeface="Segoe UI"/>
                        </a:rPr>
                      </a:br>
                      <a:r>
                        <a:rPr lang="en-US" sz="1600" noProof="0">
                          <a:effectLst/>
                          <a:latin typeface="Segoe UI"/>
                        </a:rPr>
                        <a:t>Usage correlation</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722696532"/>
                  </a:ext>
                </a:extLst>
              </a:tr>
              <a:tr h="0">
                <a:tc>
                  <a:txBody>
                    <a:bodyPr/>
                    <a:lstStyle/>
                    <a:p>
                      <a:pPr>
                        <a:buNone/>
                      </a:pPr>
                      <a:r>
                        <a:rPr lang="en-US" noProof="0">
                          <a:effectLst/>
                          <a:latin typeface="Segoe UI"/>
                        </a:rPr>
                        <a:t>🟡 </a:t>
                      </a:r>
                      <a:r>
                        <a:rPr lang="en-US" b="1" noProof="0">
                          <a:effectLst/>
                          <a:latin typeface="Segoe UI"/>
                        </a:rPr>
                        <a:t>MEDIUM PRIORITY</a:t>
                      </a:r>
                      <a:br>
                        <a:rPr lang="en-US" noProof="0">
                          <a:effectLst/>
                          <a:latin typeface="Segoe UI"/>
                        </a:rPr>
                      </a:br>
                      <a:r>
                        <a:rPr lang="en-US" noProof="0">
                          <a:effectLst/>
                          <a:latin typeface="Segoe UI"/>
                        </a:rPr>
                        <a:t>(Could have)</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marL="285750" indent="-285750">
                        <a:buFont typeface="Arial"/>
                        <a:buChar char="•"/>
                      </a:pPr>
                      <a:r>
                        <a:rPr lang="en-US" sz="1600" b="0" i="0" u="none" strike="noStrike" noProof="0">
                          <a:solidFill>
                            <a:srgbClr val="000000"/>
                          </a:solidFill>
                          <a:effectLst/>
                          <a:latin typeface="Segoe UI"/>
                        </a:rPr>
                        <a:t>Performance SLAs</a:t>
                      </a:r>
                      <a:endParaRPr lang="en-US" noProof="0">
                        <a:latin typeface="Segoe UI"/>
                      </a:endParaRPr>
                    </a:p>
                    <a:p>
                      <a:pPr marL="285750" lvl="0" indent="-285750">
                        <a:buFont typeface="Arial"/>
                        <a:buChar char="•"/>
                      </a:pPr>
                      <a:r>
                        <a:rPr lang="en-US" sz="1600" b="0" i="0" u="none" strike="noStrike" noProof="0">
                          <a:solidFill>
                            <a:srgbClr val="000000"/>
                          </a:solidFill>
                          <a:effectLst/>
                          <a:latin typeface="Segoe UI"/>
                        </a:rPr>
                        <a:t>Cost correlation tooling</a:t>
                      </a:r>
                    </a:p>
                    <a:p>
                      <a:pPr marL="285750" lvl="0" indent="-285750">
                        <a:buFont typeface="Arial"/>
                        <a:buChar char="•"/>
                      </a:pPr>
                      <a:r>
                        <a:rPr lang="en-US" sz="1600" noProof="0">
                          <a:effectLst/>
                          <a:latin typeface="Segoe UI"/>
                        </a:rPr>
                        <a:t>Architecture Decision Records</a:t>
                      </a:r>
                    </a:p>
                    <a:p>
                      <a:pPr marL="285750" lvl="0" indent="-285750">
                        <a:buFont typeface="Arial"/>
                        <a:buChar char="•"/>
                      </a:pPr>
                      <a:r>
                        <a:rPr lang="en-US" sz="1600" noProof="0">
                          <a:effectLst/>
                          <a:latin typeface="Segoe UI"/>
                        </a:rPr>
                        <a:t>Reduced environment setup costs</a:t>
                      </a:r>
                      <a:endParaRPr lang="en-US" noProof="0">
                        <a:latin typeface="Segoe UI"/>
                      </a:endParaRPr>
                    </a:p>
                    <a:p>
                      <a:pPr marL="285750" lvl="0" indent="-285750">
                        <a:buFont typeface="Arial"/>
                        <a:buChar char="•"/>
                      </a:pPr>
                      <a:r>
                        <a:rPr lang="en-US" sz="1600" noProof="0">
                          <a:effectLst/>
                          <a:latin typeface="Segoe UI"/>
                        </a:rPr>
                        <a:t>Smart AIM library licensing</a:t>
                      </a:r>
                      <a:endParaRPr lang="en-US" noProof="0">
                        <a:latin typeface="Segoe UI"/>
                      </a:endParaRP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buNone/>
                      </a:pPr>
                      <a:r>
                        <a:rPr lang="en-US" sz="1600" noProof="0">
                          <a:effectLst/>
                          <a:latin typeface="Segoe UI"/>
                        </a:rPr>
                        <a:t>Onboarding docs</a:t>
                      </a:r>
                      <a:br>
                        <a:rPr lang="en-US" sz="1600" noProof="0">
                          <a:effectLst/>
                          <a:latin typeface="Segoe UI"/>
                        </a:rPr>
                      </a:br>
                      <a:r>
                        <a:rPr lang="en-US" sz="1600" noProof="0">
                          <a:effectLst/>
                          <a:latin typeface="Segoe UI"/>
                        </a:rPr>
                        <a:t>ADR practice</a:t>
                      </a:r>
                      <a:br>
                        <a:rPr lang="en-US" sz="1600" noProof="0">
                          <a:effectLst/>
                          <a:latin typeface="Segoe UI"/>
                        </a:rPr>
                      </a:br>
                      <a:r>
                        <a:rPr lang="en-US" sz="1600" noProof="0" err="1">
                          <a:effectLst/>
                          <a:latin typeface="Segoe UI"/>
                        </a:rPr>
                        <a:t>IaC</a:t>
                      </a:r>
                      <a:r>
                        <a:rPr lang="en-US" sz="1600" noProof="0">
                          <a:effectLst/>
                          <a:latin typeface="Segoe UI"/>
                        </a:rPr>
                        <a:t> automation</a:t>
                      </a:r>
                      <a:br>
                        <a:rPr lang="en-US" sz="1600" noProof="0">
                          <a:effectLst/>
                          <a:latin typeface="Segoe UI"/>
                        </a:rPr>
                      </a:br>
                      <a:r>
                        <a:rPr lang="en-US" sz="1600" noProof="0">
                          <a:effectLst/>
                          <a:latin typeface="Segoe UI"/>
                        </a:rPr>
                        <a:t>If vendor switch</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478258408"/>
                  </a:ext>
                </a:extLst>
              </a:tr>
            </a:tbl>
          </a:graphicData>
        </a:graphic>
      </p:graphicFrame>
      <p:sp>
        <p:nvSpPr>
          <p:cNvPr id="7" name="Espace réservé du pied de page 2">
            <a:extLst>
              <a:ext uri="{FF2B5EF4-FFF2-40B4-BE49-F238E27FC236}">
                <a16:creationId xmlns:a16="http://schemas.microsoft.com/office/drawing/2014/main" id="{B06794AA-5E62-A67B-1C63-B6B1C5A9E20D}"/>
              </a:ext>
            </a:extLst>
          </p:cNvPr>
          <p:cNvSpPr>
            <a:spLocks noGrp="1"/>
          </p:cNvSpPr>
          <p:nvPr>
            <p:ph type="ftr" sz="quarter" idx="11"/>
          </p:nvPr>
        </p:nvSpPr>
        <p:spPr>
          <a:xfrm>
            <a:off x="-593" y="6444952"/>
            <a:ext cx="12193181" cy="412389"/>
          </a:xfrm>
          <a:solidFill>
            <a:srgbClr val="F8F9FB"/>
          </a:solidFill>
          <a:ln>
            <a:solidFill>
              <a:srgbClr val="E1E4E8"/>
            </a:solidFill>
          </a:ln>
        </p:spPr>
        <p:txBody>
          <a:bodyPr/>
          <a:lstStyle/>
          <a:p>
            <a:pPr algn="l"/>
            <a:r>
              <a:rPr lang="fr-FR" sz="1100">
                <a:solidFill>
                  <a:srgbClr val="6B7C93"/>
                </a:solidFill>
                <a:latin typeface="Segoe UI"/>
                <a:ea typeface="+mn-lt"/>
                <a:cs typeface="Segoe UI"/>
              </a:rPr>
              <a:t>  ISWC System Audit – </a:t>
            </a:r>
            <a:r>
              <a:rPr lang="fr-FR" sz="1100" err="1">
                <a:solidFill>
                  <a:srgbClr val="6B7C93"/>
                </a:solidFill>
                <a:latin typeface="Segoe UI"/>
                <a:ea typeface="+mn-lt"/>
                <a:cs typeface="Segoe UI"/>
              </a:rPr>
              <a:t>Findings</a:t>
            </a:r>
            <a:r>
              <a:rPr lang="fr-FR" sz="1100">
                <a:solidFill>
                  <a:srgbClr val="6B7C93"/>
                </a:solidFill>
                <a:latin typeface="Segoe UI"/>
                <a:ea typeface="+mn-lt"/>
                <a:cs typeface="Segoe UI"/>
              </a:rPr>
              <a:t> &amp; Strategic </a:t>
            </a:r>
            <a:r>
              <a:rPr lang="fr-FR" sz="1100" err="1">
                <a:solidFill>
                  <a:srgbClr val="6B7C93"/>
                </a:solidFill>
                <a:latin typeface="Segoe UI"/>
                <a:ea typeface="+mn-lt"/>
                <a:cs typeface="Segoe UI"/>
              </a:rPr>
              <a:t>Recommendations</a:t>
            </a:r>
            <a:r>
              <a:rPr lang="fr-FR" sz="1100">
                <a:solidFill>
                  <a:srgbClr val="6B7C93"/>
                </a:solidFill>
                <a:latin typeface="Segoe UI"/>
                <a:ea typeface="+mn-lt"/>
                <a:cs typeface="Segoe UI"/>
              </a:rPr>
              <a:t> • </a:t>
            </a:r>
            <a:r>
              <a:rPr lang="fr-FR" sz="1100" err="1">
                <a:solidFill>
                  <a:srgbClr val="6B7C93"/>
                </a:solidFill>
                <a:latin typeface="Segoe UI"/>
                <a:ea typeface="+mn-lt"/>
                <a:cs typeface="Segoe UI"/>
              </a:rPr>
              <a:t>November</a:t>
            </a:r>
            <a:r>
              <a:rPr lang="fr-FR" sz="1100">
                <a:solidFill>
                  <a:srgbClr val="6B7C93"/>
                </a:solidFill>
                <a:latin typeface="Segoe UI"/>
                <a:ea typeface="+mn-lt"/>
                <a:cs typeface="Segoe UI"/>
              </a:rPr>
              <a:t> 24, 2025</a:t>
            </a:r>
            <a:endParaRPr lang="fr-FR" sz="1100">
              <a:latin typeface="Segoe UI"/>
              <a:cs typeface="Segoe UI"/>
            </a:endParaRPr>
          </a:p>
        </p:txBody>
      </p:sp>
      <p:sp>
        <p:nvSpPr>
          <p:cNvPr id="9" name="Espace réservé du numéro de diapositive 6">
            <a:extLst>
              <a:ext uri="{FF2B5EF4-FFF2-40B4-BE49-F238E27FC236}">
                <a16:creationId xmlns:a16="http://schemas.microsoft.com/office/drawing/2014/main" id="{AB2E2AA6-96ED-C7E0-85BC-339F4E701F00}"/>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dirty="0" smtClean="0">
                <a:solidFill>
                  <a:srgbClr val="1E3A5F"/>
                </a:solidFill>
                <a:latin typeface="Segoe UI"/>
                <a:cs typeface="Segoe UI"/>
              </a:rPr>
              <a:pPr algn="ctr"/>
              <a:t>35</a:t>
            </a:fld>
            <a:endParaRPr lang="fr-FR">
              <a:solidFill>
                <a:srgbClr val="1E3A5F"/>
              </a:solidFill>
              <a:latin typeface="Segoe UI"/>
              <a:ea typeface="Calibri"/>
              <a:cs typeface="Segoe UI"/>
            </a:endParaRPr>
          </a:p>
        </p:txBody>
      </p:sp>
      <p:sp>
        <p:nvSpPr>
          <p:cNvPr id="11" name="ZoneTexte 10">
            <a:extLst>
              <a:ext uri="{FF2B5EF4-FFF2-40B4-BE49-F238E27FC236}">
                <a16:creationId xmlns:a16="http://schemas.microsoft.com/office/drawing/2014/main" id="{BA4AD440-05D0-FA22-7BB7-593FD7ED65FA}"/>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fr-FR" sz="1200" b="1">
                <a:solidFill>
                  <a:srgbClr val="1E3A5F"/>
                </a:solidFill>
                <a:latin typeface="Segoe UI"/>
                <a:ea typeface="Calibri"/>
                <a:cs typeface="Segoe UI"/>
              </a:rPr>
              <a:t>———  PART 6 — Strategic </a:t>
            </a:r>
            <a:r>
              <a:rPr lang="fr-FR" sz="1200" b="1" err="1">
                <a:solidFill>
                  <a:srgbClr val="1E3A5F"/>
                </a:solidFill>
                <a:latin typeface="Segoe UI"/>
                <a:ea typeface="Calibri"/>
                <a:cs typeface="Segoe UI"/>
              </a:rPr>
              <a:t>Recommendations</a:t>
            </a:r>
          </a:p>
        </p:txBody>
      </p:sp>
      <p:cxnSp>
        <p:nvCxnSpPr>
          <p:cNvPr id="13" name="Connecteur droit avec flèche 12">
            <a:extLst>
              <a:ext uri="{FF2B5EF4-FFF2-40B4-BE49-F238E27FC236}">
                <a16:creationId xmlns:a16="http://schemas.microsoft.com/office/drawing/2014/main" id="{41ACA5F4-6A39-749E-5DED-A2F18EC46452}"/>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39854718"/>
      </p:ext>
    </p:extLst>
  </p:cSld>
  <p:clrMapOvr>
    <a:masterClrMapping/>
  </p:clrMapOvr>
  <p:extLst>
    <p:ext uri="{6950BFC3-D8DA-4A85-94F7-54DA5524770B}">
      <p188:commentRel xmlns:p188="http://schemas.microsoft.com/office/powerpoint/2018/8/main" r:id="rId2"/>
    </p:ext>
  </p:extLs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29535-1F6E-326D-64D0-5729D9D37DA5}"/>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48F90F93-E46F-B7E5-D630-A71675DB3CAE}"/>
              </a:ext>
            </a:extLst>
          </p:cNvPr>
          <p:cNvSpPr txBox="1"/>
          <p:nvPr/>
        </p:nvSpPr>
        <p:spPr>
          <a:xfrm>
            <a:off x="508000" y="442310"/>
            <a:ext cx="1119351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002060"/>
                </a:solidFill>
                <a:latin typeface="Segoe UI"/>
                <a:ea typeface="Calibri"/>
                <a:cs typeface="Segoe UI"/>
              </a:rPr>
              <a:t>Technical Quick Wins</a:t>
            </a:r>
          </a:p>
        </p:txBody>
      </p:sp>
      <p:sp>
        <p:nvSpPr>
          <p:cNvPr id="5" name="ZoneTexte 4">
            <a:extLst>
              <a:ext uri="{FF2B5EF4-FFF2-40B4-BE49-F238E27FC236}">
                <a16:creationId xmlns:a16="http://schemas.microsoft.com/office/drawing/2014/main" id="{9B5220F6-994B-DAB6-A41A-2A22F1B04673}"/>
              </a:ext>
            </a:extLst>
          </p:cNvPr>
          <p:cNvSpPr txBox="1"/>
          <p:nvPr/>
        </p:nvSpPr>
        <p:spPr>
          <a:xfrm>
            <a:off x="507999" y="888999"/>
            <a:ext cx="1119351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002060"/>
                </a:solidFill>
                <a:latin typeface="Segoe UI"/>
                <a:ea typeface="Calibri"/>
                <a:cs typeface="Segoe UI"/>
              </a:rPr>
              <a:t>Immediate Improvements</a:t>
            </a:r>
          </a:p>
        </p:txBody>
      </p:sp>
      <p:sp>
        <p:nvSpPr>
          <p:cNvPr id="7" name="Espace réservé du pied de page 2">
            <a:extLst>
              <a:ext uri="{FF2B5EF4-FFF2-40B4-BE49-F238E27FC236}">
                <a16:creationId xmlns:a16="http://schemas.microsoft.com/office/drawing/2014/main" id="{179EDA55-D470-94AE-47AE-AB45FF1572AD}"/>
              </a:ext>
            </a:extLst>
          </p:cNvPr>
          <p:cNvSpPr>
            <a:spLocks noGrp="1"/>
          </p:cNvSpPr>
          <p:nvPr>
            <p:ph type="ftr" sz="quarter" idx="11"/>
          </p:nvPr>
        </p:nvSpPr>
        <p:spPr>
          <a:xfrm>
            <a:off x="-593" y="6444952"/>
            <a:ext cx="12193181" cy="412389"/>
          </a:xfrm>
          <a:solidFill>
            <a:srgbClr val="F8F9FB"/>
          </a:solidFill>
          <a:ln>
            <a:solidFill>
              <a:srgbClr val="E1E4E8"/>
            </a:solidFill>
          </a:ln>
        </p:spPr>
        <p:txBody>
          <a:bodyPr/>
          <a:lstStyle/>
          <a:p>
            <a:pPr algn="l"/>
            <a:r>
              <a:rPr lang="fr-FR" sz="1100">
                <a:solidFill>
                  <a:srgbClr val="6B7C93"/>
                </a:solidFill>
                <a:latin typeface="Segoe UI"/>
                <a:ea typeface="+mn-lt"/>
                <a:cs typeface="Segoe UI"/>
              </a:rPr>
              <a:t>  ISWC System Audit – </a:t>
            </a:r>
            <a:r>
              <a:rPr lang="fr-FR" sz="1100" err="1">
                <a:solidFill>
                  <a:srgbClr val="6B7C93"/>
                </a:solidFill>
                <a:latin typeface="Segoe UI"/>
                <a:ea typeface="+mn-lt"/>
                <a:cs typeface="Segoe UI"/>
              </a:rPr>
              <a:t>Findings</a:t>
            </a:r>
            <a:r>
              <a:rPr lang="fr-FR" sz="1100">
                <a:solidFill>
                  <a:srgbClr val="6B7C93"/>
                </a:solidFill>
                <a:latin typeface="Segoe UI"/>
                <a:ea typeface="+mn-lt"/>
                <a:cs typeface="Segoe UI"/>
              </a:rPr>
              <a:t> &amp; Strategic </a:t>
            </a:r>
            <a:r>
              <a:rPr lang="fr-FR" sz="1100" err="1">
                <a:solidFill>
                  <a:srgbClr val="6B7C93"/>
                </a:solidFill>
                <a:latin typeface="Segoe UI"/>
                <a:ea typeface="+mn-lt"/>
                <a:cs typeface="Segoe UI"/>
              </a:rPr>
              <a:t>Recommendations</a:t>
            </a:r>
            <a:r>
              <a:rPr lang="fr-FR" sz="1100">
                <a:solidFill>
                  <a:srgbClr val="6B7C93"/>
                </a:solidFill>
                <a:latin typeface="Segoe UI"/>
                <a:ea typeface="+mn-lt"/>
                <a:cs typeface="Segoe UI"/>
              </a:rPr>
              <a:t> • </a:t>
            </a:r>
            <a:r>
              <a:rPr lang="fr-FR" sz="1100" err="1">
                <a:solidFill>
                  <a:srgbClr val="6B7C93"/>
                </a:solidFill>
                <a:latin typeface="Segoe UI"/>
                <a:ea typeface="+mn-lt"/>
                <a:cs typeface="Segoe UI"/>
              </a:rPr>
              <a:t>November</a:t>
            </a:r>
            <a:r>
              <a:rPr lang="fr-FR" sz="1100">
                <a:solidFill>
                  <a:srgbClr val="6B7C93"/>
                </a:solidFill>
                <a:latin typeface="Segoe UI"/>
                <a:ea typeface="+mn-lt"/>
                <a:cs typeface="Segoe UI"/>
              </a:rPr>
              <a:t> 24, 2025</a:t>
            </a:r>
            <a:endParaRPr lang="fr-FR" sz="1100">
              <a:latin typeface="Segoe UI"/>
              <a:cs typeface="Segoe UI"/>
            </a:endParaRPr>
          </a:p>
        </p:txBody>
      </p:sp>
      <p:sp>
        <p:nvSpPr>
          <p:cNvPr id="9" name="Espace réservé du numéro de diapositive 6">
            <a:extLst>
              <a:ext uri="{FF2B5EF4-FFF2-40B4-BE49-F238E27FC236}">
                <a16:creationId xmlns:a16="http://schemas.microsoft.com/office/drawing/2014/main" id="{D842AD4E-813A-5C30-B00D-0B4ABF6CABA1}"/>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dirty="0" smtClean="0">
                <a:solidFill>
                  <a:srgbClr val="1E3A5F"/>
                </a:solidFill>
                <a:latin typeface="Segoe UI"/>
                <a:cs typeface="Segoe UI"/>
              </a:rPr>
              <a:pPr algn="ctr"/>
              <a:t>36</a:t>
            </a:fld>
            <a:endParaRPr lang="fr-FR">
              <a:solidFill>
                <a:srgbClr val="1E3A5F"/>
              </a:solidFill>
              <a:latin typeface="Segoe UI"/>
              <a:ea typeface="Calibri"/>
              <a:cs typeface="Segoe UI"/>
            </a:endParaRPr>
          </a:p>
        </p:txBody>
      </p:sp>
      <p:sp>
        <p:nvSpPr>
          <p:cNvPr id="11" name="ZoneTexte 10">
            <a:extLst>
              <a:ext uri="{FF2B5EF4-FFF2-40B4-BE49-F238E27FC236}">
                <a16:creationId xmlns:a16="http://schemas.microsoft.com/office/drawing/2014/main" id="{1C550712-C76C-964B-F282-0AEDB89058C2}"/>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fr-FR" sz="1200" b="1">
                <a:solidFill>
                  <a:srgbClr val="1E3A5F"/>
                </a:solidFill>
                <a:latin typeface="Segoe UI"/>
                <a:ea typeface="Calibri"/>
                <a:cs typeface="Segoe UI"/>
              </a:rPr>
              <a:t>———  PART 6 — Strategic </a:t>
            </a:r>
            <a:r>
              <a:rPr lang="fr-FR" sz="1200" b="1" err="1">
                <a:solidFill>
                  <a:srgbClr val="1E3A5F"/>
                </a:solidFill>
                <a:latin typeface="Segoe UI"/>
                <a:ea typeface="Calibri"/>
                <a:cs typeface="Segoe UI"/>
              </a:rPr>
              <a:t>Recommendations</a:t>
            </a:r>
          </a:p>
        </p:txBody>
      </p:sp>
      <p:cxnSp>
        <p:nvCxnSpPr>
          <p:cNvPr id="13" name="Connecteur droit avec flèche 12">
            <a:extLst>
              <a:ext uri="{FF2B5EF4-FFF2-40B4-BE49-F238E27FC236}">
                <a16:creationId xmlns:a16="http://schemas.microsoft.com/office/drawing/2014/main" id="{60758026-7542-89C7-7DBD-1F6E61C4643E}"/>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graphicFrame>
        <p:nvGraphicFramePr>
          <p:cNvPr id="3" name="Tableau 2">
            <a:extLst>
              <a:ext uri="{FF2B5EF4-FFF2-40B4-BE49-F238E27FC236}">
                <a16:creationId xmlns:a16="http://schemas.microsoft.com/office/drawing/2014/main" id="{DEE6E1B9-0520-76A4-3603-86246B7A6B3B}"/>
              </a:ext>
            </a:extLst>
          </p:cNvPr>
          <p:cNvGraphicFramePr>
            <a:graphicFrameLocks noGrp="1"/>
          </p:cNvGraphicFramePr>
          <p:nvPr>
            <p:extLst>
              <p:ext uri="{D42A27DB-BD31-4B8C-83A1-F6EECF244321}">
                <p14:modId xmlns:p14="http://schemas.microsoft.com/office/powerpoint/2010/main" val="1011199715"/>
              </p:ext>
            </p:extLst>
          </p:nvPr>
        </p:nvGraphicFramePr>
        <p:xfrm>
          <a:off x="464572" y="1730496"/>
          <a:ext cx="11262849" cy="1967446"/>
        </p:xfrm>
        <a:graphic>
          <a:graphicData uri="http://schemas.openxmlformats.org/drawingml/2006/table">
            <a:tbl>
              <a:tblPr firstRow="1" bandRow="1">
                <a:tableStyleId>{5C22544A-7EE6-4342-B048-85BDC9FD1C3A}</a:tableStyleId>
              </a:tblPr>
              <a:tblGrid>
                <a:gridCol w="1965136">
                  <a:extLst>
                    <a:ext uri="{9D8B030D-6E8A-4147-A177-3AD203B41FA5}">
                      <a16:colId xmlns:a16="http://schemas.microsoft.com/office/drawing/2014/main" val="881879879"/>
                    </a:ext>
                  </a:extLst>
                </a:gridCol>
                <a:gridCol w="2131545">
                  <a:extLst>
                    <a:ext uri="{9D8B030D-6E8A-4147-A177-3AD203B41FA5}">
                      <a16:colId xmlns:a16="http://schemas.microsoft.com/office/drawing/2014/main" val="3369287357"/>
                    </a:ext>
                  </a:extLst>
                </a:gridCol>
                <a:gridCol w="2706412">
                  <a:extLst>
                    <a:ext uri="{9D8B030D-6E8A-4147-A177-3AD203B41FA5}">
                      <a16:colId xmlns:a16="http://schemas.microsoft.com/office/drawing/2014/main" val="2205985883"/>
                    </a:ext>
                  </a:extLst>
                </a:gridCol>
                <a:gridCol w="2676156">
                  <a:extLst>
                    <a:ext uri="{9D8B030D-6E8A-4147-A177-3AD203B41FA5}">
                      <a16:colId xmlns:a16="http://schemas.microsoft.com/office/drawing/2014/main" val="3350297722"/>
                    </a:ext>
                  </a:extLst>
                </a:gridCol>
                <a:gridCol w="1783600">
                  <a:extLst>
                    <a:ext uri="{9D8B030D-6E8A-4147-A177-3AD203B41FA5}">
                      <a16:colId xmlns:a16="http://schemas.microsoft.com/office/drawing/2014/main" val="1287240368"/>
                    </a:ext>
                  </a:extLst>
                </a:gridCol>
              </a:tblGrid>
              <a:tr h="352548">
                <a:tc>
                  <a:txBody>
                    <a:bodyPr/>
                    <a:lstStyle/>
                    <a:p>
                      <a:pPr algn="l">
                        <a:buNone/>
                      </a:pPr>
                      <a:r>
                        <a:rPr lang="en-US" sz="1400" noProof="0">
                          <a:solidFill>
                            <a:srgbClr val="002060"/>
                          </a:solidFill>
                          <a:effectLst/>
                          <a:latin typeface="Segoe UI"/>
                        </a:rPr>
                        <a:t>Quick Win</a:t>
                      </a:r>
                    </a:p>
                  </a:txBody>
                  <a:tcPr marL="140800" marR="140800" marT="64985" marB="64985"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lgn="l">
                        <a:buNone/>
                      </a:pPr>
                      <a:r>
                        <a:rPr lang="en-US" sz="1400" noProof="0">
                          <a:solidFill>
                            <a:srgbClr val="002060"/>
                          </a:solidFill>
                          <a:effectLst/>
                          <a:latin typeface="Segoe UI"/>
                        </a:rPr>
                        <a:t>Status</a:t>
                      </a:r>
                    </a:p>
                  </a:txBody>
                  <a:tcPr marL="140800" marR="140800" marT="64985" marB="64985"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lgn="l">
                        <a:buNone/>
                      </a:pPr>
                      <a:r>
                        <a:rPr lang="en-US" sz="1400" noProof="0">
                          <a:solidFill>
                            <a:srgbClr val="002060"/>
                          </a:solidFill>
                          <a:effectLst/>
                          <a:latin typeface="Segoe UI"/>
                        </a:rPr>
                        <a:t>Impact</a:t>
                      </a:r>
                    </a:p>
                  </a:txBody>
                  <a:tcPr marL="140800" marR="140800" marT="64985" marB="64985"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lgn="l">
                        <a:buNone/>
                      </a:pPr>
                      <a:r>
                        <a:rPr lang="en-US" sz="1400" noProof="0">
                          <a:solidFill>
                            <a:srgbClr val="002060"/>
                          </a:solidFill>
                          <a:effectLst/>
                          <a:latin typeface="Segoe UI"/>
                        </a:rPr>
                        <a:t>Effort</a:t>
                      </a:r>
                    </a:p>
                  </a:txBody>
                  <a:tcPr marL="140800" marR="140800" marT="64985" marB="64985"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lgn="l">
                        <a:buNone/>
                      </a:pPr>
                      <a:r>
                        <a:rPr lang="en-US" sz="1400" noProof="0">
                          <a:solidFill>
                            <a:srgbClr val="002060"/>
                          </a:solidFill>
                          <a:effectLst/>
                          <a:latin typeface="Segoe UI"/>
                        </a:rPr>
                        <a:t>Action</a:t>
                      </a:r>
                    </a:p>
                  </a:txBody>
                  <a:tcPr marL="140800" marR="140800" marT="64985" marB="64985"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326944200"/>
                  </a:ext>
                </a:extLst>
              </a:tr>
              <a:tr h="807449">
                <a:tc>
                  <a:txBody>
                    <a:bodyPr/>
                    <a:lstStyle/>
                    <a:p>
                      <a:pPr>
                        <a:buNone/>
                      </a:pPr>
                      <a:r>
                        <a:rPr lang="en-US" sz="1400" b="1" noProof="0">
                          <a:effectLst/>
                          <a:latin typeface="Segoe UI"/>
                        </a:rPr>
                        <a:t>Databricks Upgrade Planning</a:t>
                      </a:r>
                      <a:endParaRPr lang="en-US" sz="1400" noProof="0">
                        <a:effectLst/>
                        <a:latin typeface="Segoe UI"/>
                      </a:endParaRPr>
                    </a:p>
                  </a:txBody>
                  <a:tcPr marL="140800" marR="140800" marT="64985" marB="64985"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tc>
                  <a:txBody>
                    <a:bodyPr/>
                    <a:lstStyle/>
                    <a:p>
                      <a:pPr>
                        <a:buNone/>
                      </a:pPr>
                      <a:r>
                        <a:rPr lang="en-US" sz="1400" noProof="0">
                          <a:effectLst/>
                          <a:latin typeface="Segoe UI"/>
                        </a:rPr>
                        <a:t>Version 10.4 LTS outdated</a:t>
                      </a:r>
                    </a:p>
                  </a:txBody>
                  <a:tcPr marL="140800" marR="140800" marT="64985" marB="64985"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tc>
                  <a:txBody>
                    <a:bodyPr/>
                    <a:lstStyle/>
                    <a:p>
                      <a:pPr>
                        <a:buNone/>
                      </a:pPr>
                      <a:r>
                        <a:rPr lang="en-US" sz="1400" noProof="0">
                          <a:effectLst/>
                          <a:latin typeface="Segoe UI"/>
                        </a:rPr>
                        <a:t>Missing features potential security gaps</a:t>
                      </a:r>
                    </a:p>
                  </a:txBody>
                  <a:tcPr marL="140800" marR="140800" marT="64985" marB="64985"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tc>
                  <a:txBody>
                    <a:bodyPr/>
                    <a:lstStyle/>
                    <a:p>
                      <a:pPr>
                        <a:buNone/>
                      </a:pPr>
                      <a:r>
                        <a:rPr lang="en-US" sz="1400" noProof="0">
                          <a:effectLst/>
                          <a:latin typeface="Segoe UI"/>
                        </a:rPr>
                        <a:t>Spanish Point upgrade roadmap (XS effort)</a:t>
                      </a:r>
                    </a:p>
                  </a:txBody>
                  <a:tcPr marL="140800" marR="140800" marT="64985" marB="64985"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tc>
                  <a:txBody>
                    <a:bodyPr/>
                    <a:lstStyle/>
                    <a:p>
                      <a:pPr>
                        <a:buNone/>
                      </a:pPr>
                      <a:r>
                        <a:rPr lang="en-US" sz="1400" noProof="0">
                          <a:effectLst/>
                          <a:latin typeface="Segoe UI"/>
                        </a:rPr>
                        <a:t>Request upgrade plan</a:t>
                      </a:r>
                    </a:p>
                  </a:txBody>
                  <a:tcPr marL="140800" marR="140800" marT="64985" marB="64985"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321093057"/>
                  </a:ext>
                </a:extLst>
              </a:tr>
              <a:tr h="807449">
                <a:tc>
                  <a:txBody>
                    <a:bodyPr/>
                    <a:lstStyle/>
                    <a:p>
                      <a:pPr>
                        <a:buNone/>
                      </a:pPr>
                      <a:r>
                        <a:rPr lang="en-US" sz="1400" b="1" noProof="0">
                          <a:effectLst/>
                          <a:latin typeface="Segoe UI"/>
                        </a:rPr>
                        <a:t>Monthly Cost Review Meeting</a:t>
                      </a:r>
                      <a:endParaRPr lang="en-US" sz="1400" noProof="0">
                        <a:effectLst/>
                        <a:latin typeface="Segoe UI"/>
                      </a:endParaRPr>
                    </a:p>
                  </a:txBody>
                  <a:tcPr marL="140800" marR="140800" marT="64985" marB="64985"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buNone/>
                      </a:pPr>
                      <a:r>
                        <a:rPr lang="en-US" sz="1400" noProof="0">
                          <a:effectLst/>
                          <a:latin typeface="Segoe UI"/>
                        </a:rPr>
                        <a:t>No regular cost review process</a:t>
                      </a:r>
                    </a:p>
                  </a:txBody>
                  <a:tcPr marL="140800" marR="140800" marT="64985" marB="64985"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buNone/>
                      </a:pPr>
                      <a:r>
                        <a:rPr lang="en-US" sz="1400" noProof="0">
                          <a:effectLst/>
                          <a:latin typeface="Segoe UI"/>
                        </a:rPr>
                        <a:t>€600K/year spending without visibility</a:t>
                      </a:r>
                    </a:p>
                  </a:txBody>
                  <a:tcPr marL="140800" marR="140800" marT="64985" marB="64985"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buNone/>
                      </a:pPr>
                      <a:r>
                        <a:rPr lang="en-US" sz="1400" noProof="0">
                          <a:effectLst/>
                          <a:latin typeface="Segoe UI"/>
                        </a:rPr>
                        <a:t>Recurring meeting setup (1 hour/month)</a:t>
                      </a:r>
                    </a:p>
                  </a:txBody>
                  <a:tcPr marL="140800" marR="140800" marT="64985" marB="64985"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buNone/>
                      </a:pPr>
                      <a:r>
                        <a:rPr lang="en-US" sz="1400" noProof="0">
                          <a:effectLst/>
                          <a:latin typeface="Segoe UI"/>
                        </a:rPr>
                        <a:t>Establish Meeting</a:t>
                      </a:r>
                    </a:p>
                  </a:txBody>
                  <a:tcPr marL="140800" marR="140800" marT="64985" marB="64985"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55859525"/>
                  </a:ext>
                </a:extLst>
              </a:tr>
            </a:tbl>
          </a:graphicData>
        </a:graphic>
      </p:graphicFrame>
      <p:sp>
        <p:nvSpPr>
          <p:cNvPr id="4" name="ZoneTexte 3">
            <a:extLst>
              <a:ext uri="{FF2B5EF4-FFF2-40B4-BE49-F238E27FC236}">
                <a16:creationId xmlns:a16="http://schemas.microsoft.com/office/drawing/2014/main" id="{BCD040D4-08B2-28ED-D01B-215C7FD5001A}"/>
              </a:ext>
            </a:extLst>
          </p:cNvPr>
          <p:cNvSpPr txBox="1"/>
          <p:nvPr/>
        </p:nvSpPr>
        <p:spPr>
          <a:xfrm>
            <a:off x="464572" y="1416564"/>
            <a:ext cx="6069990" cy="313932"/>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defTabSz="914400">
              <a:lnSpc>
                <a:spcPct val="90000"/>
              </a:lnSpc>
              <a:defRPr sz="1400" b="1">
                <a:solidFill>
                  <a:srgbClr val="003366"/>
                </a:solidFill>
                <a:latin typeface="Segoe UI"/>
                <a:cs typeface="Segoe UI"/>
              </a:defRPr>
            </a:lvl1pPr>
          </a:lstStyle>
          <a:p>
            <a:r>
              <a:rPr lang="en-US"/>
              <a:t>🔴</a:t>
            </a:r>
            <a:r>
              <a:rPr lang="en-US" sz="1600"/>
              <a:t> HIGH IMPACT, LOW EFFORT (Do Immediately)</a:t>
            </a:r>
          </a:p>
        </p:txBody>
      </p:sp>
      <p:sp>
        <p:nvSpPr>
          <p:cNvPr id="8" name="ZoneTexte 7">
            <a:extLst>
              <a:ext uri="{FF2B5EF4-FFF2-40B4-BE49-F238E27FC236}">
                <a16:creationId xmlns:a16="http://schemas.microsoft.com/office/drawing/2014/main" id="{5B7AC75A-404A-4CBD-66CD-160EDFAB69C8}"/>
              </a:ext>
            </a:extLst>
          </p:cNvPr>
          <p:cNvSpPr txBox="1"/>
          <p:nvPr/>
        </p:nvSpPr>
        <p:spPr>
          <a:xfrm>
            <a:off x="464572" y="3886837"/>
            <a:ext cx="4707792" cy="314381"/>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defTabSz="914400">
              <a:lnSpc>
                <a:spcPct val="90000"/>
              </a:lnSpc>
            </a:pPr>
            <a:r>
              <a:rPr lang="en-US" sz="1400" b="1">
                <a:solidFill>
                  <a:srgbClr val="003366"/>
                </a:solidFill>
                <a:latin typeface="Segoe UI"/>
                <a:cs typeface="Segoe UI"/>
              </a:rPr>
              <a:t>🟠</a:t>
            </a:r>
            <a:r>
              <a:rPr lang="en-US" sz="1600" b="1">
                <a:solidFill>
                  <a:srgbClr val="003366"/>
                </a:solidFill>
                <a:latin typeface="Segoe UI"/>
                <a:cs typeface="Segoe UI"/>
              </a:rPr>
              <a:t> HIGH IMPACT, MEDIUM EFFORT </a:t>
            </a:r>
            <a:r>
              <a:rPr lang="en-US" sz="1600" b="1" kern="1200">
                <a:solidFill>
                  <a:srgbClr val="003366"/>
                </a:solidFill>
                <a:latin typeface="Segoe UI"/>
                <a:cs typeface="Segoe UI"/>
              </a:rPr>
              <a:t>(</a:t>
            </a:r>
            <a:r>
              <a:rPr lang="en-US" sz="1600" b="1">
                <a:solidFill>
                  <a:srgbClr val="003366"/>
                </a:solidFill>
                <a:latin typeface="Segoe UI"/>
                <a:cs typeface="Segoe UI"/>
              </a:rPr>
              <a:t>Plan</a:t>
            </a:r>
            <a:r>
              <a:rPr lang="en-US" sz="1600" b="1" kern="1200">
                <a:solidFill>
                  <a:srgbClr val="003366"/>
                </a:solidFill>
                <a:latin typeface="Segoe UI"/>
                <a:cs typeface="Segoe UI"/>
              </a:rPr>
              <a:t> </a:t>
            </a:r>
            <a:r>
              <a:rPr lang="en-US" sz="1600" b="1">
                <a:solidFill>
                  <a:srgbClr val="003366"/>
                </a:solidFill>
                <a:latin typeface="Segoe UI"/>
                <a:cs typeface="Segoe UI"/>
              </a:rPr>
              <a:t>Next</a:t>
            </a:r>
            <a:r>
              <a:rPr lang="en-US" sz="1600" b="1" kern="1200">
                <a:solidFill>
                  <a:srgbClr val="003366"/>
                </a:solidFill>
                <a:latin typeface="Segoe UI"/>
                <a:cs typeface="Segoe UI"/>
              </a:rPr>
              <a:t>)</a:t>
            </a:r>
            <a:endParaRPr lang="en-US" sz="1600" kern="1200">
              <a:solidFill>
                <a:srgbClr val="003366"/>
              </a:solidFill>
              <a:latin typeface="Segoe UI"/>
              <a:ea typeface="Calibri"/>
              <a:cs typeface="Segoe UI"/>
            </a:endParaRPr>
          </a:p>
        </p:txBody>
      </p:sp>
      <p:graphicFrame>
        <p:nvGraphicFramePr>
          <p:cNvPr id="10" name="Tableau 9">
            <a:extLst>
              <a:ext uri="{FF2B5EF4-FFF2-40B4-BE49-F238E27FC236}">
                <a16:creationId xmlns:a16="http://schemas.microsoft.com/office/drawing/2014/main" id="{BADAF86B-1D8B-6033-3A81-968A84D5ED7E}"/>
              </a:ext>
            </a:extLst>
          </p:cNvPr>
          <p:cNvGraphicFramePr>
            <a:graphicFrameLocks noGrp="1"/>
          </p:cNvGraphicFramePr>
          <p:nvPr>
            <p:extLst>
              <p:ext uri="{D42A27DB-BD31-4B8C-83A1-F6EECF244321}">
                <p14:modId xmlns:p14="http://schemas.microsoft.com/office/powerpoint/2010/main" val="2194973468"/>
              </p:ext>
            </p:extLst>
          </p:nvPr>
        </p:nvGraphicFramePr>
        <p:xfrm>
          <a:off x="464572" y="4201218"/>
          <a:ext cx="11262849" cy="1953996"/>
        </p:xfrm>
        <a:graphic>
          <a:graphicData uri="http://schemas.openxmlformats.org/drawingml/2006/table">
            <a:tbl>
              <a:tblPr firstRow="1" bandRow="1">
                <a:tableStyleId>{5C22544A-7EE6-4342-B048-85BDC9FD1C3A}</a:tableStyleId>
              </a:tblPr>
              <a:tblGrid>
                <a:gridCol w="2551086">
                  <a:extLst>
                    <a:ext uri="{9D8B030D-6E8A-4147-A177-3AD203B41FA5}">
                      <a16:colId xmlns:a16="http://schemas.microsoft.com/office/drawing/2014/main" val="881879879"/>
                    </a:ext>
                  </a:extLst>
                </a:gridCol>
                <a:gridCol w="1985876">
                  <a:extLst>
                    <a:ext uri="{9D8B030D-6E8A-4147-A177-3AD203B41FA5}">
                      <a16:colId xmlns:a16="http://schemas.microsoft.com/office/drawing/2014/main" val="3369287357"/>
                    </a:ext>
                  </a:extLst>
                </a:gridCol>
                <a:gridCol w="2618950">
                  <a:extLst>
                    <a:ext uri="{9D8B030D-6E8A-4147-A177-3AD203B41FA5}">
                      <a16:colId xmlns:a16="http://schemas.microsoft.com/office/drawing/2014/main" val="2205985883"/>
                    </a:ext>
                  </a:extLst>
                </a:gridCol>
                <a:gridCol w="912583">
                  <a:extLst>
                    <a:ext uri="{9D8B030D-6E8A-4147-A177-3AD203B41FA5}">
                      <a16:colId xmlns:a16="http://schemas.microsoft.com/office/drawing/2014/main" val="3350297722"/>
                    </a:ext>
                  </a:extLst>
                </a:gridCol>
                <a:gridCol w="3194354">
                  <a:extLst>
                    <a:ext uri="{9D8B030D-6E8A-4147-A177-3AD203B41FA5}">
                      <a16:colId xmlns:a16="http://schemas.microsoft.com/office/drawing/2014/main" val="1287240368"/>
                    </a:ext>
                  </a:extLst>
                </a:gridCol>
              </a:tblGrid>
              <a:tr h="270529">
                <a:tc>
                  <a:txBody>
                    <a:bodyPr/>
                    <a:lstStyle/>
                    <a:p>
                      <a:pPr algn="l">
                        <a:buNone/>
                      </a:pPr>
                      <a:r>
                        <a:rPr lang="en-US" sz="1400" noProof="0">
                          <a:solidFill>
                            <a:srgbClr val="002060"/>
                          </a:solidFill>
                          <a:effectLst/>
                          <a:latin typeface="Segoe UI"/>
                        </a:rPr>
                        <a:t>Quick Win</a:t>
                      </a:r>
                    </a:p>
                  </a:txBody>
                  <a:tcPr marL="140800" marR="140800" marT="64985" marB="64985"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lgn="l">
                        <a:buNone/>
                      </a:pPr>
                      <a:r>
                        <a:rPr lang="en-US" sz="1400" noProof="0">
                          <a:solidFill>
                            <a:srgbClr val="002060"/>
                          </a:solidFill>
                          <a:effectLst/>
                          <a:latin typeface="Segoe UI"/>
                        </a:rPr>
                        <a:t>Status</a:t>
                      </a:r>
                    </a:p>
                  </a:txBody>
                  <a:tcPr marL="140800" marR="140800" marT="64985" marB="64985"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lgn="l">
                        <a:buNone/>
                      </a:pPr>
                      <a:r>
                        <a:rPr lang="en-US" sz="1400" noProof="0">
                          <a:solidFill>
                            <a:srgbClr val="002060"/>
                          </a:solidFill>
                          <a:effectLst/>
                          <a:latin typeface="Segoe UI"/>
                        </a:rPr>
                        <a:t>Impact</a:t>
                      </a:r>
                    </a:p>
                  </a:txBody>
                  <a:tcPr marL="140800" marR="140800" marT="64985" marB="64985"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lgn="ctr">
                        <a:buNone/>
                      </a:pPr>
                      <a:r>
                        <a:rPr lang="en-US" sz="1400" noProof="0">
                          <a:solidFill>
                            <a:srgbClr val="002060"/>
                          </a:solidFill>
                          <a:effectLst/>
                          <a:latin typeface="Segoe UI"/>
                        </a:rPr>
                        <a:t>Effort</a:t>
                      </a:r>
                    </a:p>
                  </a:txBody>
                  <a:tcPr marL="140800" marR="140800" marT="64985" marB="64985"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lgn="l">
                        <a:buNone/>
                      </a:pPr>
                      <a:r>
                        <a:rPr lang="en-US" sz="1400" noProof="0">
                          <a:solidFill>
                            <a:srgbClr val="002060"/>
                          </a:solidFill>
                          <a:effectLst/>
                          <a:latin typeface="Segoe UI"/>
                        </a:rPr>
                        <a:t>Action</a:t>
                      </a:r>
                    </a:p>
                  </a:txBody>
                  <a:tcPr marL="140800" marR="140800" marT="64985" marB="64985"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326944200"/>
                  </a:ext>
                </a:extLst>
              </a:tr>
              <a:tr h="629058">
                <a:tc>
                  <a:txBody>
                    <a:bodyPr/>
                    <a:lstStyle/>
                    <a:p>
                      <a:pPr lvl="0">
                        <a:buNone/>
                      </a:pPr>
                      <a:r>
                        <a:rPr lang="en-US" sz="1400" b="1" noProof="0">
                          <a:effectLst/>
                          <a:latin typeface="Segoe UI"/>
                        </a:rPr>
                        <a:t>Cost Correlation Tooling</a:t>
                      </a:r>
                      <a:endParaRPr lang="en-US" sz="1400" noProof="0">
                        <a:effectLst/>
                        <a:latin typeface="Segoe UI"/>
                      </a:endParaRP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lvl="0">
                        <a:buNone/>
                      </a:pPr>
                      <a:r>
                        <a:rPr lang="en-US" sz="1200" noProof="0">
                          <a:effectLst/>
                          <a:latin typeface="Segoe UI"/>
                        </a:rPr>
                        <a:t>Manual investigation required</a:t>
                      </a:r>
                      <a:endParaRPr lang="en-US" sz="1200" noProof="0">
                        <a:latin typeface="Segoe UI"/>
                      </a:endParaRP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lvl="0">
                        <a:buNone/>
                      </a:pPr>
                      <a:r>
                        <a:rPr lang="en-US" sz="1200" noProof="0">
                          <a:effectLst/>
                          <a:latin typeface="Segoe UI"/>
                        </a:rPr>
                        <a:t>Cannot explain monthly variations</a:t>
                      </a:r>
                      <a:endParaRPr lang="en-US" sz="1200" noProof="0">
                        <a:latin typeface="Segoe UI"/>
                      </a:endParaRP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lvl="0" algn="ctr">
                        <a:buNone/>
                      </a:pPr>
                      <a:r>
                        <a:rPr lang="en-US" sz="1200" noProof="0">
                          <a:effectLst/>
                          <a:latin typeface="Segoe UI"/>
                        </a:rPr>
                        <a:t>S</a:t>
                      </a:r>
                      <a:endParaRPr lang="en-US" sz="1200" noProof="0">
                        <a:latin typeface="Segoe UI"/>
                      </a:endParaRP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lvl="0">
                        <a:buNone/>
                      </a:pPr>
                      <a:r>
                        <a:rPr lang="en-US" sz="1200" noProof="0">
                          <a:effectLst/>
                          <a:latin typeface="Segoe UI"/>
                        </a:rPr>
                        <a:t>Either Spanish Point delivers OR CISAC builds using API </a:t>
                      </a:r>
                      <a:r>
                        <a:rPr lang="en-US" sz="1200" noProof="0" err="1">
                          <a:effectLst/>
                          <a:latin typeface="Segoe UI"/>
                        </a:rPr>
                        <a:t>Mgmt</a:t>
                      </a:r>
                      <a:r>
                        <a:rPr lang="en-US" sz="1200" noProof="0">
                          <a:effectLst/>
                          <a:latin typeface="Segoe UI"/>
                        </a:rPr>
                        <a:t> + Cost </a:t>
                      </a:r>
                      <a:r>
                        <a:rPr lang="en-US" sz="1200" noProof="0" err="1">
                          <a:effectLst/>
                          <a:latin typeface="Segoe UI"/>
                        </a:rPr>
                        <a:t>Mgmt</a:t>
                      </a:r>
                      <a:r>
                        <a:rPr lang="en-US" sz="1200" noProof="0">
                          <a:effectLst/>
                          <a:latin typeface="Segoe UI"/>
                        </a:rPr>
                        <a:t> APIs</a:t>
                      </a:r>
                      <a:endParaRPr lang="en-US" sz="1200" noProof="0">
                        <a:latin typeface="Segoe UI"/>
                      </a:endParaRP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82691654"/>
                  </a:ext>
                </a:extLst>
              </a:tr>
              <a:tr h="490804">
                <a:tc>
                  <a:txBody>
                    <a:bodyPr/>
                    <a:lstStyle/>
                    <a:p>
                      <a:pPr lvl="0">
                        <a:buNone/>
                      </a:pPr>
                      <a:r>
                        <a:rPr lang="en-US" sz="1400" b="1" noProof="0">
                          <a:effectLst/>
                          <a:latin typeface="Segoe UI"/>
                        </a:rPr>
                        <a:t>Cosmos DB Archive Policy</a:t>
                      </a:r>
                      <a:endParaRPr lang="en-US" sz="1400" noProof="0">
                        <a:effectLst/>
                        <a:latin typeface="Segoe UI"/>
                      </a:endParaRP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tc>
                  <a:txBody>
                    <a:bodyPr/>
                    <a:lstStyle/>
                    <a:p>
                      <a:pPr lvl="0">
                        <a:buNone/>
                      </a:pPr>
                      <a:r>
                        <a:rPr lang="en-US" sz="1200" noProof="0">
                          <a:effectLst/>
                          <a:latin typeface="Segoe UI"/>
                        </a:rPr>
                        <a:t>Old audit logs in expensive Cosmos DB</a:t>
                      </a:r>
                      <a:endParaRPr lang="en-US" sz="1200" noProof="0">
                        <a:latin typeface="Segoe UI"/>
                      </a:endParaRP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tc>
                  <a:txBody>
                    <a:bodyPr/>
                    <a:lstStyle/>
                    <a:p>
                      <a:pPr lvl="0">
                        <a:buNone/>
                      </a:pPr>
                      <a:r>
                        <a:rPr lang="en-US" sz="1200" noProof="0">
                          <a:effectLst/>
                          <a:latin typeface="Segoe UI"/>
                        </a:rPr>
                        <a:t>Potential cost savings (estimated)</a:t>
                      </a:r>
                      <a:endParaRPr lang="en-US" sz="1200" noProof="0">
                        <a:latin typeface="Segoe UI"/>
                      </a:endParaRP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tc>
                  <a:txBody>
                    <a:bodyPr/>
                    <a:lstStyle/>
                    <a:p>
                      <a:pPr lvl="0" algn="ctr">
                        <a:buNone/>
                      </a:pPr>
                      <a:r>
                        <a:rPr lang="en-US" sz="1200" noProof="0">
                          <a:effectLst/>
                          <a:latin typeface="Segoe UI"/>
                        </a:rPr>
                        <a:t>S</a:t>
                      </a:r>
                      <a:endParaRPr lang="en-US" sz="1200" noProof="0">
                        <a:latin typeface="Segoe UI"/>
                      </a:endParaRP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tc>
                  <a:txBody>
                    <a:bodyPr/>
                    <a:lstStyle/>
                    <a:p>
                      <a:pPr lvl="0">
                        <a:buNone/>
                      </a:pPr>
                      <a:r>
                        <a:rPr lang="en-US" sz="1200" noProof="0">
                          <a:effectLst/>
                          <a:latin typeface="Segoe UI"/>
                        </a:rPr>
                        <a:t>Archive 90+ day logs to Blob Storage</a:t>
                      </a:r>
                      <a:endParaRPr lang="en-US" sz="1200" noProof="0">
                        <a:latin typeface="Segoe UI"/>
                      </a:endParaRP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321093057"/>
                  </a:ext>
                </a:extLst>
              </a:tr>
              <a:tr h="490804">
                <a:tc>
                  <a:txBody>
                    <a:bodyPr/>
                    <a:lstStyle/>
                    <a:p>
                      <a:pPr lvl="0">
                        <a:buNone/>
                      </a:pPr>
                      <a:r>
                        <a:rPr lang="en-US" sz="1400" b="1" noProof="0">
                          <a:effectLst/>
                          <a:latin typeface="Segoe UI"/>
                        </a:rPr>
                        <a:t>Performance Validation</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lvl="0">
                        <a:buNone/>
                      </a:pPr>
                      <a:r>
                        <a:rPr lang="en-US" sz="1200" noProof="0">
                          <a:effectLst/>
                          <a:latin typeface="Segoe UI"/>
                        </a:rPr>
                        <a:t>Relying on Spanish Point claims</a:t>
                      </a:r>
                      <a:endParaRPr lang="en-US" sz="1200" noProof="0">
                        <a:latin typeface="Segoe UI"/>
                      </a:endParaRP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lvl="0">
                        <a:buNone/>
                      </a:pPr>
                      <a:r>
                        <a:rPr lang="en-US" sz="1200" noProof="0">
                          <a:effectLst/>
                          <a:latin typeface="Segoe UI"/>
                        </a:rPr>
                        <a:t>Cannot validate Hyperscale proposal need</a:t>
                      </a:r>
                      <a:endParaRPr lang="en-US" sz="1200" noProof="0">
                        <a:latin typeface="Segoe UI"/>
                      </a:endParaRP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lvl="0" algn="ctr">
                        <a:buNone/>
                      </a:pPr>
                      <a:r>
                        <a:rPr lang="en-US" sz="1200" noProof="0">
                          <a:effectLst/>
                          <a:latin typeface="Segoe UI"/>
                        </a:rPr>
                        <a:t>XS</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lvl="0">
                        <a:buNone/>
                      </a:pPr>
                      <a:r>
                        <a:rPr lang="en-US" sz="1200" noProof="0">
                          <a:effectLst/>
                          <a:latin typeface="Segoe UI"/>
                        </a:rPr>
                        <a:t>Gather production metrics user complaints</a:t>
                      </a:r>
                      <a:endParaRPr lang="en-US" sz="1200" noProof="0">
                        <a:latin typeface="Segoe UI"/>
                      </a:endParaRP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55859525"/>
                  </a:ext>
                </a:extLst>
              </a:tr>
            </a:tbl>
          </a:graphicData>
        </a:graphic>
      </p:graphicFrame>
    </p:spTree>
    <p:extLst>
      <p:ext uri="{BB962C8B-B14F-4D97-AF65-F5344CB8AC3E}">
        <p14:creationId xmlns:p14="http://schemas.microsoft.com/office/powerpoint/2010/main" val="38038274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sp>
        <p:nvSpPr>
          <p:cNvPr id="2" name="TextBox 1"/>
          <p:cNvSpPr txBox="1"/>
          <p:nvPr/>
        </p:nvSpPr>
        <p:spPr>
          <a:xfrm>
            <a:off x="287446" y="2849825"/>
            <a:ext cx="9632252" cy="1754326"/>
          </a:xfrm>
          <a:prstGeom prst="rect">
            <a:avLst/>
          </a:prstGeom>
          <a:noFill/>
        </p:spPr>
        <p:txBody>
          <a:bodyPr wrap="none" lIns="91440" tIns="45720" rIns="91440" bIns="45720" anchor="t">
            <a:spAutoFit/>
          </a:bodyPr>
          <a:lstStyle/>
          <a:p>
            <a:pPr>
              <a:defRPr sz="5400" b="1">
                <a:solidFill>
                  <a:srgbClr val="003366"/>
                </a:solidFill>
              </a:defRPr>
            </a:pPr>
            <a:r>
              <a:rPr lang="en-US">
                <a:solidFill>
                  <a:srgbClr val="FFFFFF"/>
                </a:solidFill>
                <a:latin typeface="Segoe UI"/>
                <a:cs typeface="Segoe UI"/>
              </a:rPr>
              <a:t>PART 7</a:t>
            </a:r>
            <a:endParaRPr lang="fr-FR">
              <a:latin typeface="Segoe UI"/>
              <a:cs typeface="Segoe UI"/>
            </a:endParaRPr>
          </a:p>
          <a:p>
            <a:pPr>
              <a:defRPr sz="5400" b="1">
                <a:solidFill>
                  <a:srgbClr val="003366"/>
                </a:solidFill>
              </a:defRPr>
            </a:pPr>
            <a:r>
              <a:rPr lang="en-US">
                <a:solidFill>
                  <a:srgbClr val="FFFFFF"/>
                </a:solidFill>
                <a:latin typeface="Segoe UI"/>
                <a:ea typeface="Calibri"/>
                <a:cs typeface="Segoe UI"/>
              </a:rPr>
              <a:t>Decision Points &amp; Next Steps</a:t>
            </a:r>
            <a:endParaRPr lang="en-US">
              <a:latin typeface="Segoe UI"/>
              <a:cs typeface="Segoe UI"/>
            </a:endParaRPr>
          </a:p>
        </p:txBody>
      </p:sp>
      <p:pic>
        <p:nvPicPr>
          <p:cNvPr id="7" name="Image 6" descr="Blanc_Teragone-Factory-logo.png">
            <a:extLst>
              <a:ext uri="{FF2B5EF4-FFF2-40B4-BE49-F238E27FC236}">
                <a16:creationId xmlns:a16="http://schemas.microsoft.com/office/drawing/2014/main" id="{48A66430-1B85-0ECB-3AC6-50D700E2566C}"/>
              </a:ext>
            </a:extLst>
          </p:cNvPr>
          <p:cNvPicPr>
            <a:picLocks noChangeAspect="1"/>
          </p:cNvPicPr>
          <p:nvPr/>
        </p:nvPicPr>
        <p:blipFill>
          <a:blip r:embed="rId3"/>
          <a:stretch>
            <a:fillRect/>
          </a:stretch>
        </p:blipFill>
        <p:spPr>
          <a:xfrm>
            <a:off x="9865451" y="215537"/>
            <a:ext cx="2076450" cy="647700"/>
          </a:xfrm>
          <a:prstGeom prst="rect">
            <a:avLst/>
          </a:prstGeom>
        </p:spPr>
      </p:pic>
      <p:pic>
        <p:nvPicPr>
          <p:cNvPr id="9" name="Graphique 8">
            <a:extLst>
              <a:ext uri="{FF2B5EF4-FFF2-40B4-BE49-F238E27FC236}">
                <a16:creationId xmlns:a16="http://schemas.microsoft.com/office/drawing/2014/main" id="{0061EC23-AE73-6A0B-C367-9A3E67EE17F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4787" y="214312"/>
            <a:ext cx="714375" cy="714375"/>
          </a:xfrm>
          <a:prstGeom prst="rect">
            <a:avLst/>
          </a:prstGeom>
        </p:spPr>
      </p:pic>
      <p:sp>
        <p:nvSpPr>
          <p:cNvPr id="4" name="Rectangle 3">
            <a:extLst>
              <a:ext uri="{FF2B5EF4-FFF2-40B4-BE49-F238E27FC236}">
                <a16:creationId xmlns:a16="http://schemas.microsoft.com/office/drawing/2014/main" id="{4F0D1AD8-86F2-C782-0134-5BD0721B975D}"/>
              </a:ext>
            </a:extLst>
          </p:cNvPr>
          <p:cNvSpPr/>
          <p:nvPr/>
        </p:nvSpPr>
        <p:spPr>
          <a:xfrm>
            <a:off x="4354" y="3566160"/>
            <a:ext cx="9136776" cy="45720"/>
          </a:xfrm>
          <a:prstGeom prst="rect">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latin typeface="Segoe UI"/>
              <a:cs typeface="Segoe UI"/>
            </a:endParaRPr>
          </a:p>
        </p:txBody>
      </p:sp>
    </p:spTree>
    <p:extLst>
      <p:ext uri="{BB962C8B-B14F-4D97-AF65-F5344CB8AC3E}">
        <p14:creationId xmlns:p14="http://schemas.microsoft.com/office/powerpoint/2010/main" val="4766691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7F1C5FBF-4629-9D5D-2E3C-758C88651101}"/>
              </a:ext>
            </a:extLst>
          </p:cNvPr>
          <p:cNvSpPr txBox="1"/>
          <p:nvPr/>
        </p:nvSpPr>
        <p:spPr>
          <a:xfrm>
            <a:off x="762001" y="5074024"/>
            <a:ext cx="10109199" cy="598032"/>
          </a:xfrm>
          <a:prstGeom prst="rect">
            <a:avLst/>
          </a:prstGeom>
        </p:spPr>
        <p:txBody>
          <a:bodyPr rot="0" spcFirstLastPara="0" vert="horz" lIns="91440" tIns="45720" rIns="91440" bIns="45720" numCol="1" spcCol="0" rtlCol="0" fromWordArt="0" anchor="ctr" anchorCtr="0" forceAA="0" compatLnSpc="1">
            <a:prstTxWarp prst="textNoShape">
              <a:avLst/>
            </a:prstTxWarp>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lnSpc>
                <a:spcPct val="90000"/>
              </a:lnSpc>
              <a:spcBef>
                <a:spcPct val="0"/>
              </a:spcBef>
              <a:spcAft>
                <a:spcPts val="600"/>
              </a:spcAft>
            </a:pPr>
            <a:r>
              <a:rPr lang="en-US" sz="2400" kern="1200">
                <a:latin typeface="Segoe UI"/>
                <a:ea typeface="+mj-ea"/>
                <a:cs typeface="Segoe UI"/>
              </a:rPr>
              <a:t>✅ </a:t>
            </a:r>
            <a:r>
              <a:rPr lang="en-US" sz="2800" kern="1200">
                <a:latin typeface="Segoe UI"/>
                <a:ea typeface="+mj-ea"/>
                <a:cs typeface="Segoe UI"/>
              </a:rPr>
              <a:t>DECISION 1: Approve Knowledge Transfer Pilot Test?</a:t>
            </a:r>
            <a:endParaRPr lang="en-US" sz="2800" kern="1200">
              <a:latin typeface="Segoe UI"/>
              <a:ea typeface="Calibri"/>
              <a:cs typeface="Segoe UI"/>
            </a:endParaRPr>
          </a:p>
        </p:txBody>
      </p:sp>
      <p:sp>
        <p:nvSpPr>
          <p:cNvPr id="3" name="ZoneTexte 4">
            <a:extLst>
              <a:ext uri="{FF2B5EF4-FFF2-40B4-BE49-F238E27FC236}">
                <a16:creationId xmlns:a16="http://schemas.microsoft.com/office/drawing/2014/main" id="{5CAE0444-1C33-E457-AE13-C79BE6C274D4}"/>
              </a:ext>
            </a:extLst>
          </p:cNvPr>
          <p:cNvSpPr txBox="1"/>
          <p:nvPr/>
        </p:nvSpPr>
        <p:spPr>
          <a:xfrm>
            <a:off x="762001" y="5672059"/>
            <a:ext cx="10109199" cy="547765"/>
          </a:xfrm>
          <a:prstGeom prst="rect">
            <a:avLst/>
          </a:prstGeom>
        </p:spPr>
        <p:txBody>
          <a:bodyPr rot="0" spcFirstLastPara="0" vert="horz" lIns="91440" tIns="45720" rIns="91440" bIns="45720" numCol="1" spcCol="0" rtlCol="0" fromWordArt="0" anchor="t" anchorCtr="0" forceAA="0" compatLnSpc="1">
            <a:prstTxWarp prst="textNoShape">
              <a:avLst/>
            </a:prstTxWarp>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lnSpc>
                <a:spcPct val="90000"/>
              </a:lnSpc>
              <a:spcBef>
                <a:spcPts val="1000"/>
              </a:spcBef>
            </a:pPr>
            <a:r>
              <a:rPr lang="en-US" kern="1200">
                <a:solidFill>
                  <a:schemeClr val="tx1"/>
                </a:solidFill>
                <a:latin typeface="Segoe UI"/>
                <a:cs typeface="Segoe UI"/>
              </a:rPr>
              <a:t>Strategic Decisions Required </a:t>
            </a:r>
            <a:endParaRPr lang="en-US" kern="1200">
              <a:latin typeface="Segoe UI"/>
              <a:ea typeface="Calibri"/>
              <a:cs typeface="Segoe UI"/>
            </a:endParaRPr>
          </a:p>
        </p:txBody>
      </p:sp>
      <p:sp>
        <p:nvSpPr>
          <p:cNvPr id="21" name="Rectangle 20">
            <a:extLst>
              <a:ext uri="{FF2B5EF4-FFF2-40B4-BE49-F238E27FC236}">
                <a16:creationId xmlns:a16="http://schemas.microsoft.com/office/drawing/2014/main" id="{5E395AE0-8789-FAD6-A987-32E65C185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4390253"/>
          </a:xfrm>
          <a:prstGeom prst="rect">
            <a:avLst/>
          </a:prstGeom>
          <a:solidFill>
            <a:schemeClr val="bg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11">
            <a:extLst>
              <a:ext uri="{FF2B5EF4-FFF2-40B4-BE49-F238E27FC236}">
                <a16:creationId xmlns:a16="http://schemas.microsoft.com/office/drawing/2014/main" id="{7667AA61-5C27-F30F-D229-06CBE5709F3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1" y="4811517"/>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Tableau 4">
            <a:extLst>
              <a:ext uri="{FF2B5EF4-FFF2-40B4-BE49-F238E27FC236}">
                <a16:creationId xmlns:a16="http://schemas.microsoft.com/office/drawing/2014/main" id="{BBD9F3CB-38FF-D50C-602F-290CF796C079}"/>
              </a:ext>
            </a:extLst>
          </p:cNvPr>
          <p:cNvGraphicFramePr>
            <a:graphicFrameLocks noGrp="1"/>
          </p:cNvGraphicFramePr>
          <p:nvPr>
            <p:extLst>
              <p:ext uri="{D42A27DB-BD31-4B8C-83A1-F6EECF244321}">
                <p14:modId xmlns:p14="http://schemas.microsoft.com/office/powerpoint/2010/main" val="1828336615"/>
              </p:ext>
            </p:extLst>
          </p:nvPr>
        </p:nvGraphicFramePr>
        <p:xfrm>
          <a:off x="865141" y="687431"/>
          <a:ext cx="10488661" cy="3093044"/>
        </p:xfrm>
        <a:graphic>
          <a:graphicData uri="http://schemas.openxmlformats.org/drawingml/2006/table">
            <a:tbl>
              <a:tblPr firstRow="1" bandRow="1">
                <a:tableStyleId>{5C22544A-7EE6-4342-B048-85BDC9FD1C3A}</a:tableStyleId>
              </a:tblPr>
              <a:tblGrid>
                <a:gridCol w="4000750">
                  <a:extLst>
                    <a:ext uri="{9D8B030D-6E8A-4147-A177-3AD203B41FA5}">
                      <a16:colId xmlns:a16="http://schemas.microsoft.com/office/drawing/2014/main" val="3544225696"/>
                    </a:ext>
                  </a:extLst>
                </a:gridCol>
                <a:gridCol w="6487911">
                  <a:extLst>
                    <a:ext uri="{9D8B030D-6E8A-4147-A177-3AD203B41FA5}">
                      <a16:colId xmlns:a16="http://schemas.microsoft.com/office/drawing/2014/main" val="4049170356"/>
                    </a:ext>
                  </a:extLst>
                </a:gridCol>
              </a:tblGrid>
              <a:tr h="315610">
                <a:tc>
                  <a:txBody>
                    <a:bodyPr/>
                    <a:lstStyle/>
                    <a:p>
                      <a:pPr algn="l">
                        <a:buNone/>
                      </a:pPr>
                      <a:r>
                        <a:rPr lang="en-US" sz="1500" noProof="0">
                          <a:solidFill>
                            <a:srgbClr val="002060"/>
                          </a:solidFill>
                          <a:effectLst/>
                          <a:latin typeface="Segoe UI"/>
                        </a:rPr>
                        <a:t>Aspect</a:t>
                      </a: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lgn="l">
                        <a:buNone/>
                      </a:pPr>
                      <a:r>
                        <a:rPr lang="en-US" sz="1500" noProof="0">
                          <a:solidFill>
                            <a:srgbClr val="002060"/>
                          </a:solidFill>
                          <a:effectLst/>
                          <a:latin typeface="Segoe UI"/>
                        </a:rPr>
                        <a:t>Details</a:t>
                      </a: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825110990"/>
                  </a:ext>
                </a:extLst>
              </a:tr>
              <a:tr h="315610">
                <a:tc>
                  <a:txBody>
                    <a:bodyPr/>
                    <a:lstStyle/>
                    <a:p>
                      <a:pPr>
                        <a:buNone/>
                      </a:pPr>
                      <a:r>
                        <a:rPr lang="en-US" sz="1500" b="1" noProof="0">
                          <a:effectLst/>
                          <a:latin typeface="Segoe UI"/>
                        </a:rPr>
                        <a:t>Investment</a:t>
                      </a:r>
                      <a:endParaRPr lang="en-US" sz="1500" noProof="0">
                        <a:effectLst/>
                        <a:latin typeface="Segoe UI"/>
                      </a:endParaRP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buNone/>
                      </a:pPr>
                      <a:r>
                        <a:rPr lang="en-US" sz="1500" noProof="0">
                          <a:effectLst/>
                          <a:latin typeface="Segoe UI"/>
                        </a:rPr>
                        <a:t>S</a:t>
                      </a: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930605818"/>
                  </a:ext>
                </a:extLst>
              </a:tr>
              <a:tr h="315610">
                <a:tc>
                  <a:txBody>
                    <a:bodyPr/>
                    <a:lstStyle/>
                    <a:p>
                      <a:pPr>
                        <a:buNone/>
                      </a:pPr>
                      <a:r>
                        <a:rPr lang="en-US" sz="1500" b="1" noProof="0">
                          <a:effectLst/>
                          <a:latin typeface="Segoe UI"/>
                        </a:rPr>
                        <a:t>Timeline</a:t>
                      </a:r>
                      <a:endParaRPr lang="en-US" sz="1500" noProof="0">
                        <a:effectLst/>
                        <a:latin typeface="Segoe UI"/>
                      </a:endParaRP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tc>
                  <a:txBody>
                    <a:bodyPr/>
                    <a:lstStyle/>
                    <a:p>
                      <a:pPr>
                        <a:buNone/>
                      </a:pPr>
                      <a:r>
                        <a:rPr lang="en-US" sz="1500" noProof="0">
                          <a:effectLst/>
                          <a:latin typeface="Segoe UI"/>
                        </a:rPr>
                        <a:t>During Phase 1</a:t>
                      </a: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172134703"/>
                  </a:ext>
                </a:extLst>
              </a:tr>
              <a:tr h="315610">
                <a:tc>
                  <a:txBody>
                    <a:bodyPr/>
                    <a:lstStyle/>
                    <a:p>
                      <a:pPr>
                        <a:buNone/>
                      </a:pPr>
                      <a:r>
                        <a:rPr lang="en-US" sz="1500" b="1" noProof="0">
                          <a:effectLst/>
                          <a:latin typeface="Segoe UI"/>
                        </a:rPr>
                        <a:t>Risk</a:t>
                      </a:r>
                      <a:endParaRPr lang="en-US" sz="1500" noProof="0">
                        <a:effectLst/>
                        <a:latin typeface="Segoe UI"/>
                      </a:endParaRP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buNone/>
                      </a:pPr>
                      <a:r>
                        <a:rPr lang="en-US" sz="1500" noProof="0">
                          <a:effectLst/>
                          <a:latin typeface="Segoe UI"/>
                        </a:rPr>
                        <a:t>Very Low (non-critical feature)</a:t>
                      </a: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268103300"/>
                  </a:ext>
                </a:extLst>
              </a:tr>
              <a:tr h="315610">
                <a:tc>
                  <a:txBody>
                    <a:bodyPr/>
                    <a:lstStyle/>
                    <a:p>
                      <a:pPr>
                        <a:buNone/>
                      </a:pPr>
                      <a:r>
                        <a:rPr lang="en-US" sz="1500" b="1" noProof="0">
                          <a:effectLst/>
                          <a:latin typeface="Segoe UI"/>
                        </a:rPr>
                        <a:t>RECOMMENDATION</a:t>
                      </a:r>
                      <a:endParaRPr lang="en-US" sz="1500" noProof="0">
                        <a:effectLst/>
                        <a:latin typeface="Segoe UI"/>
                      </a:endParaRP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tc>
                  <a:txBody>
                    <a:bodyPr/>
                    <a:lstStyle/>
                    <a:p>
                      <a:pPr>
                        <a:buNone/>
                      </a:pPr>
                      <a:r>
                        <a:rPr lang="en-US" sz="1500" noProof="0">
                          <a:effectLst/>
                          <a:latin typeface="Segoe UI"/>
                        </a:rPr>
                        <a:t>✅ </a:t>
                      </a:r>
                      <a:r>
                        <a:rPr lang="en-US" sz="1500" b="1" noProof="0">
                          <a:effectLst/>
                          <a:latin typeface="Segoe UI"/>
                        </a:rPr>
                        <a:t>YES (High Priority)</a:t>
                      </a:r>
                      <a:endParaRPr lang="en-US" sz="1500" noProof="0">
                        <a:effectLst/>
                        <a:latin typeface="Segoe UI"/>
                      </a:endParaRP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825583719"/>
                  </a:ext>
                </a:extLst>
              </a:tr>
              <a:tr h="522729">
                <a:tc>
                  <a:txBody>
                    <a:bodyPr/>
                    <a:lstStyle/>
                    <a:p>
                      <a:pPr>
                        <a:buNone/>
                      </a:pPr>
                      <a:r>
                        <a:rPr lang="en-US" sz="1500" b="1" noProof="0">
                          <a:effectLst/>
                          <a:latin typeface="Segoe UI"/>
                        </a:rPr>
                        <a:t>Rationale</a:t>
                      </a:r>
                      <a:endParaRPr lang="en-US" sz="1500" noProof="0">
                        <a:effectLst/>
                        <a:latin typeface="Segoe UI"/>
                      </a:endParaRP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buNone/>
                      </a:pPr>
                      <a:r>
                        <a:rPr lang="en-US" sz="1500" noProof="0">
                          <a:effectLst/>
                          <a:latin typeface="Segoe UI"/>
                        </a:rPr>
                        <a:t>Single most important data point for vendor independence strategy. Small investment de-risks XL decision.</a:t>
                      </a: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924327668"/>
                  </a:ext>
                </a:extLst>
              </a:tr>
              <a:tr h="936968">
                <a:tc>
                  <a:txBody>
                    <a:bodyPr/>
                    <a:lstStyle/>
                    <a:p>
                      <a:pPr>
                        <a:buNone/>
                      </a:pPr>
                      <a:r>
                        <a:rPr lang="en-US" sz="1500" b="1" noProof="0">
                          <a:effectLst/>
                          <a:latin typeface="Segoe UI"/>
                        </a:rPr>
                        <a:t>Action Required</a:t>
                      </a:r>
                      <a:endParaRPr lang="en-US" sz="1500" noProof="0">
                        <a:effectLst/>
                        <a:latin typeface="Segoe UI"/>
                      </a:endParaRP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tc>
                  <a:txBody>
                    <a:bodyPr/>
                    <a:lstStyle/>
                    <a:p>
                      <a:pPr marL="285750" indent="-285750">
                        <a:buFont typeface="Arial"/>
                        <a:buChar char="•"/>
                      </a:pPr>
                      <a:r>
                        <a:rPr lang="en-US" sz="1400" noProof="0">
                          <a:effectLst/>
                          <a:latin typeface="Segoe UI"/>
                        </a:rPr>
                        <a:t>Define pilot feature scope</a:t>
                      </a:r>
                    </a:p>
                    <a:p>
                      <a:pPr marL="285750" lvl="0" indent="-285750">
                        <a:buFont typeface="Arial"/>
                        <a:buChar char="•"/>
                      </a:pPr>
                      <a:r>
                        <a:rPr lang="en-US" sz="1400" noProof="0">
                          <a:effectLst/>
                          <a:latin typeface="Segoe UI"/>
                        </a:rPr>
                        <a:t>Identify independent vendors to approach</a:t>
                      </a:r>
                    </a:p>
                    <a:p>
                      <a:pPr marL="285750" lvl="0" indent="-285750">
                        <a:buFont typeface="Arial"/>
                        <a:buChar char="•"/>
                      </a:pPr>
                      <a:r>
                        <a:rPr lang="en-US" sz="1400" noProof="0">
                          <a:effectLst/>
                          <a:latin typeface="Segoe UI"/>
                        </a:rPr>
                        <a:t>Allocate budget approval</a:t>
                      </a: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507985190"/>
                  </a:ext>
                </a:extLst>
              </a:tr>
            </a:tbl>
          </a:graphicData>
        </a:graphic>
      </p:graphicFrame>
      <p:sp>
        <p:nvSpPr>
          <p:cNvPr id="6" name="Espace réservé du pied de page 2">
            <a:extLst>
              <a:ext uri="{FF2B5EF4-FFF2-40B4-BE49-F238E27FC236}">
                <a16:creationId xmlns:a16="http://schemas.microsoft.com/office/drawing/2014/main" id="{3F7DDAE0-B634-4A7E-EABA-90216AF5C8F7}"/>
              </a:ext>
            </a:extLst>
          </p:cNvPr>
          <p:cNvSpPr>
            <a:spLocks noGrp="1"/>
          </p:cNvSpPr>
          <p:nvPr>
            <p:ph type="ftr" sz="quarter" idx="11"/>
          </p:nvPr>
        </p:nvSpPr>
        <p:spPr>
          <a:xfrm>
            <a:off x="-593" y="6444952"/>
            <a:ext cx="12193181" cy="412389"/>
          </a:xfrm>
          <a:solidFill>
            <a:srgbClr val="F8F9FB"/>
          </a:solidFill>
          <a:ln>
            <a:solidFill>
              <a:srgbClr val="E1E4E8"/>
            </a:solidFill>
          </a:ln>
        </p:spPr>
        <p:txBody>
          <a:bodyPr/>
          <a:lstStyle/>
          <a:p>
            <a:pPr algn="l"/>
            <a:r>
              <a:rPr lang="en-US" sz="1100">
                <a:solidFill>
                  <a:srgbClr val="6B7C93"/>
                </a:solidFill>
                <a:latin typeface="Segoe UI"/>
                <a:ea typeface="+mn-lt"/>
                <a:cs typeface="Segoe UI"/>
              </a:rPr>
              <a:t>  ISWC System Audit – Findings &amp; Strategic Recommendations • November 24, 2025</a:t>
            </a:r>
            <a:endParaRPr lang="en-US" sz="1100">
              <a:latin typeface="Segoe UI"/>
              <a:cs typeface="Segoe UI"/>
            </a:endParaRPr>
          </a:p>
        </p:txBody>
      </p:sp>
      <p:sp>
        <p:nvSpPr>
          <p:cNvPr id="8" name="Espace réservé du numéro de diapositive 6">
            <a:extLst>
              <a:ext uri="{FF2B5EF4-FFF2-40B4-BE49-F238E27FC236}">
                <a16:creationId xmlns:a16="http://schemas.microsoft.com/office/drawing/2014/main" id="{A692B615-99EE-84C7-5E7E-0D6F00376900}"/>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smtClean="0">
                <a:solidFill>
                  <a:srgbClr val="1E3A5F"/>
                </a:solidFill>
                <a:latin typeface="Segoe UI"/>
                <a:cs typeface="Segoe UI"/>
              </a:rPr>
              <a:pPr algn="ctr"/>
              <a:t>38</a:t>
            </a:fld>
            <a:endParaRPr lang="en-US">
              <a:solidFill>
                <a:srgbClr val="1E3A5F"/>
              </a:solidFill>
              <a:latin typeface="Segoe UI"/>
              <a:ea typeface="Calibri"/>
              <a:cs typeface="Segoe UI"/>
            </a:endParaRPr>
          </a:p>
        </p:txBody>
      </p:sp>
      <p:sp>
        <p:nvSpPr>
          <p:cNvPr id="10" name="ZoneTexte 9">
            <a:extLst>
              <a:ext uri="{FF2B5EF4-FFF2-40B4-BE49-F238E27FC236}">
                <a16:creationId xmlns:a16="http://schemas.microsoft.com/office/drawing/2014/main" id="{08D9A226-DED0-0629-4F1A-30A27A670640}"/>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b="1">
                <a:solidFill>
                  <a:srgbClr val="1E3A5F"/>
                </a:solidFill>
                <a:latin typeface="Segoe UI"/>
                <a:ea typeface="Calibri"/>
                <a:cs typeface="Segoe UI"/>
              </a:rPr>
              <a:t>———  PART 7 — Decision Points &amp; Next Steps</a:t>
            </a:r>
          </a:p>
        </p:txBody>
      </p:sp>
      <p:cxnSp>
        <p:nvCxnSpPr>
          <p:cNvPr id="12" name="Connecteur droit avec flèche 11">
            <a:extLst>
              <a:ext uri="{FF2B5EF4-FFF2-40B4-BE49-F238E27FC236}">
                <a16:creationId xmlns:a16="http://schemas.microsoft.com/office/drawing/2014/main" id="{F5B691C1-38EF-AFC5-FE6C-9C98A9F71DC6}"/>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372889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1D2AE-90A1-DF60-6612-1D9F3CBD02B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371ECC9E-0395-43E2-80F6-39B8C268A0BB}"/>
              </a:ext>
            </a:extLst>
          </p:cNvPr>
          <p:cNvSpPr txBox="1"/>
          <p:nvPr/>
        </p:nvSpPr>
        <p:spPr>
          <a:xfrm>
            <a:off x="762001" y="5074024"/>
            <a:ext cx="10109199" cy="598032"/>
          </a:xfrm>
          <a:prstGeom prst="rect">
            <a:avLst/>
          </a:prstGeom>
        </p:spPr>
        <p:txBody>
          <a:bodyPr rot="0" spcFirstLastPara="0" vert="horz" lIns="91440" tIns="45720" rIns="91440" bIns="45720" numCol="1" spcCol="0" rtlCol="0" fromWordArt="0" anchor="ctr" anchorCtr="0" forceAA="0" compatLnSpc="1">
            <a:prstTxWarp prst="textNoShape">
              <a:avLst/>
            </a:prstTxWarp>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lnSpc>
                <a:spcPct val="90000"/>
              </a:lnSpc>
              <a:spcBef>
                <a:spcPct val="0"/>
              </a:spcBef>
              <a:spcAft>
                <a:spcPts val="600"/>
              </a:spcAft>
            </a:pPr>
            <a:r>
              <a:rPr lang="en-US" sz="2400">
                <a:latin typeface="Segoe UI"/>
                <a:ea typeface="+mn-lt"/>
                <a:cs typeface="Segoe UI"/>
              </a:rPr>
              <a:t>✅ </a:t>
            </a:r>
            <a:r>
              <a:rPr lang="en-US" sz="2800">
                <a:latin typeface="Segoe UI"/>
                <a:ea typeface="+mn-lt"/>
                <a:cs typeface="Segoe UI"/>
              </a:rPr>
              <a:t>DECISION 2: Initiate Contract Renegotiation?</a:t>
            </a:r>
          </a:p>
        </p:txBody>
      </p:sp>
      <p:sp>
        <p:nvSpPr>
          <p:cNvPr id="3" name="ZoneTexte 4">
            <a:extLst>
              <a:ext uri="{FF2B5EF4-FFF2-40B4-BE49-F238E27FC236}">
                <a16:creationId xmlns:a16="http://schemas.microsoft.com/office/drawing/2014/main" id="{9239A68D-D450-30BF-D3FD-490602BAADF3}"/>
              </a:ext>
            </a:extLst>
          </p:cNvPr>
          <p:cNvSpPr txBox="1"/>
          <p:nvPr/>
        </p:nvSpPr>
        <p:spPr>
          <a:xfrm>
            <a:off x="762001" y="5672059"/>
            <a:ext cx="10109199" cy="547765"/>
          </a:xfrm>
          <a:prstGeom prst="rect">
            <a:avLst/>
          </a:prstGeom>
        </p:spPr>
        <p:txBody>
          <a:bodyPr rot="0" spcFirstLastPara="0" vert="horz" lIns="91440" tIns="45720" rIns="91440" bIns="45720" numCol="1" spcCol="0" rtlCol="0" fromWordArt="0" anchor="t" anchorCtr="0" forceAA="0" compatLnSpc="1">
            <a:prstTxWarp prst="textNoShape">
              <a:avLst/>
            </a:prstTxWarp>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lnSpc>
                <a:spcPct val="90000"/>
              </a:lnSpc>
              <a:spcBef>
                <a:spcPts val="1000"/>
              </a:spcBef>
            </a:pPr>
            <a:r>
              <a:rPr lang="en-US" kern="1200">
                <a:solidFill>
                  <a:schemeClr val="tx1"/>
                </a:solidFill>
                <a:latin typeface="Segoe UI"/>
                <a:cs typeface="Segoe UI"/>
              </a:rPr>
              <a:t>Strategic Decisions Required </a:t>
            </a:r>
            <a:endParaRPr lang="en-US" kern="1200">
              <a:latin typeface="Segoe UI"/>
              <a:ea typeface="Calibri"/>
              <a:cs typeface="Segoe UI"/>
            </a:endParaRPr>
          </a:p>
        </p:txBody>
      </p:sp>
      <p:sp>
        <p:nvSpPr>
          <p:cNvPr id="21" name="Rectangle 20">
            <a:extLst>
              <a:ext uri="{FF2B5EF4-FFF2-40B4-BE49-F238E27FC236}">
                <a16:creationId xmlns:a16="http://schemas.microsoft.com/office/drawing/2014/main" id="{C97CA164-A733-85A0-FADC-A3B88B1A8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4390253"/>
          </a:xfrm>
          <a:prstGeom prst="rect">
            <a:avLst/>
          </a:prstGeom>
          <a:solidFill>
            <a:schemeClr val="bg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11">
            <a:extLst>
              <a:ext uri="{FF2B5EF4-FFF2-40B4-BE49-F238E27FC236}">
                <a16:creationId xmlns:a16="http://schemas.microsoft.com/office/drawing/2014/main" id="{AA298DFD-A72B-186C-7285-96191E3B7C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1" y="4811517"/>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Tableau 4">
            <a:extLst>
              <a:ext uri="{FF2B5EF4-FFF2-40B4-BE49-F238E27FC236}">
                <a16:creationId xmlns:a16="http://schemas.microsoft.com/office/drawing/2014/main" id="{8649DC12-7EF2-9C4A-3A18-C9CC19DD5129}"/>
              </a:ext>
            </a:extLst>
          </p:cNvPr>
          <p:cNvGraphicFramePr>
            <a:graphicFrameLocks noGrp="1"/>
          </p:cNvGraphicFramePr>
          <p:nvPr>
            <p:extLst>
              <p:ext uri="{D42A27DB-BD31-4B8C-83A1-F6EECF244321}">
                <p14:modId xmlns:p14="http://schemas.microsoft.com/office/powerpoint/2010/main" val="195626413"/>
              </p:ext>
            </p:extLst>
          </p:nvPr>
        </p:nvGraphicFramePr>
        <p:xfrm>
          <a:off x="856382" y="543360"/>
          <a:ext cx="10488661" cy="3602327"/>
        </p:xfrm>
        <a:graphic>
          <a:graphicData uri="http://schemas.openxmlformats.org/drawingml/2006/table">
            <a:tbl>
              <a:tblPr firstRow="1" bandRow="1">
                <a:tableStyleId>{5C22544A-7EE6-4342-B048-85BDC9FD1C3A}</a:tableStyleId>
              </a:tblPr>
              <a:tblGrid>
                <a:gridCol w="4000750">
                  <a:extLst>
                    <a:ext uri="{9D8B030D-6E8A-4147-A177-3AD203B41FA5}">
                      <a16:colId xmlns:a16="http://schemas.microsoft.com/office/drawing/2014/main" val="3544225696"/>
                    </a:ext>
                  </a:extLst>
                </a:gridCol>
                <a:gridCol w="6487911">
                  <a:extLst>
                    <a:ext uri="{9D8B030D-6E8A-4147-A177-3AD203B41FA5}">
                      <a16:colId xmlns:a16="http://schemas.microsoft.com/office/drawing/2014/main" val="4049170356"/>
                    </a:ext>
                  </a:extLst>
                </a:gridCol>
              </a:tblGrid>
              <a:tr h="344643">
                <a:tc>
                  <a:txBody>
                    <a:bodyPr/>
                    <a:lstStyle/>
                    <a:p>
                      <a:pPr algn="l">
                        <a:buNone/>
                      </a:pPr>
                      <a:r>
                        <a:rPr lang="en-US" sz="1500" noProof="0">
                          <a:solidFill>
                            <a:srgbClr val="002060"/>
                          </a:solidFill>
                          <a:effectLst/>
                          <a:latin typeface="Segoe UI"/>
                        </a:rPr>
                        <a:t>Aspect</a:t>
                      </a: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lgn="l">
                        <a:buNone/>
                      </a:pPr>
                      <a:r>
                        <a:rPr lang="en-US" sz="1500" noProof="0">
                          <a:solidFill>
                            <a:srgbClr val="002060"/>
                          </a:solidFill>
                          <a:effectLst/>
                          <a:latin typeface="Segoe UI"/>
                        </a:rPr>
                        <a:t>Details</a:t>
                      </a: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825110990"/>
                  </a:ext>
                </a:extLst>
              </a:tr>
              <a:tr h="344643">
                <a:tc>
                  <a:txBody>
                    <a:bodyPr/>
                    <a:lstStyle/>
                    <a:p>
                      <a:pPr>
                        <a:buNone/>
                      </a:pPr>
                      <a:r>
                        <a:rPr lang="en-US" sz="1500" b="1" noProof="0">
                          <a:effectLst/>
                          <a:latin typeface="Segoe UI"/>
                        </a:rPr>
                        <a:t>Investment</a:t>
                      </a:r>
                      <a:endParaRPr lang="en-US" sz="1500" noProof="0">
                        <a:effectLst/>
                        <a:latin typeface="Segoe UI"/>
                      </a:endParaRP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lvl="0">
                        <a:buNone/>
                      </a:pPr>
                      <a:r>
                        <a:rPr lang="en-US" sz="1500" noProof="0">
                          <a:effectLst/>
                          <a:latin typeface="Segoe UI"/>
                        </a:rPr>
                        <a:t>Minimal (legal/negotiation time)</a:t>
                      </a:r>
                      <a:endParaRPr lang="en-US" sz="1500" noProof="0">
                        <a:latin typeface="Segoe UI"/>
                      </a:endParaRP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930605818"/>
                  </a:ext>
                </a:extLst>
              </a:tr>
              <a:tr h="344643">
                <a:tc>
                  <a:txBody>
                    <a:bodyPr/>
                    <a:lstStyle/>
                    <a:p>
                      <a:pPr>
                        <a:buNone/>
                      </a:pPr>
                      <a:r>
                        <a:rPr lang="en-US" sz="1500" b="1" noProof="0">
                          <a:effectLst/>
                          <a:latin typeface="Segoe UI"/>
                        </a:rPr>
                        <a:t>Timeline</a:t>
                      </a:r>
                      <a:endParaRPr lang="en-US" sz="1500" noProof="0">
                        <a:effectLst/>
                        <a:latin typeface="Segoe UI"/>
                      </a:endParaRP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tc>
                  <a:txBody>
                    <a:bodyPr/>
                    <a:lstStyle/>
                    <a:p>
                      <a:pPr lvl="0">
                        <a:buNone/>
                      </a:pPr>
                      <a:r>
                        <a:rPr lang="en-US" sz="1500" noProof="0">
                          <a:effectLst/>
                          <a:latin typeface="Segoe UI"/>
                        </a:rPr>
                        <a:t>During Phase 1</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172134703"/>
                  </a:ext>
                </a:extLst>
              </a:tr>
              <a:tr h="344643">
                <a:tc>
                  <a:txBody>
                    <a:bodyPr/>
                    <a:lstStyle/>
                    <a:p>
                      <a:pPr>
                        <a:buNone/>
                      </a:pPr>
                      <a:r>
                        <a:rPr lang="en-US" sz="1500" b="1" noProof="0">
                          <a:effectLst/>
                          <a:latin typeface="Segoe UI"/>
                        </a:rPr>
                        <a:t>Risk</a:t>
                      </a:r>
                      <a:endParaRPr lang="en-US" sz="1500" noProof="0">
                        <a:effectLst/>
                        <a:latin typeface="Segoe UI"/>
                      </a:endParaRP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lvl="0">
                        <a:buNone/>
                      </a:pPr>
                      <a:r>
                        <a:rPr lang="en-US" sz="1500" noProof="0">
                          <a:effectLst/>
                          <a:latin typeface="Segoe UI"/>
                        </a:rPr>
                        <a:t>Low (worst case: status quo continues)</a:t>
                      </a:r>
                      <a:endParaRPr lang="en-US" sz="1500" noProof="0">
                        <a:latin typeface="Segoe UI"/>
                      </a:endParaRP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268103300"/>
                  </a:ext>
                </a:extLst>
              </a:tr>
              <a:tr h="344643">
                <a:tc>
                  <a:txBody>
                    <a:bodyPr/>
                    <a:lstStyle/>
                    <a:p>
                      <a:pPr>
                        <a:buNone/>
                      </a:pPr>
                      <a:r>
                        <a:rPr lang="en-US" sz="1500" b="1" noProof="0">
                          <a:effectLst/>
                          <a:latin typeface="Segoe UI"/>
                        </a:rPr>
                        <a:t>RECOMMENDATION</a:t>
                      </a:r>
                      <a:endParaRPr lang="en-US" sz="1500" noProof="0">
                        <a:effectLst/>
                        <a:latin typeface="Segoe UI"/>
                      </a:endParaRP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tc>
                  <a:txBody>
                    <a:bodyPr/>
                    <a:lstStyle/>
                    <a:p>
                      <a:pPr lvl="0">
                        <a:buNone/>
                      </a:pPr>
                      <a:r>
                        <a:rPr lang="en-US" sz="1500" noProof="0">
                          <a:effectLst/>
                          <a:latin typeface="Segoe UI"/>
                        </a:rPr>
                        <a:t>✅ </a:t>
                      </a:r>
                      <a:r>
                        <a:rPr lang="en-US" sz="1500" b="1" noProof="0">
                          <a:effectLst/>
                          <a:latin typeface="Segoe UI"/>
                        </a:rPr>
                        <a:t>YES (High Priority)</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825583719"/>
                  </a:ext>
                </a:extLst>
              </a:tr>
              <a:tr h="566993">
                <a:tc>
                  <a:txBody>
                    <a:bodyPr/>
                    <a:lstStyle/>
                    <a:p>
                      <a:pPr>
                        <a:buNone/>
                      </a:pPr>
                      <a:r>
                        <a:rPr lang="en-US" sz="1500" b="1" noProof="0">
                          <a:effectLst/>
                          <a:latin typeface="Segoe UI"/>
                        </a:rPr>
                        <a:t>Rationale</a:t>
                      </a:r>
                      <a:endParaRPr lang="en-US" sz="1500" noProof="0">
                        <a:effectLst/>
                        <a:latin typeface="Segoe UI"/>
                      </a:endParaRP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lvl="0">
                        <a:buNone/>
                      </a:pPr>
                      <a:r>
                        <a:rPr lang="en-US" sz="1500" noProof="0">
                          <a:effectLst/>
                          <a:latin typeface="Segoe UI"/>
                        </a:rPr>
                        <a:t>Use audit findings as leverage. Better terms achievable whether CISAC stays or switches vendors.</a:t>
                      </a:r>
                      <a:endParaRPr lang="en-US" sz="1500" noProof="0">
                        <a:latin typeface="Segoe UI"/>
                      </a:endParaRP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924327668"/>
                  </a:ext>
                </a:extLst>
              </a:tr>
              <a:tr h="566992">
                <a:tc>
                  <a:txBody>
                    <a:bodyPr/>
                    <a:lstStyle/>
                    <a:p>
                      <a:pPr lvl="0">
                        <a:buNone/>
                      </a:pPr>
                      <a:r>
                        <a:rPr lang="en-US" sz="1500" b="1" noProof="0">
                          <a:effectLst/>
                          <a:latin typeface="Segoe UI"/>
                        </a:rPr>
                        <a:t>Priority Terms</a:t>
                      </a:r>
                      <a:endParaRPr lang="en-US" sz="1500" noProof="0">
                        <a:effectLst/>
                        <a:latin typeface="Segoe UI"/>
                      </a:endParaRP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tc>
                  <a:txBody>
                    <a:bodyPr/>
                    <a:lstStyle/>
                    <a:p>
                      <a:pPr marL="285750" lvl="0" indent="-285750">
                        <a:buFont typeface="Arial"/>
                        <a:buChar char="•"/>
                      </a:pPr>
                      <a:r>
                        <a:rPr lang="en-US" sz="1400" b="1" noProof="0">
                          <a:effectLst/>
                          <a:latin typeface="Segoe UI"/>
                        </a:rPr>
                        <a:t>CRITICAL:</a:t>
                      </a:r>
                      <a:r>
                        <a:rPr lang="en-US" sz="1400" noProof="0">
                          <a:effectLst/>
                          <a:latin typeface="Segoe UI"/>
                        </a:rPr>
                        <a:t> Git history, </a:t>
                      </a:r>
                      <a:r>
                        <a:rPr lang="en-US" sz="1400" noProof="0" err="1">
                          <a:effectLst/>
                          <a:latin typeface="Segoe UI"/>
                        </a:rPr>
                        <a:t>IaC</a:t>
                      </a:r>
                      <a:r>
                        <a:rPr lang="en-US" sz="1400" noProof="0">
                          <a:effectLst/>
                          <a:latin typeface="Segoe UI"/>
                        </a:rPr>
                        <a:t> templates, cost tooling</a:t>
                      </a:r>
                      <a:endParaRPr lang="en-US" sz="1400" noProof="0">
                        <a:latin typeface="Segoe UI"/>
                      </a:endParaRPr>
                    </a:p>
                    <a:p>
                      <a:pPr marL="285750" lvl="0" indent="-285750">
                        <a:buFont typeface="Arial"/>
                        <a:buChar char="•"/>
                      </a:pPr>
                      <a:r>
                        <a:rPr lang="en-US" sz="1400" b="1" noProof="0">
                          <a:effectLst/>
                          <a:latin typeface="Segoe UI"/>
                        </a:rPr>
                        <a:t>HIGH:</a:t>
                      </a:r>
                      <a:r>
                        <a:rPr lang="en-US" sz="1400" noProof="0">
                          <a:effectLst/>
                          <a:latin typeface="Segoe UI"/>
                        </a:rPr>
                        <a:t> Performance SLAs, enhanced DoD, metrics sharing</a:t>
                      </a:r>
                      <a:endParaRPr lang="en-US" sz="1400" noProof="0">
                        <a:latin typeface="Segoe UI"/>
                      </a:endParaRPr>
                    </a:p>
                    <a:p>
                      <a:pPr marL="285750" lvl="0" indent="-285750">
                        <a:buFont typeface="Arial"/>
                        <a:buChar char="•"/>
                      </a:pPr>
                      <a:r>
                        <a:rPr lang="en-US" sz="1400" b="1" noProof="0">
                          <a:effectLst/>
                          <a:latin typeface="Segoe UI"/>
                        </a:rPr>
                        <a:t>MEDIUM:</a:t>
                      </a:r>
                      <a:r>
                        <a:rPr lang="en-US" sz="1400" noProof="0">
                          <a:effectLst/>
                          <a:latin typeface="Segoe UI"/>
                        </a:rPr>
                        <a:t> Knowledge transfer docs, ADR practice</a:t>
                      </a:r>
                      <a:endParaRPr lang="en-US" sz="1400" noProof="0">
                        <a:latin typeface="Segoe UI"/>
                      </a:endParaRP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666723243"/>
                  </a:ext>
                </a:extLst>
              </a:tr>
              <a:tr h="553232">
                <a:tc>
                  <a:txBody>
                    <a:bodyPr/>
                    <a:lstStyle/>
                    <a:p>
                      <a:pPr>
                        <a:buNone/>
                      </a:pPr>
                      <a:r>
                        <a:rPr lang="en-US" sz="1500" b="1" noProof="0">
                          <a:effectLst/>
                          <a:latin typeface="Segoe UI"/>
                        </a:rPr>
                        <a:t>Action Required</a:t>
                      </a:r>
                      <a:endParaRPr lang="en-US" sz="1500" noProof="0">
                        <a:effectLst/>
                        <a:latin typeface="Segoe UI"/>
                      </a:endParaRP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chemeClr val="bg1"/>
                    </a:solidFill>
                  </a:tcPr>
                </a:tc>
                <a:tc>
                  <a:txBody>
                    <a:bodyPr/>
                    <a:lstStyle/>
                    <a:p>
                      <a:pPr marL="285750" lvl="0" indent="-285750">
                        <a:buFont typeface="Arial"/>
                        <a:buChar char="•"/>
                      </a:pPr>
                      <a:r>
                        <a:rPr lang="en-US" sz="1400" b="0" i="0" u="none" strike="noStrike" noProof="0">
                          <a:solidFill>
                            <a:srgbClr val="000000"/>
                          </a:solidFill>
                          <a:effectLst/>
                          <a:latin typeface="Segoe UI"/>
                        </a:rPr>
                        <a:t>Yann to lead negotiation</a:t>
                      </a:r>
                      <a:endParaRPr lang="en-US" sz="1400" noProof="0">
                        <a:latin typeface="Segoe UI"/>
                      </a:endParaRPr>
                    </a:p>
                    <a:p>
                      <a:pPr marL="285750" lvl="0" indent="-285750">
                        <a:buFont typeface="Arial"/>
                        <a:buChar char="•"/>
                      </a:pPr>
                      <a:r>
                        <a:rPr lang="en-US" sz="1400" b="0" i="0" u="none" strike="noStrike" noProof="0">
                          <a:solidFill>
                            <a:srgbClr val="000000"/>
                          </a:solidFill>
                          <a:effectLst/>
                          <a:latin typeface="Segoe UI"/>
                        </a:rPr>
                        <a:t>Define priority vs negotiable terms</a:t>
                      </a: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chemeClr val="bg1"/>
                    </a:solidFill>
                  </a:tcPr>
                </a:tc>
                <a:extLst>
                  <a:ext uri="{0D108BD9-81ED-4DB2-BD59-A6C34878D82A}">
                    <a16:rowId xmlns:a16="http://schemas.microsoft.com/office/drawing/2014/main" val="1507985190"/>
                  </a:ext>
                </a:extLst>
              </a:tr>
            </a:tbl>
          </a:graphicData>
        </a:graphic>
      </p:graphicFrame>
      <p:sp>
        <p:nvSpPr>
          <p:cNvPr id="6" name="Espace réservé du pied de page 2">
            <a:extLst>
              <a:ext uri="{FF2B5EF4-FFF2-40B4-BE49-F238E27FC236}">
                <a16:creationId xmlns:a16="http://schemas.microsoft.com/office/drawing/2014/main" id="{63C2A09A-9CBC-A16A-FC81-670EF9C46079}"/>
              </a:ext>
            </a:extLst>
          </p:cNvPr>
          <p:cNvSpPr>
            <a:spLocks noGrp="1"/>
          </p:cNvSpPr>
          <p:nvPr>
            <p:ph type="ftr" sz="quarter" idx="11"/>
          </p:nvPr>
        </p:nvSpPr>
        <p:spPr>
          <a:xfrm>
            <a:off x="-593" y="6444952"/>
            <a:ext cx="12193181" cy="412389"/>
          </a:xfrm>
          <a:solidFill>
            <a:srgbClr val="F8F9FB"/>
          </a:solidFill>
          <a:ln>
            <a:solidFill>
              <a:srgbClr val="E1E4E8"/>
            </a:solidFill>
          </a:ln>
        </p:spPr>
        <p:txBody>
          <a:bodyPr/>
          <a:lstStyle/>
          <a:p>
            <a:pPr algn="l"/>
            <a:r>
              <a:rPr lang="fr-FR" sz="1100">
                <a:solidFill>
                  <a:srgbClr val="6B7C93"/>
                </a:solidFill>
                <a:latin typeface="Segoe UI"/>
                <a:ea typeface="+mn-lt"/>
                <a:cs typeface="Segoe UI"/>
              </a:rPr>
              <a:t>  ISWC System Audit – </a:t>
            </a:r>
            <a:r>
              <a:rPr lang="fr-FR" sz="1100" err="1">
                <a:solidFill>
                  <a:srgbClr val="6B7C93"/>
                </a:solidFill>
                <a:latin typeface="Segoe UI"/>
                <a:ea typeface="+mn-lt"/>
                <a:cs typeface="Segoe UI"/>
              </a:rPr>
              <a:t>Findings</a:t>
            </a:r>
            <a:r>
              <a:rPr lang="fr-FR" sz="1100">
                <a:solidFill>
                  <a:srgbClr val="6B7C93"/>
                </a:solidFill>
                <a:latin typeface="Segoe UI"/>
                <a:ea typeface="+mn-lt"/>
                <a:cs typeface="Segoe UI"/>
              </a:rPr>
              <a:t> &amp; Strategic </a:t>
            </a:r>
            <a:r>
              <a:rPr lang="fr-FR" sz="1100" err="1">
                <a:solidFill>
                  <a:srgbClr val="6B7C93"/>
                </a:solidFill>
                <a:latin typeface="Segoe UI"/>
                <a:ea typeface="+mn-lt"/>
                <a:cs typeface="Segoe UI"/>
              </a:rPr>
              <a:t>Recommendations</a:t>
            </a:r>
            <a:r>
              <a:rPr lang="fr-FR" sz="1100">
                <a:solidFill>
                  <a:srgbClr val="6B7C93"/>
                </a:solidFill>
                <a:latin typeface="Segoe UI"/>
                <a:ea typeface="+mn-lt"/>
                <a:cs typeface="Segoe UI"/>
              </a:rPr>
              <a:t> • </a:t>
            </a:r>
            <a:r>
              <a:rPr lang="fr-FR" sz="1100" err="1">
                <a:solidFill>
                  <a:srgbClr val="6B7C93"/>
                </a:solidFill>
                <a:latin typeface="Segoe UI"/>
                <a:ea typeface="+mn-lt"/>
                <a:cs typeface="Segoe UI"/>
              </a:rPr>
              <a:t>November</a:t>
            </a:r>
            <a:r>
              <a:rPr lang="fr-FR" sz="1100">
                <a:solidFill>
                  <a:srgbClr val="6B7C93"/>
                </a:solidFill>
                <a:latin typeface="Segoe UI"/>
                <a:ea typeface="+mn-lt"/>
                <a:cs typeface="Segoe UI"/>
              </a:rPr>
              <a:t> 24, 2025</a:t>
            </a:r>
            <a:endParaRPr lang="fr-FR" sz="1100">
              <a:latin typeface="Segoe UI"/>
              <a:cs typeface="Segoe UI"/>
            </a:endParaRPr>
          </a:p>
        </p:txBody>
      </p:sp>
      <p:sp>
        <p:nvSpPr>
          <p:cNvPr id="8" name="Espace réservé du numéro de diapositive 6">
            <a:extLst>
              <a:ext uri="{FF2B5EF4-FFF2-40B4-BE49-F238E27FC236}">
                <a16:creationId xmlns:a16="http://schemas.microsoft.com/office/drawing/2014/main" id="{38A9C5B9-B8D9-1AC7-9D8E-C7440D8EE9B8}"/>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dirty="0" smtClean="0">
                <a:solidFill>
                  <a:srgbClr val="1E3A5F"/>
                </a:solidFill>
                <a:latin typeface="Segoe UI"/>
                <a:cs typeface="Segoe UI"/>
              </a:rPr>
              <a:pPr algn="ctr"/>
              <a:t>39</a:t>
            </a:fld>
            <a:endParaRPr lang="fr-FR">
              <a:solidFill>
                <a:srgbClr val="1E3A5F"/>
              </a:solidFill>
              <a:latin typeface="Segoe UI"/>
              <a:ea typeface="Calibri"/>
              <a:cs typeface="Segoe UI"/>
            </a:endParaRPr>
          </a:p>
        </p:txBody>
      </p:sp>
      <p:sp>
        <p:nvSpPr>
          <p:cNvPr id="10" name="ZoneTexte 9">
            <a:extLst>
              <a:ext uri="{FF2B5EF4-FFF2-40B4-BE49-F238E27FC236}">
                <a16:creationId xmlns:a16="http://schemas.microsoft.com/office/drawing/2014/main" id="{0CDC35AB-0E3E-7908-39CC-8D706898C933}"/>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b="1">
                <a:solidFill>
                  <a:srgbClr val="1E3A5F"/>
                </a:solidFill>
                <a:latin typeface="Segoe UI"/>
                <a:ea typeface="Calibri"/>
                <a:cs typeface="Segoe UI"/>
              </a:rPr>
              <a:t>———  PART 7 — Decision Points &amp; Next Steps</a:t>
            </a:r>
          </a:p>
        </p:txBody>
      </p:sp>
      <p:cxnSp>
        <p:nvCxnSpPr>
          <p:cNvPr id="12" name="Connecteur droit avec flèche 11">
            <a:extLst>
              <a:ext uri="{FF2B5EF4-FFF2-40B4-BE49-F238E27FC236}">
                <a16:creationId xmlns:a16="http://schemas.microsoft.com/office/drawing/2014/main" id="{6F5E0D34-5388-DD81-2FFC-87BEF8E6113E}"/>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256679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35D74-A042-92F3-1CCA-1443FEDE1E22}"/>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7755C08F-23E2-96E5-DBEA-06A54FDD061E}"/>
              </a:ext>
            </a:extLst>
          </p:cNvPr>
          <p:cNvSpPr txBox="1"/>
          <p:nvPr/>
        </p:nvSpPr>
        <p:spPr>
          <a:xfrm>
            <a:off x="762001" y="5074024"/>
            <a:ext cx="10591801" cy="598032"/>
          </a:xfrm>
          <a:prstGeom prst="rect">
            <a:avLst/>
          </a:prstGeom>
        </p:spPr>
        <p:txBody>
          <a:bodyPr rot="0" spcFirstLastPara="0" vert="horz" lIns="91440" tIns="45720" rIns="91440" bIns="45720" numCol="1" spcCol="0" rtlCol="0" fromWordArt="0" anchor="ctr" anchorCtr="0" forceAA="0" compatLnSpc="1">
            <a:prstTxWarp prst="textNoShape">
              <a:avLst/>
            </a:prstTxWarp>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lnSpc>
                <a:spcPct val="90000"/>
              </a:lnSpc>
              <a:spcBef>
                <a:spcPct val="0"/>
              </a:spcBef>
              <a:spcAft>
                <a:spcPts val="600"/>
              </a:spcAft>
            </a:pPr>
            <a:r>
              <a:rPr lang="en-US" sz="2400">
                <a:latin typeface="Segoe UI"/>
                <a:ea typeface="+mn-lt"/>
                <a:cs typeface="Segoe UI"/>
              </a:rPr>
              <a:t>⚠️ </a:t>
            </a:r>
            <a:r>
              <a:rPr lang="en-US" sz="2800" kern="1200">
                <a:latin typeface="Segoe UI"/>
                <a:ea typeface="+mn-lt"/>
                <a:cs typeface="Segoe UI"/>
              </a:rPr>
              <a:t>DECISION </a:t>
            </a:r>
            <a:r>
              <a:rPr lang="en-US" sz="2800">
                <a:latin typeface="Segoe UI"/>
                <a:ea typeface="+mn-lt"/>
                <a:cs typeface="Segoe UI"/>
              </a:rPr>
              <a:t>3</a:t>
            </a:r>
            <a:r>
              <a:rPr lang="en-US" sz="2800" kern="1200">
                <a:latin typeface="Segoe UI"/>
                <a:ea typeface="+mn-lt"/>
                <a:cs typeface="Segoe UI"/>
              </a:rPr>
              <a:t>: Approve </a:t>
            </a:r>
            <a:r>
              <a:rPr lang="en-US" sz="2800">
                <a:latin typeface="Segoe UI"/>
                <a:ea typeface="+mn-lt"/>
                <a:cs typeface="Segoe UI"/>
              </a:rPr>
              <a:t>Hyperscale Proposal (PSA 5499)?</a:t>
            </a:r>
            <a:endParaRPr lang="en-US" sz="2800">
              <a:latin typeface="Segoe UI"/>
              <a:ea typeface="Calibri"/>
              <a:cs typeface="Segoe UI"/>
            </a:endParaRPr>
          </a:p>
        </p:txBody>
      </p:sp>
      <p:sp>
        <p:nvSpPr>
          <p:cNvPr id="3" name="ZoneTexte 4">
            <a:extLst>
              <a:ext uri="{FF2B5EF4-FFF2-40B4-BE49-F238E27FC236}">
                <a16:creationId xmlns:a16="http://schemas.microsoft.com/office/drawing/2014/main" id="{4A11ED5B-358E-9303-0997-49CCE93AA37E}"/>
              </a:ext>
            </a:extLst>
          </p:cNvPr>
          <p:cNvSpPr txBox="1"/>
          <p:nvPr/>
        </p:nvSpPr>
        <p:spPr>
          <a:xfrm>
            <a:off x="762001" y="5672059"/>
            <a:ext cx="10109199" cy="547765"/>
          </a:xfrm>
          <a:prstGeom prst="rect">
            <a:avLst/>
          </a:prstGeom>
        </p:spPr>
        <p:txBody>
          <a:bodyPr rot="0" spcFirstLastPara="0" vert="horz" lIns="91440" tIns="45720" rIns="91440" bIns="45720" numCol="1" spcCol="0" rtlCol="0" fromWordArt="0" anchor="t" anchorCtr="0" forceAA="0" compatLnSpc="1">
            <a:prstTxWarp prst="textNoShape">
              <a:avLst/>
            </a:prstTxWarp>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lnSpc>
                <a:spcPct val="90000"/>
              </a:lnSpc>
              <a:spcBef>
                <a:spcPts val="1000"/>
              </a:spcBef>
            </a:pPr>
            <a:r>
              <a:rPr lang="en-US" kern="1200">
                <a:solidFill>
                  <a:schemeClr val="tx1"/>
                </a:solidFill>
                <a:latin typeface="Segoe UI"/>
                <a:cs typeface="Segoe UI"/>
              </a:rPr>
              <a:t>Strategic Decisions Required </a:t>
            </a:r>
            <a:endParaRPr lang="en-US" kern="1200">
              <a:latin typeface="Segoe UI"/>
              <a:ea typeface="Calibri"/>
              <a:cs typeface="Segoe UI"/>
            </a:endParaRPr>
          </a:p>
        </p:txBody>
      </p:sp>
      <p:sp>
        <p:nvSpPr>
          <p:cNvPr id="21" name="Rectangle 20">
            <a:extLst>
              <a:ext uri="{FF2B5EF4-FFF2-40B4-BE49-F238E27FC236}">
                <a16:creationId xmlns:a16="http://schemas.microsoft.com/office/drawing/2014/main" id="{2264B2BF-DEAC-42CC-663E-5C1950FAC3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4390253"/>
          </a:xfrm>
          <a:prstGeom prst="rect">
            <a:avLst/>
          </a:prstGeom>
          <a:solidFill>
            <a:schemeClr val="bg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11">
            <a:extLst>
              <a:ext uri="{FF2B5EF4-FFF2-40B4-BE49-F238E27FC236}">
                <a16:creationId xmlns:a16="http://schemas.microsoft.com/office/drawing/2014/main" id="{BE085515-5005-21E5-C4F0-94CF6EA35A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1" y="4811517"/>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Tableau 4">
            <a:extLst>
              <a:ext uri="{FF2B5EF4-FFF2-40B4-BE49-F238E27FC236}">
                <a16:creationId xmlns:a16="http://schemas.microsoft.com/office/drawing/2014/main" id="{214F232B-A280-556E-FF70-E90762B2C13B}"/>
              </a:ext>
            </a:extLst>
          </p:cNvPr>
          <p:cNvGraphicFramePr>
            <a:graphicFrameLocks noGrp="1"/>
          </p:cNvGraphicFramePr>
          <p:nvPr>
            <p:extLst>
              <p:ext uri="{D42A27DB-BD31-4B8C-83A1-F6EECF244321}">
                <p14:modId xmlns:p14="http://schemas.microsoft.com/office/powerpoint/2010/main" val="2346225478"/>
              </p:ext>
            </p:extLst>
          </p:nvPr>
        </p:nvGraphicFramePr>
        <p:xfrm>
          <a:off x="865141" y="647391"/>
          <a:ext cx="10488661" cy="3088030"/>
        </p:xfrm>
        <a:graphic>
          <a:graphicData uri="http://schemas.openxmlformats.org/drawingml/2006/table">
            <a:tbl>
              <a:tblPr firstRow="1" bandRow="1">
                <a:tableStyleId>{5C22544A-7EE6-4342-B048-85BDC9FD1C3A}</a:tableStyleId>
              </a:tblPr>
              <a:tblGrid>
                <a:gridCol w="4000750">
                  <a:extLst>
                    <a:ext uri="{9D8B030D-6E8A-4147-A177-3AD203B41FA5}">
                      <a16:colId xmlns:a16="http://schemas.microsoft.com/office/drawing/2014/main" val="3544225696"/>
                    </a:ext>
                  </a:extLst>
                </a:gridCol>
                <a:gridCol w="6487911">
                  <a:extLst>
                    <a:ext uri="{9D8B030D-6E8A-4147-A177-3AD203B41FA5}">
                      <a16:colId xmlns:a16="http://schemas.microsoft.com/office/drawing/2014/main" val="4049170356"/>
                    </a:ext>
                  </a:extLst>
                </a:gridCol>
              </a:tblGrid>
              <a:tr h="344643">
                <a:tc>
                  <a:txBody>
                    <a:bodyPr/>
                    <a:lstStyle/>
                    <a:p>
                      <a:pPr algn="l">
                        <a:buNone/>
                      </a:pPr>
                      <a:r>
                        <a:rPr lang="en-US" sz="1500" noProof="0">
                          <a:solidFill>
                            <a:srgbClr val="002060"/>
                          </a:solidFill>
                          <a:effectLst/>
                          <a:latin typeface="Segoe UI"/>
                        </a:rPr>
                        <a:t>Aspect</a:t>
                      </a: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lgn="l">
                        <a:buNone/>
                      </a:pPr>
                      <a:r>
                        <a:rPr lang="en-US" sz="1500" noProof="0">
                          <a:solidFill>
                            <a:srgbClr val="002060"/>
                          </a:solidFill>
                          <a:effectLst/>
                          <a:latin typeface="Segoe UI"/>
                        </a:rPr>
                        <a:t>Details</a:t>
                      </a: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825110990"/>
                  </a:ext>
                </a:extLst>
              </a:tr>
              <a:tr h="344643">
                <a:tc>
                  <a:txBody>
                    <a:bodyPr/>
                    <a:lstStyle/>
                    <a:p>
                      <a:pPr>
                        <a:buNone/>
                      </a:pPr>
                      <a:r>
                        <a:rPr lang="en-US" sz="1500" b="1" noProof="0">
                          <a:effectLst/>
                          <a:latin typeface="Segoe UI"/>
                        </a:rPr>
                        <a:t>Investment</a:t>
                      </a:r>
                      <a:endParaRPr lang="en-US" sz="1500" noProof="0">
                        <a:effectLst/>
                        <a:latin typeface="Segoe UI"/>
                      </a:endParaRP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lvl="0">
                        <a:buNone/>
                      </a:pPr>
                      <a:r>
                        <a:rPr lang="en-US" sz="1500" noProof="0">
                          <a:effectLst/>
                          <a:latin typeface="Segoe UI"/>
                        </a:rPr>
                        <a:t>€40K migration - €1,800/month savings (Spanish Point proposal)</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930605818"/>
                  </a:ext>
                </a:extLst>
              </a:tr>
              <a:tr h="344643">
                <a:tc>
                  <a:txBody>
                    <a:bodyPr/>
                    <a:lstStyle/>
                    <a:p>
                      <a:pPr>
                        <a:buNone/>
                      </a:pPr>
                      <a:r>
                        <a:rPr lang="en-US" sz="1500" b="1" noProof="0">
                          <a:effectLst/>
                          <a:latin typeface="Segoe UI"/>
                        </a:rPr>
                        <a:t>Timeline</a:t>
                      </a:r>
                      <a:endParaRPr lang="en-US" sz="1500" noProof="0">
                        <a:effectLst/>
                        <a:latin typeface="Segoe UI"/>
                      </a:endParaRP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tc>
                  <a:txBody>
                    <a:bodyPr/>
                    <a:lstStyle/>
                    <a:p>
                      <a:pPr lvl="0">
                        <a:buNone/>
                      </a:pPr>
                      <a:r>
                        <a:rPr lang="en-US" sz="1500" noProof="0">
                          <a:effectLst/>
                          <a:latin typeface="Segoe UI"/>
                        </a:rPr>
                        <a:t>Migration S after approval</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172134703"/>
                  </a:ext>
                </a:extLst>
              </a:tr>
              <a:tr h="344643">
                <a:tc>
                  <a:txBody>
                    <a:bodyPr/>
                    <a:lstStyle/>
                    <a:p>
                      <a:pPr>
                        <a:buNone/>
                      </a:pPr>
                      <a:r>
                        <a:rPr lang="en-US" sz="1500" b="1" noProof="0">
                          <a:effectLst/>
                          <a:latin typeface="Segoe UI"/>
                        </a:rPr>
                        <a:t>Risk</a:t>
                      </a:r>
                      <a:endParaRPr lang="en-US" sz="1500" noProof="0">
                        <a:effectLst/>
                        <a:latin typeface="Segoe UI"/>
                      </a:endParaRP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lvl="0">
                        <a:buNone/>
                      </a:pPr>
                      <a:r>
                        <a:rPr lang="en-US" sz="1500" noProof="0">
                          <a:effectLst/>
                          <a:latin typeface="Segoe UI"/>
                        </a:rPr>
                        <a:t>Medium (reserved instance = 1-year commitment)</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268103300"/>
                  </a:ext>
                </a:extLst>
              </a:tr>
              <a:tr h="344643">
                <a:tc>
                  <a:txBody>
                    <a:bodyPr/>
                    <a:lstStyle/>
                    <a:p>
                      <a:pPr>
                        <a:buNone/>
                      </a:pPr>
                      <a:r>
                        <a:rPr lang="en-US" sz="1500" b="1" noProof="0">
                          <a:effectLst/>
                          <a:latin typeface="Segoe UI"/>
                        </a:rPr>
                        <a:t>RECOMMENDATION</a:t>
                      </a:r>
                      <a:endParaRPr lang="en-US" sz="1500" noProof="0">
                        <a:effectLst/>
                        <a:latin typeface="Segoe UI"/>
                      </a:endParaRP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tc>
                  <a:txBody>
                    <a:bodyPr/>
                    <a:lstStyle/>
                    <a:p>
                      <a:pPr lvl="0">
                        <a:buNone/>
                      </a:pPr>
                      <a:r>
                        <a:rPr lang="en-US" sz="1500" noProof="0">
                          <a:effectLst/>
                          <a:latin typeface="Segoe UI"/>
                        </a:rPr>
                        <a:t>⚠️ </a:t>
                      </a:r>
                      <a:r>
                        <a:rPr lang="en-US" sz="1500" b="1" noProof="0">
                          <a:effectLst/>
                          <a:latin typeface="Segoe UI"/>
                        </a:rPr>
                        <a:t>HOLD Pending Validation</a:t>
                      </a:r>
                      <a:endParaRPr lang="en-US" sz="1500" noProof="0">
                        <a:effectLst/>
                        <a:latin typeface="Segoe UI"/>
                      </a:endParaRP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825583719"/>
                  </a:ext>
                </a:extLst>
              </a:tr>
              <a:tr h="566993">
                <a:tc>
                  <a:txBody>
                    <a:bodyPr/>
                    <a:lstStyle/>
                    <a:p>
                      <a:pPr>
                        <a:buNone/>
                      </a:pPr>
                      <a:r>
                        <a:rPr lang="en-US" sz="1500" b="1" noProof="0">
                          <a:effectLst/>
                          <a:latin typeface="Segoe UI"/>
                        </a:rPr>
                        <a:t>Rationale</a:t>
                      </a:r>
                      <a:endParaRPr lang="en-US" sz="1500" noProof="0">
                        <a:effectLst/>
                        <a:latin typeface="Segoe UI"/>
                      </a:endParaRP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lvl="0">
                        <a:buNone/>
                      </a:pPr>
                      <a:r>
                        <a:rPr lang="en-US" sz="1500" noProof="0">
                          <a:effectLst/>
                          <a:latin typeface="Segoe UI"/>
                        </a:rPr>
                        <a:t>Bottleneck not validated. Query optimization may achieve similar results at lower cost. Secondary priority vs governance issues.</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924327668"/>
                  </a:ext>
                </a:extLst>
              </a:tr>
              <a:tr h="793315">
                <a:tc>
                  <a:txBody>
                    <a:bodyPr/>
                    <a:lstStyle/>
                    <a:p>
                      <a:pPr lvl="0">
                        <a:buNone/>
                      </a:pPr>
                      <a:r>
                        <a:rPr lang="en-US" sz="1500" b="1" i="0" u="none" strike="noStrike" baseline="0" noProof="0">
                          <a:solidFill>
                            <a:srgbClr val="000000"/>
                          </a:solidFill>
                          <a:effectLst/>
                          <a:latin typeface="Segoe UI"/>
                        </a:rPr>
                        <a:t>Actions BEFORE Approval</a:t>
                      </a:r>
                      <a:endParaRPr lang="en-US" noProof="0">
                        <a:latin typeface="Segoe UI"/>
                      </a:endParaRP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tc>
                  <a:txBody>
                    <a:bodyPr/>
                    <a:lstStyle/>
                    <a:p>
                      <a:pPr lvl="0">
                        <a:buNone/>
                      </a:pPr>
                      <a:r>
                        <a:rPr lang="en-US" sz="1400" b="0" i="0" u="none" strike="noStrike" noProof="0">
                          <a:solidFill>
                            <a:srgbClr val="000000"/>
                          </a:solidFill>
                          <a:effectLst/>
                          <a:latin typeface="Segoe UI"/>
                        </a:rPr>
                        <a:t>• Meet with </a:t>
                      </a:r>
                      <a:r>
                        <a:rPr lang="en-US" sz="1400" b="0" i="0" u="none" strike="noStrike" noProof="0" err="1">
                          <a:solidFill>
                            <a:srgbClr val="000000"/>
                          </a:solidFill>
                          <a:effectLst/>
                          <a:latin typeface="Segoe UI"/>
                        </a:rPr>
                        <a:t>Moaiz</a:t>
                      </a:r>
                      <a:r>
                        <a:rPr lang="en-US" sz="1400" b="0" i="0" u="none" strike="noStrike" noProof="0">
                          <a:solidFill>
                            <a:srgbClr val="000000"/>
                          </a:solidFill>
                          <a:effectLst/>
                          <a:latin typeface="Segoe UI"/>
                        </a:rPr>
                        <a:t> (production performance data)</a:t>
                      </a:r>
                      <a:br>
                        <a:rPr lang="en-US" sz="1400" b="0" i="0" u="none" strike="noStrike" noProof="0">
                          <a:solidFill>
                            <a:srgbClr val="000000"/>
                          </a:solidFill>
                          <a:effectLst/>
                          <a:latin typeface="Segoe UI"/>
                        </a:rPr>
                      </a:br>
                      <a:r>
                        <a:rPr lang="en-US" sz="1400" b="0" i="0" u="none" strike="noStrike" noProof="0">
                          <a:solidFill>
                            <a:srgbClr val="000000"/>
                          </a:solidFill>
                          <a:effectLst/>
                          <a:latin typeface="Segoe UI"/>
                        </a:rPr>
                        <a:t>• Validate SQL Server bottleneck</a:t>
                      </a:r>
                      <a:br>
                        <a:rPr lang="en-US" sz="1400" b="0" i="0" u="none" strike="noStrike" noProof="0">
                          <a:solidFill>
                            <a:srgbClr val="000000"/>
                          </a:solidFill>
                          <a:effectLst/>
                          <a:latin typeface="Segoe UI"/>
                        </a:rPr>
                      </a:br>
                      <a:r>
                        <a:rPr lang="en-US" sz="1400" b="0" i="0" u="none" strike="noStrike" noProof="0">
                          <a:solidFill>
                            <a:srgbClr val="000000"/>
                          </a:solidFill>
                          <a:effectLst/>
                          <a:latin typeface="Segoe UI"/>
                        </a:rPr>
                        <a:t>• Explore query optimization alternative (XS-S cost)</a:t>
                      </a: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507985190"/>
                  </a:ext>
                </a:extLst>
              </a:tr>
            </a:tbl>
          </a:graphicData>
        </a:graphic>
      </p:graphicFrame>
      <p:sp>
        <p:nvSpPr>
          <p:cNvPr id="6" name="Espace réservé du pied de page 2">
            <a:extLst>
              <a:ext uri="{FF2B5EF4-FFF2-40B4-BE49-F238E27FC236}">
                <a16:creationId xmlns:a16="http://schemas.microsoft.com/office/drawing/2014/main" id="{7920F241-2E9E-A07B-1B6B-279B5231B8EA}"/>
              </a:ext>
            </a:extLst>
          </p:cNvPr>
          <p:cNvSpPr>
            <a:spLocks noGrp="1"/>
          </p:cNvSpPr>
          <p:nvPr>
            <p:ph type="ftr" sz="quarter" idx="11"/>
          </p:nvPr>
        </p:nvSpPr>
        <p:spPr>
          <a:xfrm>
            <a:off x="-593" y="6444952"/>
            <a:ext cx="12193181" cy="412389"/>
          </a:xfrm>
          <a:solidFill>
            <a:srgbClr val="F8F9FB"/>
          </a:solidFill>
          <a:ln>
            <a:solidFill>
              <a:srgbClr val="E1E4E8"/>
            </a:solidFill>
          </a:ln>
        </p:spPr>
        <p:txBody>
          <a:bodyPr anchor="ctr"/>
          <a:lstStyle/>
          <a:p>
            <a:pPr algn="l"/>
            <a:r>
              <a:rPr lang="fr-FR" sz="1100">
                <a:solidFill>
                  <a:srgbClr val="6B7C93"/>
                </a:solidFill>
                <a:latin typeface="Segoe UI"/>
                <a:ea typeface="+mn-lt"/>
                <a:cs typeface="Segoe UI"/>
              </a:rPr>
              <a:t>  ISWC System Audit – </a:t>
            </a:r>
            <a:r>
              <a:rPr lang="fr-FR" sz="1100" err="1">
                <a:solidFill>
                  <a:srgbClr val="6B7C93"/>
                </a:solidFill>
                <a:latin typeface="Segoe UI"/>
                <a:ea typeface="+mn-lt"/>
                <a:cs typeface="Segoe UI"/>
              </a:rPr>
              <a:t>Findings</a:t>
            </a:r>
            <a:r>
              <a:rPr lang="fr-FR" sz="1100">
                <a:solidFill>
                  <a:srgbClr val="6B7C93"/>
                </a:solidFill>
                <a:latin typeface="Segoe UI"/>
                <a:ea typeface="+mn-lt"/>
                <a:cs typeface="Segoe UI"/>
              </a:rPr>
              <a:t> &amp; Strategic </a:t>
            </a:r>
            <a:r>
              <a:rPr lang="fr-FR" sz="1100" err="1">
                <a:solidFill>
                  <a:srgbClr val="6B7C93"/>
                </a:solidFill>
                <a:latin typeface="Segoe UI"/>
                <a:ea typeface="+mn-lt"/>
                <a:cs typeface="Segoe UI"/>
              </a:rPr>
              <a:t>Recommendations</a:t>
            </a:r>
            <a:r>
              <a:rPr lang="fr-FR" sz="1100">
                <a:solidFill>
                  <a:srgbClr val="6B7C93"/>
                </a:solidFill>
                <a:latin typeface="Segoe UI"/>
                <a:ea typeface="+mn-lt"/>
                <a:cs typeface="Segoe UI"/>
              </a:rPr>
              <a:t> • </a:t>
            </a:r>
            <a:r>
              <a:rPr lang="fr-FR" sz="1100" err="1">
                <a:solidFill>
                  <a:srgbClr val="6B7C93"/>
                </a:solidFill>
                <a:latin typeface="Segoe UI"/>
                <a:ea typeface="+mn-lt"/>
                <a:cs typeface="Segoe UI"/>
              </a:rPr>
              <a:t>November</a:t>
            </a:r>
            <a:r>
              <a:rPr lang="fr-FR" sz="1100">
                <a:solidFill>
                  <a:srgbClr val="6B7C93"/>
                </a:solidFill>
                <a:latin typeface="Segoe UI"/>
                <a:ea typeface="+mn-lt"/>
                <a:cs typeface="Segoe UI"/>
              </a:rPr>
              <a:t> 24, 2025</a:t>
            </a:r>
            <a:endParaRPr lang="fr-FR" sz="1100">
              <a:latin typeface="Segoe UI"/>
              <a:cs typeface="Segoe UI"/>
            </a:endParaRPr>
          </a:p>
        </p:txBody>
      </p:sp>
      <p:sp>
        <p:nvSpPr>
          <p:cNvPr id="8" name="Espace réservé du numéro de diapositive 6">
            <a:extLst>
              <a:ext uri="{FF2B5EF4-FFF2-40B4-BE49-F238E27FC236}">
                <a16:creationId xmlns:a16="http://schemas.microsoft.com/office/drawing/2014/main" id="{E52445F2-D2F3-8AE7-F057-D687FDF876AE}"/>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dirty="0" smtClean="0">
                <a:solidFill>
                  <a:srgbClr val="1E3A5F"/>
                </a:solidFill>
                <a:latin typeface="Segoe UI"/>
                <a:cs typeface="Segoe UI"/>
              </a:rPr>
              <a:pPr algn="ctr"/>
              <a:t>40</a:t>
            </a:fld>
            <a:endParaRPr lang="fr-FR">
              <a:solidFill>
                <a:srgbClr val="1E3A5F"/>
              </a:solidFill>
              <a:latin typeface="Segoe UI"/>
              <a:ea typeface="Calibri"/>
              <a:cs typeface="Segoe UI"/>
            </a:endParaRPr>
          </a:p>
        </p:txBody>
      </p:sp>
      <p:sp>
        <p:nvSpPr>
          <p:cNvPr id="10" name="ZoneTexte 9">
            <a:extLst>
              <a:ext uri="{FF2B5EF4-FFF2-40B4-BE49-F238E27FC236}">
                <a16:creationId xmlns:a16="http://schemas.microsoft.com/office/drawing/2014/main" id="{BF22E59D-2187-6B20-1FF7-6ACB6CF0F8C6}"/>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b="1">
                <a:solidFill>
                  <a:srgbClr val="1E3A5F"/>
                </a:solidFill>
                <a:latin typeface="Segoe UI"/>
                <a:ea typeface="Calibri"/>
                <a:cs typeface="Segoe UI"/>
              </a:rPr>
              <a:t>———  PART 7 — Decision Points &amp; Next Steps</a:t>
            </a:r>
          </a:p>
        </p:txBody>
      </p:sp>
      <p:cxnSp>
        <p:nvCxnSpPr>
          <p:cNvPr id="12" name="Connecteur droit avec flèche 11">
            <a:extLst>
              <a:ext uri="{FF2B5EF4-FFF2-40B4-BE49-F238E27FC236}">
                <a16:creationId xmlns:a16="http://schemas.microsoft.com/office/drawing/2014/main" id="{F975B1AA-0F7B-78AC-185D-79326529122E}"/>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520694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D1C16-1087-C548-976E-4FAAC3856659}"/>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D30884E1-3DB9-3986-698C-28308003FF09}"/>
              </a:ext>
            </a:extLst>
          </p:cNvPr>
          <p:cNvSpPr txBox="1"/>
          <p:nvPr/>
        </p:nvSpPr>
        <p:spPr>
          <a:xfrm>
            <a:off x="762001" y="5074024"/>
            <a:ext cx="10583042" cy="598032"/>
          </a:xfrm>
          <a:prstGeom prst="rect">
            <a:avLst/>
          </a:prstGeom>
        </p:spPr>
        <p:txBody>
          <a:bodyPr rot="0" spcFirstLastPara="0" vert="horz"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lnSpc>
                <a:spcPct val="90000"/>
              </a:lnSpc>
              <a:spcBef>
                <a:spcPct val="0"/>
              </a:spcBef>
              <a:spcAft>
                <a:spcPts val="600"/>
              </a:spcAft>
            </a:pPr>
            <a:r>
              <a:rPr lang="en-US" sz="2400">
                <a:latin typeface="Segoe UI"/>
                <a:ea typeface="+mn-lt"/>
                <a:cs typeface="Segoe UI"/>
              </a:rPr>
              <a:t>✅ </a:t>
            </a:r>
            <a:r>
              <a:rPr lang="en-US" sz="2800">
                <a:latin typeface="Segoe UI"/>
                <a:ea typeface="+mn-lt"/>
                <a:cs typeface="Segoe UI"/>
              </a:rPr>
              <a:t>DECISION 4: Research Alternative Matching Engine Vendors?</a:t>
            </a:r>
          </a:p>
        </p:txBody>
      </p:sp>
      <p:sp>
        <p:nvSpPr>
          <p:cNvPr id="3" name="ZoneTexte 4">
            <a:extLst>
              <a:ext uri="{FF2B5EF4-FFF2-40B4-BE49-F238E27FC236}">
                <a16:creationId xmlns:a16="http://schemas.microsoft.com/office/drawing/2014/main" id="{2F83E857-5151-B447-DAD4-DC5C24C54264}"/>
              </a:ext>
            </a:extLst>
          </p:cNvPr>
          <p:cNvSpPr txBox="1"/>
          <p:nvPr/>
        </p:nvSpPr>
        <p:spPr>
          <a:xfrm>
            <a:off x="762001" y="5672059"/>
            <a:ext cx="10109199" cy="547765"/>
          </a:xfrm>
          <a:prstGeom prst="rect">
            <a:avLst/>
          </a:prstGeom>
        </p:spPr>
        <p:txBody>
          <a:bodyPr rot="0" spcFirstLastPara="0" vert="horz" lIns="91440" tIns="45720" rIns="91440" bIns="45720" numCol="1" spcCol="0" rtlCol="0" fromWordArt="0" anchor="t" anchorCtr="0" forceAA="0" compatLnSpc="1">
            <a:prstTxWarp prst="textNoShape">
              <a:avLst/>
            </a:prstTxWarp>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lnSpc>
                <a:spcPct val="90000"/>
              </a:lnSpc>
              <a:spcBef>
                <a:spcPts val="1000"/>
              </a:spcBef>
            </a:pPr>
            <a:r>
              <a:rPr lang="en-US" kern="1200">
                <a:solidFill>
                  <a:schemeClr val="tx1"/>
                </a:solidFill>
                <a:latin typeface="Segoe UI"/>
                <a:cs typeface="Segoe UI"/>
              </a:rPr>
              <a:t>Strategic Decisions Required </a:t>
            </a:r>
            <a:endParaRPr lang="en-US" kern="1200">
              <a:latin typeface="Segoe UI"/>
              <a:ea typeface="Calibri"/>
              <a:cs typeface="Segoe UI"/>
            </a:endParaRPr>
          </a:p>
        </p:txBody>
      </p:sp>
      <p:sp>
        <p:nvSpPr>
          <p:cNvPr id="21" name="Rectangle 20">
            <a:extLst>
              <a:ext uri="{FF2B5EF4-FFF2-40B4-BE49-F238E27FC236}">
                <a16:creationId xmlns:a16="http://schemas.microsoft.com/office/drawing/2014/main" id="{67BA35E3-5E0A-C46A-426B-65CEF60C16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4390253"/>
          </a:xfrm>
          <a:prstGeom prst="rect">
            <a:avLst/>
          </a:prstGeom>
          <a:solidFill>
            <a:schemeClr val="bg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11">
            <a:extLst>
              <a:ext uri="{FF2B5EF4-FFF2-40B4-BE49-F238E27FC236}">
                <a16:creationId xmlns:a16="http://schemas.microsoft.com/office/drawing/2014/main" id="{BFA46461-DDE2-2D68-FA03-9B14B5738E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1" y="4811517"/>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Tableau 4">
            <a:extLst>
              <a:ext uri="{FF2B5EF4-FFF2-40B4-BE49-F238E27FC236}">
                <a16:creationId xmlns:a16="http://schemas.microsoft.com/office/drawing/2014/main" id="{4493BE40-0D46-7B72-50FB-81E4C1CF2FA4}"/>
              </a:ext>
            </a:extLst>
          </p:cNvPr>
          <p:cNvGraphicFramePr>
            <a:graphicFrameLocks noGrp="1"/>
          </p:cNvGraphicFramePr>
          <p:nvPr>
            <p:extLst>
              <p:ext uri="{D42A27DB-BD31-4B8C-83A1-F6EECF244321}">
                <p14:modId xmlns:p14="http://schemas.microsoft.com/office/powerpoint/2010/main" val="1133431824"/>
              </p:ext>
            </p:extLst>
          </p:nvPr>
        </p:nvGraphicFramePr>
        <p:xfrm>
          <a:off x="856382" y="410372"/>
          <a:ext cx="10488661" cy="3882392"/>
        </p:xfrm>
        <a:graphic>
          <a:graphicData uri="http://schemas.openxmlformats.org/drawingml/2006/table">
            <a:tbl>
              <a:tblPr firstRow="1" bandRow="1">
                <a:tableStyleId>{5C22544A-7EE6-4342-B048-85BDC9FD1C3A}</a:tableStyleId>
              </a:tblPr>
              <a:tblGrid>
                <a:gridCol w="4000750">
                  <a:extLst>
                    <a:ext uri="{9D8B030D-6E8A-4147-A177-3AD203B41FA5}">
                      <a16:colId xmlns:a16="http://schemas.microsoft.com/office/drawing/2014/main" val="3544225696"/>
                    </a:ext>
                  </a:extLst>
                </a:gridCol>
                <a:gridCol w="6487911">
                  <a:extLst>
                    <a:ext uri="{9D8B030D-6E8A-4147-A177-3AD203B41FA5}">
                      <a16:colId xmlns:a16="http://schemas.microsoft.com/office/drawing/2014/main" val="4049170356"/>
                    </a:ext>
                  </a:extLst>
                </a:gridCol>
              </a:tblGrid>
              <a:tr h="317083">
                <a:tc>
                  <a:txBody>
                    <a:bodyPr/>
                    <a:lstStyle/>
                    <a:p>
                      <a:pPr algn="l">
                        <a:buNone/>
                      </a:pPr>
                      <a:r>
                        <a:rPr lang="en-US" sz="1500" noProof="0">
                          <a:solidFill>
                            <a:srgbClr val="002060"/>
                          </a:solidFill>
                          <a:effectLst/>
                          <a:latin typeface="Segoe UI"/>
                        </a:rPr>
                        <a:t>Aspect</a:t>
                      </a: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lgn="l">
                        <a:buNone/>
                      </a:pPr>
                      <a:r>
                        <a:rPr lang="en-US" sz="1500" noProof="0">
                          <a:solidFill>
                            <a:srgbClr val="002060"/>
                          </a:solidFill>
                          <a:effectLst/>
                          <a:latin typeface="Segoe UI"/>
                        </a:rPr>
                        <a:t>Details</a:t>
                      </a: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825110990"/>
                  </a:ext>
                </a:extLst>
              </a:tr>
              <a:tr h="337540">
                <a:tc>
                  <a:txBody>
                    <a:bodyPr/>
                    <a:lstStyle/>
                    <a:p>
                      <a:pPr>
                        <a:buNone/>
                      </a:pPr>
                      <a:r>
                        <a:rPr lang="en-US" sz="1500" b="1" noProof="0">
                          <a:effectLst/>
                          <a:latin typeface="Segoe UI"/>
                        </a:rPr>
                        <a:t>Investment</a:t>
                      </a:r>
                      <a:endParaRPr lang="en-US" sz="1500" noProof="0">
                        <a:effectLst/>
                        <a:latin typeface="Segoe UI"/>
                      </a:endParaRP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lvl="0">
                        <a:buNone/>
                      </a:pPr>
                      <a:r>
                        <a:rPr lang="en-US" sz="1500" noProof="0">
                          <a:effectLst/>
                          <a:latin typeface="Segoe UI"/>
                        </a:rPr>
                        <a:t>XS (market research, vendor proposals)</a:t>
                      </a:r>
                      <a:endParaRPr lang="en-US" sz="1500" noProof="0">
                        <a:latin typeface="Segoe UI"/>
                      </a:endParaRP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930605818"/>
                  </a:ext>
                </a:extLst>
              </a:tr>
              <a:tr h="337540">
                <a:tc>
                  <a:txBody>
                    <a:bodyPr/>
                    <a:lstStyle/>
                    <a:p>
                      <a:pPr>
                        <a:buNone/>
                      </a:pPr>
                      <a:r>
                        <a:rPr lang="en-US" sz="1500" b="1" noProof="0">
                          <a:effectLst/>
                          <a:latin typeface="Segoe UI"/>
                        </a:rPr>
                        <a:t>Timeline</a:t>
                      </a:r>
                      <a:endParaRPr lang="en-US" sz="1500" noProof="0">
                        <a:effectLst/>
                        <a:latin typeface="Segoe UI"/>
                      </a:endParaRP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tc>
                  <a:txBody>
                    <a:bodyPr/>
                    <a:lstStyle/>
                    <a:p>
                      <a:pPr lvl="0">
                        <a:buNone/>
                      </a:pPr>
                      <a:r>
                        <a:rPr lang="en-US" sz="1500" noProof="0">
                          <a:effectLst/>
                          <a:latin typeface="Segoe UI"/>
                        </a:rPr>
                        <a:t>During Phase 1 </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172134703"/>
                  </a:ext>
                </a:extLst>
              </a:tr>
              <a:tr h="337540">
                <a:tc>
                  <a:txBody>
                    <a:bodyPr/>
                    <a:lstStyle/>
                    <a:p>
                      <a:pPr>
                        <a:buNone/>
                      </a:pPr>
                      <a:r>
                        <a:rPr lang="en-US" sz="1500" b="1" noProof="0">
                          <a:effectLst/>
                          <a:latin typeface="Segoe UI"/>
                        </a:rPr>
                        <a:t>Risk</a:t>
                      </a:r>
                      <a:endParaRPr lang="en-US" sz="1500" noProof="0">
                        <a:effectLst/>
                        <a:latin typeface="Segoe UI"/>
                      </a:endParaRP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lvl="0">
                        <a:buNone/>
                      </a:pPr>
                      <a:r>
                        <a:rPr lang="en-US" sz="1500" noProof="0">
                          <a:effectLst/>
                          <a:latin typeface="Segoe UI"/>
                        </a:rPr>
                        <a:t>Very Low (research only, no commitment)</a:t>
                      </a:r>
                      <a:endParaRPr lang="en-US" sz="1500" noProof="0">
                        <a:latin typeface="Segoe UI"/>
                      </a:endParaRP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268103300"/>
                  </a:ext>
                </a:extLst>
              </a:tr>
              <a:tr h="337540">
                <a:tc>
                  <a:txBody>
                    <a:bodyPr/>
                    <a:lstStyle/>
                    <a:p>
                      <a:pPr>
                        <a:buNone/>
                      </a:pPr>
                      <a:r>
                        <a:rPr lang="en-US" sz="1500" b="1" noProof="0">
                          <a:effectLst/>
                          <a:latin typeface="Segoe UI"/>
                        </a:rPr>
                        <a:t>RECOMMENDATION</a:t>
                      </a:r>
                      <a:endParaRPr lang="en-US" sz="1500" noProof="0">
                        <a:effectLst/>
                        <a:latin typeface="Segoe UI"/>
                      </a:endParaRP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tc>
                  <a:txBody>
                    <a:bodyPr/>
                    <a:lstStyle/>
                    <a:p>
                      <a:pPr lvl="0">
                        <a:buNone/>
                      </a:pPr>
                      <a:r>
                        <a:rPr lang="en-US" sz="1500" noProof="0">
                          <a:effectLst/>
                          <a:latin typeface="Segoe UI"/>
                        </a:rPr>
                        <a:t>✅ </a:t>
                      </a:r>
                      <a:r>
                        <a:rPr lang="en-US" sz="1500" b="1" noProof="0">
                          <a:effectLst/>
                          <a:latin typeface="Segoe UI"/>
                        </a:rPr>
                        <a:t>YES (Medium Priority)</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825583719"/>
                  </a:ext>
                </a:extLst>
              </a:tr>
              <a:tr h="562567">
                <a:tc>
                  <a:txBody>
                    <a:bodyPr/>
                    <a:lstStyle/>
                    <a:p>
                      <a:pPr>
                        <a:buNone/>
                      </a:pPr>
                      <a:r>
                        <a:rPr lang="en-US" sz="1500" b="1" noProof="0">
                          <a:effectLst/>
                          <a:latin typeface="Segoe UI"/>
                        </a:rPr>
                        <a:t>Rationale</a:t>
                      </a:r>
                      <a:endParaRPr lang="en-US" sz="1500" noProof="0">
                        <a:effectLst/>
                        <a:latin typeface="Segoe UI"/>
                      </a:endParaRP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lvl="0">
                        <a:buNone/>
                      </a:pPr>
                      <a:r>
                        <a:rPr lang="en-US" sz="1500" noProof="0">
                          <a:effectLst/>
                          <a:latin typeface="Segoe UI"/>
                        </a:rPr>
                        <a:t>Strengthens negotiating position even if CISAC never switches. Informs long-term strategy. Small cost for high strategic value.</a:t>
                      </a:r>
                      <a:endParaRPr lang="en-US" sz="1500" noProof="0">
                        <a:latin typeface="Segoe UI"/>
                      </a:endParaRP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924327668"/>
                  </a:ext>
                </a:extLst>
              </a:tr>
              <a:tr h="1012622">
                <a:tc>
                  <a:txBody>
                    <a:bodyPr/>
                    <a:lstStyle/>
                    <a:p>
                      <a:pPr lvl="0">
                        <a:buNone/>
                      </a:pPr>
                      <a:r>
                        <a:rPr lang="en-US" sz="1500" b="1" noProof="0">
                          <a:effectLst/>
                          <a:latin typeface="Segoe UI"/>
                        </a:rPr>
                        <a:t>Scope</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tc>
                  <a:txBody>
                    <a:bodyPr/>
                    <a:lstStyle/>
                    <a:p>
                      <a:pPr marL="285750" lvl="0" indent="-285750">
                        <a:buFont typeface="Arial"/>
                        <a:buChar char="•"/>
                      </a:pPr>
                      <a:r>
                        <a:rPr lang="en-US" sz="1400" noProof="0">
                          <a:effectLst/>
                          <a:latin typeface="Segoe UI"/>
                        </a:rPr>
                        <a:t>Identify alternative matching engine vendors</a:t>
                      </a:r>
                      <a:endParaRPr lang="en-US" sz="1400" noProof="0">
                        <a:latin typeface="Segoe UI"/>
                      </a:endParaRPr>
                    </a:p>
                    <a:p>
                      <a:pPr marL="285750" lvl="0" indent="-285750">
                        <a:buFont typeface="Arial"/>
                        <a:buChar char="•"/>
                      </a:pPr>
                      <a:r>
                        <a:rPr lang="en-US" sz="1400" noProof="0">
                          <a:effectLst/>
                          <a:latin typeface="Segoe UI"/>
                        </a:rPr>
                        <a:t>Request proposals and demos</a:t>
                      </a:r>
                      <a:endParaRPr lang="en-US" sz="1400" noProof="0">
                        <a:latin typeface="Segoe UI"/>
                      </a:endParaRPr>
                    </a:p>
                    <a:p>
                      <a:pPr marL="285750" lvl="0" indent="-285750">
                        <a:buFont typeface="Arial"/>
                        <a:buChar char="•"/>
                      </a:pPr>
                      <a:r>
                        <a:rPr lang="en-US" sz="1400" noProof="0">
                          <a:effectLst/>
                          <a:latin typeface="Segoe UI"/>
                        </a:rPr>
                        <a:t>Assess functionality comparison</a:t>
                      </a:r>
                      <a:endParaRPr lang="en-US" sz="1400" noProof="0">
                        <a:latin typeface="Segoe UI"/>
                      </a:endParaRPr>
                    </a:p>
                    <a:p>
                      <a:pPr marL="285750" lvl="0" indent="-285750">
                        <a:buFont typeface="Arial"/>
                        <a:buChar char="•"/>
                      </a:pPr>
                      <a:r>
                        <a:rPr lang="en-US" sz="1400" noProof="0">
                          <a:effectLst/>
                          <a:latin typeface="Segoe UI"/>
                        </a:rPr>
                        <a:t>Evaluate API compatibility and integration effort</a:t>
                      </a:r>
                      <a:endParaRPr lang="en-US" sz="1400" noProof="0">
                        <a:latin typeface="Segoe UI"/>
                      </a:endParaRP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666723243"/>
                  </a:ext>
                </a:extLst>
              </a:tr>
              <a:tr h="605424">
                <a:tc>
                  <a:txBody>
                    <a:bodyPr/>
                    <a:lstStyle/>
                    <a:p>
                      <a:pPr>
                        <a:buNone/>
                      </a:pPr>
                      <a:r>
                        <a:rPr lang="en-US" sz="1500" b="1" noProof="0">
                          <a:effectLst/>
                          <a:latin typeface="Segoe UI"/>
                        </a:rPr>
                        <a:t>Action Required</a:t>
                      </a:r>
                      <a:endParaRPr lang="en-US" sz="1500" noProof="0">
                        <a:effectLst/>
                        <a:latin typeface="Segoe UI"/>
                      </a:endParaRP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chemeClr val="bg1"/>
                    </a:solidFill>
                  </a:tcPr>
                </a:tc>
                <a:tc>
                  <a:txBody>
                    <a:bodyPr/>
                    <a:lstStyle/>
                    <a:p>
                      <a:pPr marL="285750" lvl="0" indent="-285750">
                        <a:buFont typeface="Arial"/>
                        <a:buChar char="•"/>
                      </a:pPr>
                      <a:r>
                        <a:rPr lang="en-US" sz="1400" noProof="0">
                          <a:effectLst/>
                          <a:latin typeface="Segoe UI"/>
                        </a:rPr>
                        <a:t>Define matching engine requirements spec</a:t>
                      </a:r>
                      <a:endParaRPr lang="en-US" sz="1400" b="0" i="0" u="none" strike="noStrike" noProof="0">
                        <a:solidFill>
                          <a:srgbClr val="000000"/>
                        </a:solidFill>
                        <a:effectLst/>
                        <a:latin typeface="Segoe UI"/>
                      </a:endParaRPr>
                    </a:p>
                    <a:p>
                      <a:pPr marL="285750" lvl="0" indent="-285750">
                        <a:buFont typeface="Arial"/>
                        <a:buChar char="•"/>
                      </a:pPr>
                      <a:r>
                        <a:rPr lang="en-US" sz="1400" noProof="0">
                          <a:effectLst/>
                          <a:latin typeface="Segoe UI"/>
                        </a:rPr>
                        <a:t>Research music rights technology vendors</a:t>
                      </a:r>
                      <a:endParaRPr lang="en-US" sz="1400" b="0" i="0" u="none" strike="noStrike" noProof="0">
                        <a:solidFill>
                          <a:srgbClr val="000000"/>
                        </a:solidFill>
                        <a:effectLst/>
                        <a:latin typeface="Segoe UI"/>
                      </a:endParaRP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chemeClr val="bg1"/>
                    </a:solidFill>
                  </a:tcPr>
                </a:tc>
                <a:extLst>
                  <a:ext uri="{0D108BD9-81ED-4DB2-BD59-A6C34878D82A}">
                    <a16:rowId xmlns:a16="http://schemas.microsoft.com/office/drawing/2014/main" val="1507985190"/>
                  </a:ext>
                </a:extLst>
              </a:tr>
            </a:tbl>
          </a:graphicData>
        </a:graphic>
      </p:graphicFrame>
      <p:sp>
        <p:nvSpPr>
          <p:cNvPr id="6" name="Espace réservé du pied de page 2">
            <a:extLst>
              <a:ext uri="{FF2B5EF4-FFF2-40B4-BE49-F238E27FC236}">
                <a16:creationId xmlns:a16="http://schemas.microsoft.com/office/drawing/2014/main" id="{EA33F158-F757-1A8F-89D4-80047E1EEA88}"/>
              </a:ext>
            </a:extLst>
          </p:cNvPr>
          <p:cNvSpPr>
            <a:spLocks noGrp="1"/>
          </p:cNvSpPr>
          <p:nvPr>
            <p:ph type="ftr" sz="quarter" idx="11"/>
          </p:nvPr>
        </p:nvSpPr>
        <p:spPr>
          <a:xfrm>
            <a:off x="-593" y="6444952"/>
            <a:ext cx="12193181" cy="412389"/>
          </a:xfrm>
          <a:solidFill>
            <a:srgbClr val="F8F9FB"/>
          </a:solidFill>
          <a:ln>
            <a:solidFill>
              <a:srgbClr val="E1E4E8"/>
            </a:solidFill>
          </a:ln>
        </p:spPr>
        <p:txBody>
          <a:bodyPr anchor="ctr"/>
          <a:lstStyle/>
          <a:p>
            <a:pPr algn="l"/>
            <a:r>
              <a:rPr lang="fr-FR" sz="1100">
                <a:solidFill>
                  <a:srgbClr val="6B7C93"/>
                </a:solidFill>
                <a:latin typeface="Segoe UI"/>
                <a:ea typeface="+mn-lt"/>
                <a:cs typeface="Segoe UI"/>
              </a:rPr>
              <a:t>  ISWC System Audit – </a:t>
            </a:r>
            <a:r>
              <a:rPr lang="fr-FR" sz="1100" err="1">
                <a:solidFill>
                  <a:srgbClr val="6B7C93"/>
                </a:solidFill>
                <a:latin typeface="Segoe UI"/>
                <a:ea typeface="+mn-lt"/>
                <a:cs typeface="Segoe UI"/>
              </a:rPr>
              <a:t>Findings</a:t>
            </a:r>
            <a:r>
              <a:rPr lang="fr-FR" sz="1100">
                <a:solidFill>
                  <a:srgbClr val="6B7C93"/>
                </a:solidFill>
                <a:latin typeface="Segoe UI"/>
                <a:ea typeface="+mn-lt"/>
                <a:cs typeface="Segoe UI"/>
              </a:rPr>
              <a:t> &amp; Strategic </a:t>
            </a:r>
            <a:r>
              <a:rPr lang="fr-FR" sz="1100" err="1">
                <a:solidFill>
                  <a:srgbClr val="6B7C93"/>
                </a:solidFill>
                <a:latin typeface="Segoe UI"/>
                <a:ea typeface="+mn-lt"/>
                <a:cs typeface="Segoe UI"/>
              </a:rPr>
              <a:t>Recommendations</a:t>
            </a:r>
            <a:r>
              <a:rPr lang="fr-FR" sz="1100">
                <a:solidFill>
                  <a:srgbClr val="6B7C93"/>
                </a:solidFill>
                <a:latin typeface="Segoe UI"/>
                <a:ea typeface="+mn-lt"/>
                <a:cs typeface="Segoe UI"/>
              </a:rPr>
              <a:t> • </a:t>
            </a:r>
            <a:r>
              <a:rPr lang="fr-FR" sz="1100" err="1">
                <a:solidFill>
                  <a:srgbClr val="6B7C93"/>
                </a:solidFill>
                <a:latin typeface="Segoe UI"/>
                <a:ea typeface="+mn-lt"/>
                <a:cs typeface="Segoe UI"/>
              </a:rPr>
              <a:t>November</a:t>
            </a:r>
            <a:r>
              <a:rPr lang="fr-FR" sz="1100">
                <a:solidFill>
                  <a:srgbClr val="6B7C93"/>
                </a:solidFill>
                <a:latin typeface="Segoe UI"/>
                <a:ea typeface="+mn-lt"/>
                <a:cs typeface="Segoe UI"/>
              </a:rPr>
              <a:t> 24, 2025</a:t>
            </a:r>
            <a:endParaRPr lang="fr-FR" sz="1100">
              <a:latin typeface="Segoe UI"/>
              <a:cs typeface="Segoe UI"/>
            </a:endParaRPr>
          </a:p>
        </p:txBody>
      </p:sp>
      <p:sp>
        <p:nvSpPr>
          <p:cNvPr id="8" name="Espace réservé du numéro de diapositive 6">
            <a:extLst>
              <a:ext uri="{FF2B5EF4-FFF2-40B4-BE49-F238E27FC236}">
                <a16:creationId xmlns:a16="http://schemas.microsoft.com/office/drawing/2014/main" id="{59CF11FA-46C5-B872-5AF0-9AC43A6E66E4}"/>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dirty="0" smtClean="0">
                <a:solidFill>
                  <a:srgbClr val="1E3A5F"/>
                </a:solidFill>
                <a:latin typeface="Segoe UI"/>
                <a:cs typeface="Segoe UI"/>
              </a:rPr>
              <a:pPr algn="ctr"/>
              <a:t>41</a:t>
            </a:fld>
            <a:endParaRPr lang="fr-FR">
              <a:solidFill>
                <a:srgbClr val="1E3A5F"/>
              </a:solidFill>
              <a:latin typeface="Segoe UI"/>
              <a:ea typeface="Calibri"/>
              <a:cs typeface="Segoe UI"/>
            </a:endParaRPr>
          </a:p>
        </p:txBody>
      </p:sp>
      <p:sp>
        <p:nvSpPr>
          <p:cNvPr id="10" name="ZoneTexte 9">
            <a:extLst>
              <a:ext uri="{FF2B5EF4-FFF2-40B4-BE49-F238E27FC236}">
                <a16:creationId xmlns:a16="http://schemas.microsoft.com/office/drawing/2014/main" id="{D84185AC-8E23-8DBD-BB91-D54F37B36AEA}"/>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b="1">
                <a:solidFill>
                  <a:srgbClr val="1E3A5F"/>
                </a:solidFill>
                <a:latin typeface="Segoe UI"/>
                <a:ea typeface="Calibri"/>
                <a:cs typeface="Segoe UI"/>
              </a:rPr>
              <a:t>———  PART 7 — Decision Points &amp; Next Steps</a:t>
            </a:r>
          </a:p>
        </p:txBody>
      </p:sp>
      <p:cxnSp>
        <p:nvCxnSpPr>
          <p:cNvPr id="12" name="Connecteur droit avec flèche 11">
            <a:extLst>
              <a:ext uri="{FF2B5EF4-FFF2-40B4-BE49-F238E27FC236}">
                <a16:creationId xmlns:a16="http://schemas.microsoft.com/office/drawing/2014/main" id="{EF779DCF-4A74-A6C1-DE0F-1ECEBEDD8D81}"/>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865407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CF024-46DE-D032-D1CF-FE99A4787D6D}"/>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F40E791E-0003-FEA7-811B-12B513DA5B8C}"/>
              </a:ext>
            </a:extLst>
          </p:cNvPr>
          <p:cNvSpPr txBox="1"/>
          <p:nvPr/>
        </p:nvSpPr>
        <p:spPr>
          <a:xfrm>
            <a:off x="762001" y="5074024"/>
            <a:ext cx="10109199" cy="598032"/>
          </a:xfrm>
          <a:prstGeom prst="rect">
            <a:avLst/>
          </a:prstGeom>
        </p:spPr>
        <p:txBody>
          <a:bodyPr rot="0" spcFirstLastPara="0" vert="horz" lIns="91440" tIns="45720" rIns="91440" bIns="45720" numCol="1" spcCol="0" rtlCol="0" fromWordArt="0" anchor="ctr" anchorCtr="0" forceAA="0" compatLnSpc="1">
            <a:prstTxWarp prst="textNoShape">
              <a:avLst/>
            </a:prstTxWarp>
            <a:normAutofit fontScale="85000" lnSpcReduction="1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lnSpc>
                <a:spcPct val="90000"/>
              </a:lnSpc>
              <a:spcBef>
                <a:spcPct val="0"/>
              </a:spcBef>
              <a:spcAft>
                <a:spcPts val="600"/>
              </a:spcAft>
            </a:pPr>
            <a:r>
              <a:rPr lang="en-US" sz="2800">
                <a:latin typeface="Segoe UI"/>
                <a:ea typeface="+mn-lt"/>
                <a:cs typeface="Segoe UI"/>
              </a:rPr>
              <a:t>⏸️ </a:t>
            </a:r>
            <a:r>
              <a:rPr lang="en-US" sz="3300">
                <a:latin typeface="Segoe UI"/>
                <a:ea typeface="+mn-lt"/>
                <a:cs typeface="Segoe UI"/>
              </a:rPr>
              <a:t>DECISION 5: Vendor Relationship Strategy Going Forward?</a:t>
            </a:r>
            <a:endParaRPr lang="en-US">
              <a:latin typeface="Segoe UI"/>
              <a:ea typeface="+mn-lt"/>
              <a:cs typeface="Segoe UI"/>
            </a:endParaRPr>
          </a:p>
        </p:txBody>
      </p:sp>
      <p:sp>
        <p:nvSpPr>
          <p:cNvPr id="3" name="ZoneTexte 4">
            <a:extLst>
              <a:ext uri="{FF2B5EF4-FFF2-40B4-BE49-F238E27FC236}">
                <a16:creationId xmlns:a16="http://schemas.microsoft.com/office/drawing/2014/main" id="{8E56CD1B-9C3E-0FCC-5ED3-82A861B9ABF4}"/>
              </a:ext>
            </a:extLst>
          </p:cNvPr>
          <p:cNvSpPr txBox="1"/>
          <p:nvPr/>
        </p:nvSpPr>
        <p:spPr>
          <a:xfrm>
            <a:off x="762001" y="5672059"/>
            <a:ext cx="10109199" cy="547765"/>
          </a:xfrm>
          <a:prstGeom prst="rect">
            <a:avLst/>
          </a:prstGeom>
        </p:spPr>
        <p:txBody>
          <a:bodyPr rot="0" spcFirstLastPara="0" vert="horz" lIns="91440" tIns="45720" rIns="91440" bIns="45720" numCol="1" spcCol="0" rtlCol="0" fromWordArt="0" anchor="t" anchorCtr="0" forceAA="0" compatLnSpc="1">
            <a:prstTxWarp prst="textNoShape">
              <a:avLst/>
            </a:prstTxWarp>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lnSpc>
                <a:spcPct val="90000"/>
              </a:lnSpc>
              <a:spcBef>
                <a:spcPts val="1000"/>
              </a:spcBef>
            </a:pPr>
            <a:r>
              <a:rPr lang="en-US" kern="1200">
                <a:solidFill>
                  <a:schemeClr val="tx1"/>
                </a:solidFill>
                <a:latin typeface="Segoe UI"/>
                <a:cs typeface="Segoe UI"/>
              </a:rPr>
              <a:t>Strategic Decisions Required </a:t>
            </a:r>
            <a:endParaRPr lang="en-US" kern="1200">
              <a:latin typeface="Segoe UI"/>
              <a:ea typeface="Calibri"/>
              <a:cs typeface="Segoe UI"/>
            </a:endParaRPr>
          </a:p>
        </p:txBody>
      </p:sp>
      <p:sp>
        <p:nvSpPr>
          <p:cNvPr id="21" name="Rectangle 20">
            <a:extLst>
              <a:ext uri="{FF2B5EF4-FFF2-40B4-BE49-F238E27FC236}">
                <a16:creationId xmlns:a16="http://schemas.microsoft.com/office/drawing/2014/main" id="{CC2DCB49-2518-B1CA-597D-90FC900160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4390253"/>
          </a:xfrm>
          <a:prstGeom prst="rect">
            <a:avLst/>
          </a:prstGeom>
          <a:solidFill>
            <a:schemeClr val="bg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11">
            <a:extLst>
              <a:ext uri="{FF2B5EF4-FFF2-40B4-BE49-F238E27FC236}">
                <a16:creationId xmlns:a16="http://schemas.microsoft.com/office/drawing/2014/main" id="{FDBFB23E-4549-5CC1-48F0-E7127257C57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1" y="4811517"/>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Tableau 4">
            <a:extLst>
              <a:ext uri="{FF2B5EF4-FFF2-40B4-BE49-F238E27FC236}">
                <a16:creationId xmlns:a16="http://schemas.microsoft.com/office/drawing/2014/main" id="{47F6D593-F87F-F7CA-310A-4121BEFDEF23}"/>
              </a:ext>
            </a:extLst>
          </p:cNvPr>
          <p:cNvGraphicFramePr>
            <a:graphicFrameLocks noGrp="1"/>
          </p:cNvGraphicFramePr>
          <p:nvPr>
            <p:extLst>
              <p:ext uri="{D42A27DB-BD31-4B8C-83A1-F6EECF244321}">
                <p14:modId xmlns:p14="http://schemas.microsoft.com/office/powerpoint/2010/main" val="530679467"/>
              </p:ext>
            </p:extLst>
          </p:nvPr>
        </p:nvGraphicFramePr>
        <p:xfrm>
          <a:off x="760038" y="415198"/>
          <a:ext cx="10488661" cy="2462466"/>
        </p:xfrm>
        <a:graphic>
          <a:graphicData uri="http://schemas.openxmlformats.org/drawingml/2006/table">
            <a:tbl>
              <a:tblPr firstRow="1" bandRow="1">
                <a:tableStyleId>{5C22544A-7EE6-4342-B048-85BDC9FD1C3A}</a:tableStyleId>
              </a:tblPr>
              <a:tblGrid>
                <a:gridCol w="4000750">
                  <a:extLst>
                    <a:ext uri="{9D8B030D-6E8A-4147-A177-3AD203B41FA5}">
                      <a16:colId xmlns:a16="http://schemas.microsoft.com/office/drawing/2014/main" val="3544225696"/>
                    </a:ext>
                  </a:extLst>
                </a:gridCol>
                <a:gridCol w="6487911">
                  <a:extLst>
                    <a:ext uri="{9D8B030D-6E8A-4147-A177-3AD203B41FA5}">
                      <a16:colId xmlns:a16="http://schemas.microsoft.com/office/drawing/2014/main" val="4049170356"/>
                    </a:ext>
                  </a:extLst>
                </a:gridCol>
              </a:tblGrid>
              <a:tr h="289481">
                <a:tc>
                  <a:txBody>
                    <a:bodyPr/>
                    <a:lstStyle/>
                    <a:p>
                      <a:pPr algn="l">
                        <a:buNone/>
                      </a:pPr>
                      <a:r>
                        <a:rPr lang="en-US" sz="1400" noProof="0">
                          <a:solidFill>
                            <a:srgbClr val="002060"/>
                          </a:solidFill>
                          <a:effectLst/>
                          <a:latin typeface="Segoe UI"/>
                        </a:rPr>
                        <a:t>Aspect</a:t>
                      </a: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lgn="l">
                        <a:buNone/>
                      </a:pPr>
                      <a:r>
                        <a:rPr lang="en-US" sz="1400" noProof="0">
                          <a:solidFill>
                            <a:srgbClr val="002060"/>
                          </a:solidFill>
                          <a:effectLst/>
                          <a:latin typeface="Segoe UI"/>
                        </a:rPr>
                        <a:t>Details</a:t>
                      </a: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825110990"/>
                  </a:ext>
                </a:extLst>
              </a:tr>
              <a:tr h="298528">
                <a:tc>
                  <a:txBody>
                    <a:bodyPr/>
                    <a:lstStyle/>
                    <a:p>
                      <a:pPr>
                        <a:buNone/>
                      </a:pPr>
                      <a:r>
                        <a:rPr lang="en-US" sz="1400" b="1" noProof="0">
                          <a:effectLst/>
                          <a:latin typeface="Segoe UI"/>
                        </a:rPr>
                        <a:t>Investment</a:t>
                      </a:r>
                      <a:endParaRPr lang="en-US" sz="1400" noProof="0">
                        <a:effectLst/>
                        <a:latin typeface="Segoe UI"/>
                      </a:endParaRP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lvl="0">
                        <a:buNone/>
                      </a:pPr>
                      <a:r>
                        <a:rPr lang="en-US" sz="1400" noProof="0">
                          <a:effectLst/>
                          <a:latin typeface="Segoe UI"/>
                        </a:rPr>
                        <a:t>XS (market research, vendor proposals)</a:t>
                      </a:r>
                      <a:endParaRPr lang="en-US" sz="1400" noProof="0">
                        <a:latin typeface="Segoe UI"/>
                      </a:endParaRP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930605818"/>
                  </a:ext>
                </a:extLst>
              </a:tr>
              <a:tr h="298527">
                <a:tc>
                  <a:txBody>
                    <a:bodyPr/>
                    <a:lstStyle/>
                    <a:p>
                      <a:pPr lvl="0">
                        <a:buNone/>
                      </a:pPr>
                      <a:r>
                        <a:rPr lang="en-US" sz="1400" b="1" noProof="0">
                          <a:effectLst/>
                          <a:latin typeface="Segoe UI"/>
                        </a:rPr>
                        <a:t>Timeline</a:t>
                      </a:r>
                    </a:p>
                  </a:txBody>
                  <a:tcPr marL="100366" marR="100366" marT="46322" marB="46322" anchor="ctr">
                    <a:lnL w="9524">
                      <a:solidFill>
                        <a:srgbClr val="D1D9E0"/>
                      </a:solidFill>
                    </a:lnL>
                    <a:lnR w="9524">
                      <a:solidFill>
                        <a:srgbClr val="D1D9E0"/>
                      </a:solidFill>
                    </a:lnR>
                    <a:lnT w="9525" cap="flat" cmpd="sng" algn="ctr">
                      <a:solidFill>
                        <a:srgbClr val="D1D9E0"/>
                      </a:solidFill>
                      <a:prstDash val="solid"/>
                      <a:round/>
                      <a:headEnd type="none" w="med" len="med"/>
                      <a:tailEnd type="none" w="med" len="med"/>
                    </a:lnT>
                    <a:lnB w="9524">
                      <a:solidFill>
                        <a:srgbClr val="D1D9E0"/>
                      </a:solidFill>
                    </a:lnB>
                    <a:solidFill>
                      <a:srgbClr val="FFFFFF"/>
                    </a:solidFill>
                  </a:tcPr>
                </a:tc>
                <a:tc>
                  <a:txBody>
                    <a:bodyPr/>
                    <a:lstStyle/>
                    <a:p>
                      <a:pPr lvl="0">
                        <a:buNone/>
                      </a:pPr>
                      <a:r>
                        <a:rPr lang="en-US" sz="1400" b="0" i="0" u="none" strike="noStrike" baseline="0" noProof="0">
                          <a:solidFill>
                            <a:srgbClr val="000000"/>
                          </a:solidFill>
                          <a:effectLst/>
                          <a:latin typeface="Segoe UI"/>
                        </a:rPr>
                        <a:t>After phase 1 result</a:t>
                      </a:r>
                    </a:p>
                  </a:txBody>
                  <a:tcPr marL="123824" marR="123824" marT="57150" marB="57150" anchor="ctr">
                    <a:lnL w="9524">
                      <a:solidFill>
                        <a:srgbClr val="D1D9E0"/>
                      </a:solidFill>
                    </a:lnL>
                    <a:lnR w="9524">
                      <a:solidFill>
                        <a:srgbClr val="D1D9E0"/>
                      </a:solidFill>
                    </a:lnR>
                    <a:lnT w="9525" cap="flat" cmpd="sng" algn="ctr">
                      <a:solidFill>
                        <a:srgbClr val="D1D9E0"/>
                      </a:solidFill>
                      <a:prstDash val="solid"/>
                      <a:round/>
                      <a:headEnd type="none" w="med" len="med"/>
                      <a:tailEnd type="none" w="med" len="med"/>
                    </a:lnT>
                    <a:lnB w="9524">
                      <a:solidFill>
                        <a:srgbClr val="D1D9E0"/>
                      </a:solidFill>
                    </a:lnB>
                    <a:solidFill>
                      <a:srgbClr val="FFFFFF"/>
                    </a:solidFill>
                  </a:tcPr>
                </a:tc>
                <a:extLst>
                  <a:ext uri="{0D108BD9-81ED-4DB2-BD59-A6C34878D82A}">
                    <a16:rowId xmlns:a16="http://schemas.microsoft.com/office/drawing/2014/main" val="1007891434"/>
                  </a:ext>
                </a:extLst>
              </a:tr>
              <a:tr h="298528">
                <a:tc>
                  <a:txBody>
                    <a:bodyPr/>
                    <a:lstStyle/>
                    <a:p>
                      <a:pPr>
                        <a:buNone/>
                      </a:pPr>
                      <a:r>
                        <a:rPr lang="en-US" sz="1400" b="1" noProof="0">
                          <a:effectLst/>
                          <a:latin typeface="Segoe UI"/>
                        </a:rPr>
                        <a:t>Risk</a:t>
                      </a:r>
                      <a:endParaRPr lang="en-US" sz="1400" noProof="0">
                        <a:effectLst/>
                        <a:latin typeface="Segoe UI"/>
                      </a:endParaRP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4"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lvl="0">
                        <a:buNone/>
                      </a:pPr>
                      <a:r>
                        <a:rPr lang="en-US" sz="1400" b="0" i="0" u="none" strike="noStrike" baseline="0" noProof="0">
                          <a:solidFill>
                            <a:srgbClr val="000000"/>
                          </a:solidFill>
                          <a:effectLst/>
                          <a:latin typeface="Segoe UI"/>
                        </a:rPr>
                        <a:t>Depends on path chosen</a:t>
                      </a:r>
                      <a:endParaRPr lang="en-US" sz="1400" noProof="0">
                        <a:latin typeface="Segoe UI"/>
                      </a:endParaRP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4"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268103300"/>
                  </a:ext>
                </a:extLst>
              </a:tr>
              <a:tr h="298528">
                <a:tc>
                  <a:txBody>
                    <a:bodyPr/>
                    <a:lstStyle/>
                    <a:p>
                      <a:pPr>
                        <a:buNone/>
                      </a:pPr>
                      <a:r>
                        <a:rPr lang="en-US" sz="1400" b="1" noProof="0">
                          <a:effectLst/>
                          <a:latin typeface="Segoe UI"/>
                        </a:rPr>
                        <a:t>RECOMMENDATION</a:t>
                      </a:r>
                      <a:endParaRPr lang="en-US" sz="1400" noProof="0">
                        <a:effectLst/>
                        <a:latin typeface="Segoe UI"/>
                      </a:endParaRP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tc>
                  <a:txBody>
                    <a:bodyPr/>
                    <a:lstStyle/>
                    <a:p>
                      <a:pPr lvl="0">
                        <a:buNone/>
                      </a:pPr>
                      <a:r>
                        <a:rPr lang="en-US" sz="1400" b="0" i="0" u="none" strike="noStrike" noProof="0">
                          <a:effectLst/>
                          <a:latin typeface="Segoe UI"/>
                        </a:rPr>
                        <a:t>⏸️ DEFER Until Phase 1 Complete</a:t>
                      </a:r>
                      <a:endParaRPr lang="en-US" sz="1400" b="1" noProof="0">
                        <a:effectLst/>
                        <a:latin typeface="Segoe UI"/>
                      </a:endParaRP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825583719"/>
                  </a:ext>
                </a:extLst>
              </a:tr>
              <a:tr h="497547">
                <a:tc>
                  <a:txBody>
                    <a:bodyPr/>
                    <a:lstStyle/>
                    <a:p>
                      <a:pPr>
                        <a:buNone/>
                      </a:pPr>
                      <a:r>
                        <a:rPr lang="en-US" sz="1400" b="1" noProof="0">
                          <a:effectLst/>
                          <a:latin typeface="Segoe UI"/>
                        </a:rPr>
                        <a:t>Rationale</a:t>
                      </a:r>
                      <a:endParaRPr lang="en-US" sz="1400" noProof="0">
                        <a:effectLst/>
                        <a:latin typeface="Segoe UI"/>
                      </a:endParaRPr>
                    </a:p>
                  </a:txBody>
                  <a:tcPr marL="100366" marR="100366" marT="46323" marB="463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marL="0" lvl="0" indent="0">
                        <a:buNone/>
                      </a:pPr>
                      <a:r>
                        <a:rPr lang="en-US" sz="1200" b="0" i="0" u="none" strike="noStrike" baseline="0" noProof="0">
                          <a:solidFill>
                            <a:srgbClr val="000000"/>
                          </a:solidFill>
                          <a:effectLst/>
                          <a:latin typeface="Segoe UI"/>
                        </a:rPr>
                        <a:t>Don't decide today. Wait for:</a:t>
                      </a:r>
                      <a:endParaRPr lang="en-US" sz="1200" noProof="0">
                        <a:latin typeface="Segoe UI"/>
                      </a:endParaRPr>
                    </a:p>
                    <a:p>
                      <a:pPr marL="285750" lvl="0" indent="-285750">
                        <a:buFont typeface="Arial"/>
                        <a:buChar char="•"/>
                      </a:pPr>
                      <a:r>
                        <a:rPr lang="en-US" sz="1200" b="0" i="0" u="none" strike="noStrike" baseline="0" noProof="0">
                          <a:solidFill>
                            <a:srgbClr val="000000"/>
                          </a:solidFill>
                          <a:effectLst/>
                          <a:latin typeface="Segoe UI"/>
                        </a:rPr>
                        <a:t>Pilot test result</a:t>
                      </a:r>
                      <a:endParaRPr lang="en-US" sz="1200" noProof="0">
                        <a:latin typeface="Segoe UI"/>
                      </a:endParaRPr>
                    </a:p>
                    <a:p>
                      <a:pPr marL="285750" lvl="0" indent="-285750">
                        <a:buFont typeface="Arial"/>
                        <a:buChar char="•"/>
                      </a:pPr>
                      <a:r>
                        <a:rPr lang="en-US" sz="1200" b="0" i="0" u="none" strike="noStrike" baseline="0" noProof="0">
                          <a:solidFill>
                            <a:srgbClr val="000000"/>
                          </a:solidFill>
                          <a:effectLst/>
                          <a:latin typeface="Segoe UI"/>
                        </a:rPr>
                        <a:t>Market research results</a:t>
                      </a:r>
                      <a:endParaRPr lang="en-US" sz="1200" noProof="0">
                        <a:latin typeface="Segoe UI"/>
                      </a:endParaRPr>
                    </a:p>
                    <a:p>
                      <a:pPr marL="285750" lvl="0" indent="-285750">
                        <a:buFont typeface="Arial"/>
                        <a:buChar char="•"/>
                      </a:pPr>
                      <a:r>
                        <a:rPr lang="en-US" sz="1200" b="0" i="0" u="none" strike="noStrike" baseline="0" noProof="0">
                          <a:solidFill>
                            <a:srgbClr val="000000"/>
                          </a:solidFill>
                          <a:effectLst/>
                          <a:latin typeface="Segoe UI"/>
                        </a:rPr>
                        <a:t>Negotiation outcomes (ongoing)</a:t>
                      </a:r>
                      <a:endParaRPr lang="en-US" sz="1200" noProof="0">
                        <a:latin typeface="Segoe UI"/>
                      </a:endParaRP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924327668"/>
                  </a:ext>
                </a:extLst>
              </a:tr>
            </a:tbl>
          </a:graphicData>
        </a:graphic>
      </p:graphicFrame>
      <p:graphicFrame>
        <p:nvGraphicFramePr>
          <p:cNvPr id="6" name="Tableau 5">
            <a:extLst>
              <a:ext uri="{FF2B5EF4-FFF2-40B4-BE49-F238E27FC236}">
                <a16:creationId xmlns:a16="http://schemas.microsoft.com/office/drawing/2014/main" id="{33A79A60-8EB2-13F3-3BD6-AFECDEED0E12}"/>
              </a:ext>
            </a:extLst>
          </p:cNvPr>
          <p:cNvGraphicFramePr>
            <a:graphicFrameLocks noGrp="1"/>
          </p:cNvGraphicFramePr>
          <p:nvPr>
            <p:extLst>
              <p:ext uri="{D42A27DB-BD31-4B8C-83A1-F6EECF244321}">
                <p14:modId xmlns:p14="http://schemas.microsoft.com/office/powerpoint/2010/main" val="2879243802"/>
              </p:ext>
            </p:extLst>
          </p:nvPr>
        </p:nvGraphicFramePr>
        <p:xfrm>
          <a:off x="772367" y="2959877"/>
          <a:ext cx="10469778" cy="1334655"/>
        </p:xfrm>
        <a:graphic>
          <a:graphicData uri="http://schemas.openxmlformats.org/drawingml/2006/table">
            <a:tbl>
              <a:tblPr bandRow="1">
                <a:tableStyleId>{5C22544A-7EE6-4342-B048-85BDC9FD1C3A}</a:tableStyleId>
              </a:tblPr>
              <a:tblGrid>
                <a:gridCol w="2716243">
                  <a:extLst>
                    <a:ext uri="{9D8B030D-6E8A-4147-A177-3AD203B41FA5}">
                      <a16:colId xmlns:a16="http://schemas.microsoft.com/office/drawing/2014/main" val="683254798"/>
                    </a:ext>
                  </a:extLst>
                </a:gridCol>
                <a:gridCol w="3338285">
                  <a:extLst>
                    <a:ext uri="{9D8B030D-6E8A-4147-A177-3AD203B41FA5}">
                      <a16:colId xmlns:a16="http://schemas.microsoft.com/office/drawing/2014/main" val="503267889"/>
                    </a:ext>
                  </a:extLst>
                </a:gridCol>
                <a:gridCol w="4415250">
                  <a:extLst>
                    <a:ext uri="{9D8B030D-6E8A-4147-A177-3AD203B41FA5}">
                      <a16:colId xmlns:a16="http://schemas.microsoft.com/office/drawing/2014/main" val="424982565"/>
                    </a:ext>
                  </a:extLst>
                </a:gridCol>
              </a:tblGrid>
              <a:tr h="217927">
                <a:tc>
                  <a:txBody>
                    <a:bodyPr/>
                    <a:lstStyle/>
                    <a:p>
                      <a:pPr marL="0" algn="l" defTabSz="457200" rtl="0" eaLnBrk="1" latinLnBrk="0" hangingPunct="1">
                        <a:buNone/>
                      </a:pPr>
                      <a:r>
                        <a:rPr lang="en-US" sz="1100" b="1" kern="1200" noProof="0">
                          <a:solidFill>
                            <a:srgbClr val="002060"/>
                          </a:solidFill>
                          <a:effectLst/>
                          <a:latin typeface="Segoe UI"/>
                          <a:ea typeface="+mn-ea"/>
                          <a:cs typeface="+mn-cs"/>
                        </a:rPr>
                        <a:t>Path</a:t>
                      </a:r>
                    </a:p>
                  </a:txBody>
                  <a:tcPr marL="45720" marR="4572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marL="0" algn="l" defTabSz="457200" rtl="0" eaLnBrk="1" latinLnBrk="0" hangingPunct="1">
                        <a:buNone/>
                      </a:pPr>
                      <a:r>
                        <a:rPr lang="en-US" sz="1100" b="1" kern="1200" noProof="0">
                          <a:solidFill>
                            <a:srgbClr val="002060"/>
                          </a:solidFill>
                          <a:effectLst/>
                          <a:latin typeface="Segoe UI"/>
                          <a:ea typeface="+mn-ea"/>
                          <a:cs typeface="+mn-cs"/>
                        </a:rPr>
                        <a:t>Condition</a:t>
                      </a:r>
                    </a:p>
                  </a:txBody>
                  <a:tcPr marL="45720" marR="4572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marL="0" algn="l" defTabSz="457200" rtl="0" eaLnBrk="1" latinLnBrk="0" hangingPunct="1">
                        <a:buNone/>
                      </a:pPr>
                      <a:r>
                        <a:rPr lang="en-US" sz="1100" b="1" kern="1200" noProof="0">
                          <a:solidFill>
                            <a:srgbClr val="002060"/>
                          </a:solidFill>
                          <a:effectLst/>
                          <a:latin typeface="Segoe UI"/>
                          <a:ea typeface="+mn-ea"/>
                          <a:cs typeface="+mn-cs"/>
                        </a:rPr>
                        <a:t>Details</a:t>
                      </a:r>
                    </a:p>
                  </a:txBody>
                  <a:tcPr marL="45720" marR="4572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181431691"/>
                  </a:ext>
                </a:extLst>
              </a:tr>
              <a:tr h="358525">
                <a:tc>
                  <a:txBody>
                    <a:bodyPr/>
                    <a:lstStyle/>
                    <a:p>
                      <a:pPr>
                        <a:buNone/>
                      </a:pPr>
                      <a:r>
                        <a:rPr lang="en-US" sz="1400" b="1" noProof="0">
                          <a:effectLst/>
                          <a:latin typeface="Segoe UI"/>
                        </a:rPr>
                        <a:t>Path A: Vendor Transition</a:t>
                      </a:r>
                      <a:endParaRPr lang="en-US" sz="1400" noProof="0">
                        <a:effectLst/>
                        <a:latin typeface="Segoe UI"/>
                      </a:endParaRPr>
                    </a:p>
                  </a:txBody>
                  <a:tcPr marL="45720" marR="4572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buNone/>
                      </a:pPr>
                      <a:r>
                        <a:rPr lang="en-US" sz="1400" noProof="0">
                          <a:effectLst/>
                          <a:latin typeface="Segoe UI"/>
                        </a:rPr>
                        <a:t>IF: Pilot successful + Alternatives exist</a:t>
                      </a:r>
                    </a:p>
                  </a:txBody>
                  <a:tcPr marL="45720" marR="4572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buNone/>
                      </a:pPr>
                      <a:r>
                        <a:rPr lang="en-US" sz="1400" noProof="0">
                          <a:effectLst/>
                          <a:latin typeface="Segoe UI"/>
                        </a:rPr>
                        <a:t>XL timeline, XL cost, high risk, full independence</a:t>
                      </a:r>
                    </a:p>
                  </a:txBody>
                  <a:tcPr marL="45720" marR="4572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4055100994"/>
                  </a:ext>
                </a:extLst>
              </a:tr>
              <a:tr h="358525">
                <a:tc>
                  <a:txBody>
                    <a:bodyPr/>
                    <a:lstStyle/>
                    <a:p>
                      <a:pPr>
                        <a:buNone/>
                      </a:pPr>
                      <a:r>
                        <a:rPr lang="en-US" sz="1400" b="1" noProof="0">
                          <a:effectLst/>
                          <a:latin typeface="Segoe UI"/>
                        </a:rPr>
                        <a:t>Path B: Improved Relationship</a:t>
                      </a:r>
                      <a:endParaRPr lang="en-US" sz="1400" noProof="0">
                        <a:effectLst/>
                        <a:latin typeface="Segoe UI"/>
                      </a:endParaRPr>
                    </a:p>
                  </a:txBody>
                  <a:tcPr marL="45720" marR="4572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tc>
                  <a:txBody>
                    <a:bodyPr/>
                    <a:lstStyle/>
                    <a:p>
                      <a:pPr>
                        <a:buNone/>
                      </a:pPr>
                      <a:r>
                        <a:rPr lang="en-US" sz="1400" noProof="0">
                          <a:effectLst/>
                          <a:latin typeface="Segoe UI"/>
                        </a:rPr>
                        <a:t>IF: Pilot fails OR no alternatives</a:t>
                      </a:r>
                    </a:p>
                  </a:txBody>
                  <a:tcPr marL="45720" marR="4572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tc>
                  <a:txBody>
                    <a:bodyPr/>
                    <a:lstStyle/>
                    <a:p>
                      <a:pPr>
                        <a:buNone/>
                      </a:pPr>
                      <a:r>
                        <a:rPr lang="en-US" sz="1400" noProof="0">
                          <a:effectLst/>
                          <a:latin typeface="Segoe UI"/>
                        </a:rPr>
                        <a:t>Immediate, minimal cost, medium risk, better terms</a:t>
                      </a:r>
                    </a:p>
                  </a:txBody>
                  <a:tcPr marL="45720" marR="4572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564337991"/>
                  </a:ext>
                </a:extLst>
              </a:tr>
              <a:tr h="358525">
                <a:tc>
                  <a:txBody>
                    <a:bodyPr/>
                    <a:lstStyle/>
                    <a:p>
                      <a:pPr>
                        <a:buNone/>
                      </a:pPr>
                      <a:r>
                        <a:rPr lang="en-US" sz="1400" b="1" noProof="0">
                          <a:effectLst/>
                          <a:latin typeface="Segoe UI"/>
                        </a:rPr>
                        <a:t>Path C: Partial Independence</a:t>
                      </a:r>
                      <a:endParaRPr lang="en-US" sz="1400" noProof="0">
                        <a:effectLst/>
                        <a:latin typeface="Segoe UI"/>
                      </a:endParaRPr>
                    </a:p>
                  </a:txBody>
                  <a:tcPr marL="45720" marR="4572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buNone/>
                      </a:pPr>
                      <a:r>
                        <a:rPr lang="en-US" sz="1400" noProof="0">
                          <a:effectLst/>
                          <a:latin typeface="Segoe UI"/>
                        </a:rPr>
                        <a:t>IF: Mixed results</a:t>
                      </a:r>
                    </a:p>
                  </a:txBody>
                  <a:tcPr marL="45720" marR="4572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buNone/>
                      </a:pPr>
                      <a:r>
                        <a:rPr lang="en-US" sz="1400" noProof="0">
                          <a:effectLst/>
                          <a:latin typeface="Segoe UI"/>
                        </a:rPr>
                        <a:t>Split model: new vendor (app) + Spanish Point (ME)</a:t>
                      </a:r>
                    </a:p>
                  </a:txBody>
                  <a:tcPr marL="45720" marR="4572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507965079"/>
                  </a:ext>
                </a:extLst>
              </a:tr>
            </a:tbl>
          </a:graphicData>
        </a:graphic>
      </p:graphicFrame>
      <p:sp>
        <p:nvSpPr>
          <p:cNvPr id="7" name="Espace réservé du pied de page 2">
            <a:extLst>
              <a:ext uri="{FF2B5EF4-FFF2-40B4-BE49-F238E27FC236}">
                <a16:creationId xmlns:a16="http://schemas.microsoft.com/office/drawing/2014/main" id="{31E8D441-074E-1F8A-99F2-A5B646F1D321}"/>
              </a:ext>
            </a:extLst>
          </p:cNvPr>
          <p:cNvSpPr>
            <a:spLocks noGrp="1"/>
          </p:cNvSpPr>
          <p:nvPr>
            <p:ph type="ftr" sz="quarter" idx="11"/>
          </p:nvPr>
        </p:nvSpPr>
        <p:spPr>
          <a:xfrm>
            <a:off x="-593" y="6444952"/>
            <a:ext cx="12193181" cy="412389"/>
          </a:xfrm>
          <a:solidFill>
            <a:srgbClr val="F8F9FB"/>
          </a:solidFill>
          <a:ln>
            <a:solidFill>
              <a:srgbClr val="E1E4E8"/>
            </a:solidFill>
          </a:ln>
        </p:spPr>
        <p:txBody>
          <a:bodyPr anchor="ctr"/>
          <a:lstStyle/>
          <a:p>
            <a:pPr algn="l"/>
            <a:r>
              <a:rPr lang="fr-FR" sz="1100">
                <a:solidFill>
                  <a:srgbClr val="6B7C93"/>
                </a:solidFill>
                <a:latin typeface="Segoe UI"/>
                <a:ea typeface="+mn-lt"/>
                <a:cs typeface="Segoe UI"/>
              </a:rPr>
              <a:t>  ISWC System Audit – </a:t>
            </a:r>
            <a:r>
              <a:rPr lang="fr-FR" sz="1100" err="1">
                <a:solidFill>
                  <a:srgbClr val="6B7C93"/>
                </a:solidFill>
                <a:latin typeface="Segoe UI"/>
                <a:ea typeface="+mn-lt"/>
                <a:cs typeface="Segoe UI"/>
              </a:rPr>
              <a:t>Findings</a:t>
            </a:r>
            <a:r>
              <a:rPr lang="fr-FR" sz="1100">
                <a:solidFill>
                  <a:srgbClr val="6B7C93"/>
                </a:solidFill>
                <a:latin typeface="Segoe UI"/>
                <a:ea typeface="+mn-lt"/>
                <a:cs typeface="Segoe UI"/>
              </a:rPr>
              <a:t> &amp; Strategic </a:t>
            </a:r>
            <a:r>
              <a:rPr lang="fr-FR" sz="1100" err="1">
                <a:solidFill>
                  <a:srgbClr val="6B7C93"/>
                </a:solidFill>
                <a:latin typeface="Segoe UI"/>
                <a:ea typeface="+mn-lt"/>
                <a:cs typeface="Segoe UI"/>
              </a:rPr>
              <a:t>Recommendations</a:t>
            </a:r>
            <a:r>
              <a:rPr lang="fr-FR" sz="1100">
                <a:solidFill>
                  <a:srgbClr val="6B7C93"/>
                </a:solidFill>
                <a:latin typeface="Segoe UI"/>
                <a:ea typeface="+mn-lt"/>
                <a:cs typeface="Segoe UI"/>
              </a:rPr>
              <a:t> • </a:t>
            </a:r>
            <a:r>
              <a:rPr lang="fr-FR" sz="1100" err="1">
                <a:solidFill>
                  <a:srgbClr val="6B7C93"/>
                </a:solidFill>
                <a:latin typeface="Segoe UI"/>
                <a:ea typeface="+mn-lt"/>
                <a:cs typeface="Segoe UI"/>
              </a:rPr>
              <a:t>November</a:t>
            </a:r>
            <a:r>
              <a:rPr lang="fr-FR" sz="1100">
                <a:solidFill>
                  <a:srgbClr val="6B7C93"/>
                </a:solidFill>
                <a:latin typeface="Segoe UI"/>
                <a:ea typeface="+mn-lt"/>
                <a:cs typeface="Segoe UI"/>
              </a:rPr>
              <a:t> 24, 2025</a:t>
            </a:r>
            <a:endParaRPr lang="fr-FR" sz="1100">
              <a:latin typeface="Segoe UI"/>
              <a:cs typeface="Segoe UI"/>
            </a:endParaRPr>
          </a:p>
        </p:txBody>
      </p:sp>
      <p:sp>
        <p:nvSpPr>
          <p:cNvPr id="9" name="Espace réservé du numéro de diapositive 6">
            <a:extLst>
              <a:ext uri="{FF2B5EF4-FFF2-40B4-BE49-F238E27FC236}">
                <a16:creationId xmlns:a16="http://schemas.microsoft.com/office/drawing/2014/main" id="{3C95D50C-7BE4-219B-00D4-114FC34E05E5}"/>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dirty="0" smtClean="0">
                <a:solidFill>
                  <a:srgbClr val="1E3A5F"/>
                </a:solidFill>
                <a:latin typeface="Segoe UI"/>
                <a:cs typeface="Segoe UI"/>
              </a:rPr>
              <a:pPr algn="ctr"/>
              <a:t>42</a:t>
            </a:fld>
            <a:endParaRPr lang="fr-FR">
              <a:solidFill>
                <a:srgbClr val="1E3A5F"/>
              </a:solidFill>
              <a:latin typeface="Segoe UI"/>
              <a:ea typeface="Calibri"/>
              <a:cs typeface="Segoe UI"/>
            </a:endParaRPr>
          </a:p>
        </p:txBody>
      </p:sp>
      <p:sp>
        <p:nvSpPr>
          <p:cNvPr id="11" name="ZoneTexte 10">
            <a:extLst>
              <a:ext uri="{FF2B5EF4-FFF2-40B4-BE49-F238E27FC236}">
                <a16:creationId xmlns:a16="http://schemas.microsoft.com/office/drawing/2014/main" id="{6D5ECCFC-C3B2-1ED1-901B-938781C6D628}"/>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b="1">
                <a:solidFill>
                  <a:srgbClr val="1E3A5F"/>
                </a:solidFill>
                <a:latin typeface="Segoe UI"/>
                <a:ea typeface="Calibri"/>
                <a:cs typeface="Segoe UI"/>
              </a:rPr>
              <a:t>———  PART 7 — Decision Points &amp; Next Steps</a:t>
            </a:r>
          </a:p>
        </p:txBody>
      </p:sp>
      <p:cxnSp>
        <p:nvCxnSpPr>
          <p:cNvPr id="13" name="Connecteur droit avec flèche 12">
            <a:extLst>
              <a:ext uri="{FF2B5EF4-FFF2-40B4-BE49-F238E27FC236}">
                <a16:creationId xmlns:a16="http://schemas.microsoft.com/office/drawing/2014/main" id="{61895727-3C20-9026-96ED-48BA2A848C26}"/>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477344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sp>
        <p:nvSpPr>
          <p:cNvPr id="2" name="TextBox 1"/>
          <p:cNvSpPr txBox="1"/>
          <p:nvPr/>
        </p:nvSpPr>
        <p:spPr>
          <a:xfrm>
            <a:off x="5083936" y="1828800"/>
            <a:ext cx="2023824" cy="923330"/>
          </a:xfrm>
          <a:prstGeom prst="rect">
            <a:avLst/>
          </a:prstGeom>
          <a:noFill/>
        </p:spPr>
        <p:txBody>
          <a:bodyPr wrap="none" lIns="91440" tIns="45720" rIns="91440" bIns="45720" anchor="t">
            <a:spAutoFit/>
          </a:bodyPr>
          <a:lstStyle/>
          <a:p>
            <a:pPr algn="ctr">
              <a:defRPr sz="5400" b="1">
                <a:solidFill>
                  <a:srgbClr val="003366"/>
                </a:solidFill>
              </a:defRPr>
            </a:pPr>
            <a:r>
              <a:rPr lang="fr-FR">
                <a:solidFill>
                  <a:srgbClr val="FFFFFF"/>
                </a:solidFill>
                <a:latin typeface="Segoe UI"/>
                <a:cs typeface="Segoe UI"/>
              </a:rPr>
              <a:t>Merci</a:t>
            </a:r>
            <a:endParaRPr lang="fr-FR">
              <a:latin typeface="Segoe UI"/>
              <a:cs typeface="Segoe UI"/>
            </a:endParaRPr>
          </a:p>
        </p:txBody>
      </p:sp>
      <p:sp>
        <p:nvSpPr>
          <p:cNvPr id="3" name="TextBox 2"/>
          <p:cNvSpPr txBox="1"/>
          <p:nvPr/>
        </p:nvSpPr>
        <p:spPr>
          <a:xfrm>
            <a:off x="3788166" y="2926080"/>
            <a:ext cx="4615367" cy="584775"/>
          </a:xfrm>
          <a:prstGeom prst="rect">
            <a:avLst/>
          </a:prstGeom>
          <a:noFill/>
        </p:spPr>
        <p:txBody>
          <a:bodyPr wrap="none" lIns="91440" tIns="45720" rIns="91440" bIns="45720" anchor="t">
            <a:spAutoFit/>
          </a:bodyPr>
          <a:lstStyle/>
          <a:p>
            <a:pPr algn="ctr">
              <a:defRPr sz="3200">
                <a:solidFill>
                  <a:srgbClr val="444444"/>
                </a:solidFill>
              </a:defRPr>
            </a:pPr>
            <a:r>
              <a:rPr lang="fr-FR">
                <a:solidFill>
                  <a:srgbClr val="FFFFFF"/>
                </a:solidFill>
                <a:latin typeface="Segoe UI"/>
                <a:cs typeface="Segoe UI"/>
              </a:rPr>
              <a:t>Questions et discussions</a:t>
            </a:r>
            <a:endParaRPr lang="fr-FR">
              <a:latin typeface="Segoe UI"/>
              <a:cs typeface="Segoe UI"/>
            </a:endParaRPr>
          </a:p>
        </p:txBody>
      </p:sp>
      <p:pic>
        <p:nvPicPr>
          <p:cNvPr id="7" name="Image 6" descr="Blanc_Teragone-Factory-logo.png">
            <a:extLst>
              <a:ext uri="{FF2B5EF4-FFF2-40B4-BE49-F238E27FC236}">
                <a16:creationId xmlns:a16="http://schemas.microsoft.com/office/drawing/2014/main" id="{48A66430-1B85-0ECB-3AC6-50D700E2566C}"/>
              </a:ext>
            </a:extLst>
          </p:cNvPr>
          <p:cNvPicPr>
            <a:picLocks noChangeAspect="1"/>
          </p:cNvPicPr>
          <p:nvPr/>
        </p:nvPicPr>
        <p:blipFill>
          <a:blip r:embed="rId3"/>
          <a:stretch>
            <a:fillRect/>
          </a:stretch>
        </p:blipFill>
        <p:spPr>
          <a:xfrm>
            <a:off x="9865451" y="215537"/>
            <a:ext cx="2076450" cy="647700"/>
          </a:xfrm>
          <a:prstGeom prst="rect">
            <a:avLst/>
          </a:prstGeom>
        </p:spPr>
      </p:pic>
      <p:pic>
        <p:nvPicPr>
          <p:cNvPr id="9" name="Graphique 8">
            <a:extLst>
              <a:ext uri="{FF2B5EF4-FFF2-40B4-BE49-F238E27FC236}">
                <a16:creationId xmlns:a16="http://schemas.microsoft.com/office/drawing/2014/main" id="{0061EC23-AE73-6A0B-C367-9A3E67EE17F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4787" y="214312"/>
            <a:ext cx="714375" cy="714375"/>
          </a:xfrm>
          <a:prstGeom prst="rect">
            <a:avLst/>
          </a:prstGeom>
        </p:spPr>
      </p:pic>
      <p:sp>
        <p:nvSpPr>
          <p:cNvPr id="10" name="TextBox 5">
            <a:extLst>
              <a:ext uri="{FF2B5EF4-FFF2-40B4-BE49-F238E27FC236}">
                <a16:creationId xmlns:a16="http://schemas.microsoft.com/office/drawing/2014/main" id="{30755E77-093C-6C6E-28F9-980FBE6B3B0C}"/>
              </a:ext>
            </a:extLst>
          </p:cNvPr>
          <p:cNvSpPr txBox="1"/>
          <p:nvPr/>
        </p:nvSpPr>
        <p:spPr>
          <a:xfrm>
            <a:off x="208784" y="6048703"/>
            <a:ext cx="3654975" cy="584775"/>
          </a:xfrm>
          <a:prstGeom prst="rect">
            <a:avLst/>
          </a:prstGeom>
          <a:noFill/>
        </p:spPr>
        <p:txBody>
          <a:bodyPr wrap="none" lIns="91440" tIns="45720" rIns="91440" b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000">
                <a:solidFill>
                  <a:srgbClr val="FFFFFF"/>
                </a:solidFill>
              </a:defRPr>
            </a:pPr>
            <a:r>
              <a:rPr lang="fr-FR">
                <a:solidFill>
                  <a:srgbClr val="D8D8D8"/>
                </a:solidFill>
                <a:latin typeface="Segoe UI"/>
                <a:cs typeface="Segoe UI"/>
              </a:rPr>
              <a:t>Bastien </a:t>
            </a:r>
            <a:r>
              <a:rPr lang="fr-FR" err="1">
                <a:solidFill>
                  <a:srgbClr val="D8D8D8"/>
                </a:solidFill>
                <a:latin typeface="Segoe UI"/>
                <a:cs typeface="Segoe UI"/>
              </a:rPr>
              <a:t>Gallay</a:t>
            </a:r>
            <a:r>
              <a:rPr lang="fr-FR">
                <a:solidFill>
                  <a:srgbClr val="D8D8D8"/>
                </a:solidFill>
                <a:latin typeface="Segoe UI"/>
                <a:cs typeface="Segoe UI"/>
              </a:rPr>
              <a:t> &amp; </a:t>
            </a:r>
            <a:r>
              <a:rPr lang="en-US">
                <a:solidFill>
                  <a:srgbClr val="D8D8D8"/>
                </a:solidFill>
                <a:latin typeface="Segoe UI"/>
                <a:cs typeface="Segoe UI"/>
              </a:rPr>
              <a:t>Guillaume Jay</a:t>
            </a:r>
          </a:p>
          <a:p>
            <a:pPr>
              <a:defRPr sz="2000">
                <a:solidFill>
                  <a:srgbClr val="FFFFFF"/>
                </a:solidFill>
              </a:defRPr>
            </a:pPr>
            <a:r>
              <a:rPr lang="en-US" sz="1000">
                <a:solidFill>
                  <a:schemeClr val="bg1">
                    <a:lumMod val="95000"/>
                  </a:schemeClr>
                </a:solidFill>
                <a:latin typeface="Segoe UI"/>
                <a:ea typeface="Calibri"/>
                <a:cs typeface="Segoe UI"/>
                <a:hlinkClick r:id="rId6">
                  <a:extLst>
                    <a:ext uri="{A12FA001-AC4F-418D-AE19-62706E023703}">
                      <ahyp:hlinkClr xmlns:ahyp="http://schemas.microsoft.com/office/drawing/2018/hyperlinkcolor" val="tx"/>
                    </a:ext>
                  </a:extLst>
                </a:hlinkClick>
              </a:rPr>
              <a:t>gallay@teragone-factory.com</a:t>
            </a:r>
            <a:r>
              <a:rPr lang="en-US" sz="1000">
                <a:solidFill>
                  <a:schemeClr val="bg1">
                    <a:lumMod val="95000"/>
                  </a:schemeClr>
                </a:solidFill>
                <a:latin typeface="Segoe UI"/>
                <a:ea typeface="Calibri"/>
                <a:cs typeface="Segoe UI"/>
              </a:rPr>
              <a:t> &amp; </a:t>
            </a:r>
            <a:r>
              <a:rPr lang="en-US" sz="1000">
                <a:solidFill>
                  <a:schemeClr val="bg1">
                    <a:lumMod val="95000"/>
                  </a:schemeClr>
                </a:solidFill>
                <a:latin typeface="Segoe UI"/>
                <a:ea typeface="Calibri"/>
                <a:cs typeface="Segoe UI"/>
                <a:hlinkClick r:id="rId7">
                  <a:extLst>
                    <a:ext uri="{A12FA001-AC4F-418D-AE19-62706E023703}">
                      <ahyp:hlinkClr xmlns:ahyp="http://schemas.microsoft.com/office/drawing/2018/hyperlinkcolor" val="tx"/>
                    </a:ext>
                  </a:extLst>
                </a:hlinkClick>
              </a:rPr>
              <a:t>jay@teragone-factory.com</a:t>
            </a:r>
            <a:r>
              <a:rPr lang="en-US" sz="1200">
                <a:solidFill>
                  <a:schemeClr val="bg1">
                    <a:lumMod val="95000"/>
                  </a:schemeClr>
                </a:solidFill>
                <a:latin typeface="Segoe UI"/>
                <a:ea typeface="Calibri"/>
                <a:cs typeface="Segoe UI"/>
              </a:rPr>
              <a:t>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a:extLst>
            <a:ext uri="{FF2B5EF4-FFF2-40B4-BE49-F238E27FC236}">
              <a16:creationId xmlns:a16="http://schemas.microsoft.com/office/drawing/2014/main" id="{D79A272A-AA3E-BE5D-4C3C-12CAE3EEF14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E751F11-65EF-CB92-9D77-ABB01B98B2D4}"/>
              </a:ext>
            </a:extLst>
          </p:cNvPr>
          <p:cNvSpPr txBox="1"/>
          <p:nvPr/>
        </p:nvSpPr>
        <p:spPr>
          <a:xfrm>
            <a:off x="287446" y="2860192"/>
            <a:ext cx="5758308" cy="1754326"/>
          </a:xfrm>
          <a:prstGeom prst="rect">
            <a:avLst/>
          </a:prstGeom>
          <a:noFill/>
        </p:spPr>
        <p:txBody>
          <a:bodyPr wrap="none" lIns="91440" tIns="45720" rIns="91440" bIns="45720" anchor="t">
            <a:spAutoFit/>
          </a:bodyPr>
          <a:lstStyle/>
          <a:p>
            <a:pPr>
              <a:defRPr sz="5400" b="1">
                <a:solidFill>
                  <a:srgbClr val="003366"/>
                </a:solidFill>
              </a:defRPr>
            </a:pPr>
            <a:r>
              <a:rPr lang="en-US">
                <a:solidFill>
                  <a:srgbClr val="FFFFFF"/>
                </a:solidFill>
                <a:latin typeface="Segoe UI"/>
                <a:cs typeface="Segoe UI"/>
              </a:rPr>
              <a:t>ANNEX A</a:t>
            </a:r>
            <a:endParaRPr lang="fr-FR">
              <a:latin typeface="Segoe UI"/>
              <a:cs typeface="Segoe UI"/>
            </a:endParaRPr>
          </a:p>
          <a:p>
            <a:pPr>
              <a:defRPr sz="5400" b="1">
                <a:solidFill>
                  <a:srgbClr val="003366"/>
                </a:solidFill>
              </a:defRPr>
            </a:pPr>
            <a:r>
              <a:rPr lang="en-US">
                <a:solidFill>
                  <a:srgbClr val="FFFFFF"/>
                </a:solidFill>
                <a:latin typeface="Segoe UI"/>
                <a:ea typeface="Calibri"/>
                <a:cs typeface="Segoe UI"/>
              </a:rPr>
              <a:t>Detailed findings</a:t>
            </a:r>
            <a:endParaRPr lang="en-US">
              <a:latin typeface="Segoe UI"/>
              <a:cs typeface="Segoe UI"/>
            </a:endParaRPr>
          </a:p>
        </p:txBody>
      </p:sp>
      <p:pic>
        <p:nvPicPr>
          <p:cNvPr id="7" name="Image 6" descr="Blanc_Teragone-Factory-logo.png">
            <a:extLst>
              <a:ext uri="{FF2B5EF4-FFF2-40B4-BE49-F238E27FC236}">
                <a16:creationId xmlns:a16="http://schemas.microsoft.com/office/drawing/2014/main" id="{DF8F826A-E666-EE06-2C8C-DC3BBC92597D}"/>
              </a:ext>
            </a:extLst>
          </p:cNvPr>
          <p:cNvPicPr>
            <a:picLocks noChangeAspect="1"/>
          </p:cNvPicPr>
          <p:nvPr/>
        </p:nvPicPr>
        <p:blipFill>
          <a:blip r:embed="rId3"/>
          <a:stretch>
            <a:fillRect/>
          </a:stretch>
        </p:blipFill>
        <p:spPr>
          <a:xfrm>
            <a:off x="9865451" y="215537"/>
            <a:ext cx="2076450" cy="647700"/>
          </a:xfrm>
          <a:prstGeom prst="rect">
            <a:avLst/>
          </a:prstGeom>
        </p:spPr>
      </p:pic>
      <p:pic>
        <p:nvPicPr>
          <p:cNvPr id="9" name="Graphique 8">
            <a:extLst>
              <a:ext uri="{FF2B5EF4-FFF2-40B4-BE49-F238E27FC236}">
                <a16:creationId xmlns:a16="http://schemas.microsoft.com/office/drawing/2014/main" id="{09E2083E-4842-5AE2-4A37-D5AD90EA8E8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4787" y="214312"/>
            <a:ext cx="714375" cy="714375"/>
          </a:xfrm>
          <a:prstGeom prst="rect">
            <a:avLst/>
          </a:prstGeom>
        </p:spPr>
      </p:pic>
      <p:sp>
        <p:nvSpPr>
          <p:cNvPr id="4" name="Rectangle 3">
            <a:extLst>
              <a:ext uri="{FF2B5EF4-FFF2-40B4-BE49-F238E27FC236}">
                <a16:creationId xmlns:a16="http://schemas.microsoft.com/office/drawing/2014/main" id="{EF87187A-D3B4-3DD7-D6A7-C78968156C5E}"/>
              </a:ext>
            </a:extLst>
          </p:cNvPr>
          <p:cNvSpPr/>
          <p:nvPr/>
        </p:nvSpPr>
        <p:spPr>
          <a:xfrm>
            <a:off x="4354" y="3566160"/>
            <a:ext cx="9136776" cy="45720"/>
          </a:xfrm>
          <a:prstGeom prst="rect">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latin typeface="Segoe UI"/>
              <a:cs typeface="Segoe UI"/>
            </a:endParaRPr>
          </a:p>
        </p:txBody>
      </p:sp>
    </p:spTree>
    <p:extLst>
      <p:ext uri="{BB962C8B-B14F-4D97-AF65-F5344CB8AC3E}">
        <p14:creationId xmlns:p14="http://schemas.microsoft.com/office/powerpoint/2010/main" val="7948612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5C4CA-0E77-5840-F991-6C8449725749}"/>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E3CC62B-2932-C400-51B6-F4FEE3B40B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6B21E70-EA4E-7AC8-62B9-E7EFC01319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82344"/>
            <a:ext cx="12191998" cy="159074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48D99E3-F6F1-2B75-3FD8-8AEB01F677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8115300" cy="1590742"/>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E6EA35F-0238-9248-87E4-C06AC8F18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12191998" cy="1590742"/>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410143C9-12BF-6921-E89C-339EA4425204}"/>
              </a:ext>
            </a:extLst>
          </p:cNvPr>
          <p:cNvSpPr txBox="1"/>
          <p:nvPr/>
        </p:nvSpPr>
        <p:spPr>
          <a:xfrm>
            <a:off x="699714" y="5335461"/>
            <a:ext cx="6962072" cy="1159200"/>
          </a:xfrm>
          <a:prstGeom prst="rect">
            <a:avLst/>
          </a:prstGeom>
        </p:spPr>
        <p:txBody>
          <a:bodyPr vert="horz" lIns="91440" tIns="45720" rIns="91440" bIns="45720" rtlCol="0" anchor="ctr">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742950" indent="-742950" defTabSz="914400">
              <a:lnSpc>
                <a:spcPct val="90000"/>
              </a:lnSpc>
              <a:spcBef>
                <a:spcPct val="0"/>
              </a:spcBef>
              <a:spcAft>
                <a:spcPts val="600"/>
              </a:spcAft>
              <a:buAutoNum type="arabicPeriod"/>
              <a:defRPr sz="4000" b="1">
                <a:solidFill>
                  <a:srgbClr val="003366"/>
                </a:solidFill>
              </a:defRPr>
            </a:pPr>
            <a:r>
              <a:rPr lang="en-US" sz="3200">
                <a:solidFill>
                  <a:srgbClr val="FFFFFF"/>
                </a:solidFill>
                <a:latin typeface="Segoe UI"/>
                <a:ea typeface="+mj-ea"/>
                <a:cs typeface="Segoe UI"/>
              </a:rPr>
              <a:t>Matching</a:t>
            </a:r>
            <a:r>
              <a:rPr lang="en-US" sz="3200" kern="1200">
                <a:solidFill>
                  <a:srgbClr val="FFFFFF"/>
                </a:solidFill>
                <a:latin typeface="Segoe UI"/>
                <a:ea typeface="+mj-ea"/>
                <a:cs typeface="Segoe UI"/>
              </a:rPr>
              <a:t> Engine Deep-Dive - "Heart of the Product"</a:t>
            </a:r>
            <a:endParaRPr lang="en-US" sz="3200" kern="1200">
              <a:solidFill>
                <a:srgbClr val="FFFFFF"/>
              </a:solidFill>
              <a:latin typeface="Segoe UI"/>
              <a:ea typeface="Calibri"/>
              <a:cs typeface="Segoe UI"/>
            </a:endParaRPr>
          </a:p>
        </p:txBody>
      </p:sp>
      <p:pic>
        <p:nvPicPr>
          <p:cNvPr id="6" name="Image 5" descr="Une image contenant texte, capture d’écran, diagramme, Police&#10;&#10;Le contenu généré par l’IA peut être incorrect.">
            <a:extLst>
              <a:ext uri="{FF2B5EF4-FFF2-40B4-BE49-F238E27FC236}">
                <a16:creationId xmlns:a16="http://schemas.microsoft.com/office/drawing/2014/main" id="{9D08BB6C-AF20-7F65-8DFB-5F38B927D856}"/>
              </a:ext>
            </a:extLst>
          </p:cNvPr>
          <p:cNvPicPr>
            <a:picLocks noChangeAspect="1"/>
          </p:cNvPicPr>
          <p:nvPr/>
        </p:nvPicPr>
        <p:blipFill>
          <a:blip r:embed="rId2"/>
          <a:stretch>
            <a:fillRect/>
          </a:stretch>
        </p:blipFill>
        <p:spPr>
          <a:xfrm>
            <a:off x="200677" y="1103163"/>
            <a:ext cx="11987805" cy="3670101"/>
          </a:xfrm>
          <a:prstGeom prst="rect">
            <a:avLst/>
          </a:prstGeom>
        </p:spPr>
      </p:pic>
      <p:sp>
        <p:nvSpPr>
          <p:cNvPr id="5" name="Espace réservé du pied de page 2">
            <a:extLst>
              <a:ext uri="{FF2B5EF4-FFF2-40B4-BE49-F238E27FC236}">
                <a16:creationId xmlns:a16="http://schemas.microsoft.com/office/drawing/2014/main" id="{48735493-7EB9-C2E5-4721-EFBD13E0BB2F}"/>
              </a:ext>
            </a:extLst>
          </p:cNvPr>
          <p:cNvSpPr>
            <a:spLocks noGrp="1"/>
          </p:cNvSpPr>
          <p:nvPr>
            <p:ph type="ftr" sz="quarter" idx="11"/>
          </p:nvPr>
        </p:nvSpPr>
        <p:spPr>
          <a:xfrm>
            <a:off x="-593" y="6444952"/>
            <a:ext cx="12193181" cy="412389"/>
          </a:xfrm>
          <a:solidFill>
            <a:srgbClr val="F8F9FB"/>
          </a:solidFill>
          <a:ln>
            <a:solidFill>
              <a:srgbClr val="E1E4E8"/>
            </a:solidFill>
          </a:ln>
        </p:spPr>
        <p:txBody>
          <a:bodyPr/>
          <a:lstStyle/>
          <a:p>
            <a:pPr algn="l"/>
            <a:r>
              <a:rPr lang="fr-FR" sz="1100">
                <a:solidFill>
                  <a:srgbClr val="6B7C93"/>
                </a:solidFill>
                <a:latin typeface="Segoe UI"/>
                <a:ea typeface="+mn-lt"/>
                <a:cs typeface="Segoe UI"/>
              </a:rPr>
              <a:t>  ISWC System Audit – </a:t>
            </a:r>
            <a:r>
              <a:rPr lang="fr-FR" sz="1100" err="1">
                <a:solidFill>
                  <a:srgbClr val="6B7C93"/>
                </a:solidFill>
                <a:latin typeface="Segoe UI"/>
                <a:ea typeface="+mn-lt"/>
                <a:cs typeface="Segoe UI"/>
              </a:rPr>
              <a:t>Findings</a:t>
            </a:r>
            <a:r>
              <a:rPr lang="fr-FR" sz="1100">
                <a:solidFill>
                  <a:srgbClr val="6B7C93"/>
                </a:solidFill>
                <a:latin typeface="Segoe UI"/>
                <a:ea typeface="+mn-lt"/>
                <a:cs typeface="Segoe UI"/>
              </a:rPr>
              <a:t> &amp; Strategic </a:t>
            </a:r>
            <a:r>
              <a:rPr lang="fr-FR" sz="1100" err="1">
                <a:solidFill>
                  <a:srgbClr val="6B7C93"/>
                </a:solidFill>
                <a:latin typeface="Segoe UI"/>
                <a:ea typeface="+mn-lt"/>
                <a:cs typeface="Segoe UI"/>
              </a:rPr>
              <a:t>Recommendations</a:t>
            </a:r>
            <a:r>
              <a:rPr lang="fr-FR" sz="1100">
                <a:solidFill>
                  <a:srgbClr val="6B7C93"/>
                </a:solidFill>
                <a:latin typeface="Segoe UI"/>
                <a:ea typeface="+mn-lt"/>
                <a:cs typeface="Segoe UI"/>
              </a:rPr>
              <a:t> • </a:t>
            </a:r>
            <a:r>
              <a:rPr lang="fr-FR" sz="1100" err="1">
                <a:solidFill>
                  <a:srgbClr val="6B7C93"/>
                </a:solidFill>
                <a:latin typeface="Segoe UI"/>
                <a:ea typeface="+mn-lt"/>
                <a:cs typeface="Segoe UI"/>
              </a:rPr>
              <a:t>November</a:t>
            </a:r>
            <a:r>
              <a:rPr lang="fr-FR" sz="1100">
                <a:solidFill>
                  <a:srgbClr val="6B7C93"/>
                </a:solidFill>
                <a:latin typeface="Segoe UI"/>
                <a:ea typeface="+mn-lt"/>
                <a:cs typeface="Segoe UI"/>
              </a:rPr>
              <a:t> 24, 2025</a:t>
            </a:r>
            <a:endParaRPr lang="fr-FR" sz="1100">
              <a:latin typeface="Segoe UI"/>
              <a:cs typeface="Segoe UI"/>
            </a:endParaRPr>
          </a:p>
        </p:txBody>
      </p:sp>
      <p:sp>
        <p:nvSpPr>
          <p:cNvPr id="8" name="Espace réservé du numéro de diapositive 6">
            <a:extLst>
              <a:ext uri="{FF2B5EF4-FFF2-40B4-BE49-F238E27FC236}">
                <a16:creationId xmlns:a16="http://schemas.microsoft.com/office/drawing/2014/main" id="{5908F244-34FC-0B9B-6AFE-4D3F5CC5272C}"/>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dirty="0" smtClean="0">
                <a:solidFill>
                  <a:srgbClr val="1E3A5F"/>
                </a:solidFill>
                <a:latin typeface="Segoe UI"/>
                <a:cs typeface="Segoe UI"/>
              </a:rPr>
              <a:pPr algn="ctr"/>
              <a:t>45</a:t>
            </a:fld>
            <a:endParaRPr lang="fr-FR">
              <a:solidFill>
                <a:srgbClr val="1E3A5F"/>
              </a:solidFill>
              <a:latin typeface="Segoe UI"/>
              <a:ea typeface="Calibri"/>
              <a:cs typeface="Segoe UI"/>
            </a:endParaRPr>
          </a:p>
        </p:txBody>
      </p:sp>
      <p:sp>
        <p:nvSpPr>
          <p:cNvPr id="10" name="ZoneTexte 9">
            <a:extLst>
              <a:ext uri="{FF2B5EF4-FFF2-40B4-BE49-F238E27FC236}">
                <a16:creationId xmlns:a16="http://schemas.microsoft.com/office/drawing/2014/main" id="{B520D163-7A2F-14DF-ECBD-E41D57EE6A34}"/>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b="1">
                <a:solidFill>
                  <a:srgbClr val="1E3A5F"/>
                </a:solidFill>
                <a:latin typeface="Segoe UI"/>
                <a:ea typeface="Calibri"/>
                <a:cs typeface="Segoe UI"/>
              </a:rPr>
              <a:t>———  ANNEX — Detailed Findings</a:t>
            </a:r>
          </a:p>
        </p:txBody>
      </p:sp>
      <p:cxnSp>
        <p:nvCxnSpPr>
          <p:cNvPr id="14" name="Connecteur droit avec flèche 13">
            <a:extLst>
              <a:ext uri="{FF2B5EF4-FFF2-40B4-BE49-F238E27FC236}">
                <a16:creationId xmlns:a16="http://schemas.microsoft.com/office/drawing/2014/main" id="{B9833B02-6546-828E-263B-D82D7E1A9125}"/>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671588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1145155" y="502020"/>
            <a:ext cx="5928060" cy="1660487"/>
          </a:xfrm>
          <a:prstGeom prst="rect">
            <a:avLst/>
          </a:prstGeom>
        </p:spPr>
        <p:txBody>
          <a:bodyPr vert="horz" lIns="91440" tIns="45720" rIns="91440" bIns="45720" rtlCol="0" anchor="b">
            <a:noAutofit/>
          </a:bodyPr>
          <a:lstStyle/>
          <a:p>
            <a:pPr defTabSz="914400">
              <a:lnSpc>
                <a:spcPct val="90000"/>
              </a:lnSpc>
              <a:spcBef>
                <a:spcPct val="0"/>
              </a:spcBef>
              <a:spcAft>
                <a:spcPts val="600"/>
              </a:spcAft>
              <a:defRPr sz="3600" b="1">
                <a:solidFill>
                  <a:srgbClr val="4169E1"/>
                </a:solidFill>
              </a:defRPr>
            </a:pPr>
            <a:r>
              <a:rPr lang="en-US" sz="3200" kern="1200">
                <a:solidFill>
                  <a:srgbClr val="1E3A5F"/>
                </a:solidFill>
                <a:latin typeface="Segoe UI"/>
                <a:ea typeface="+mj-ea"/>
                <a:cs typeface="Segoe UI"/>
              </a:rPr>
              <a:t>Slide  Hyperscale Proposal - HOLD Pending Validation (Secondary Priority)</a:t>
            </a:r>
            <a:endParaRPr lang="en-US" sz="3200" kern="1200">
              <a:solidFill>
                <a:srgbClr val="1E3A5F"/>
              </a:solidFill>
              <a:latin typeface="Segoe UI"/>
              <a:ea typeface="Calibri"/>
              <a:cs typeface="Segoe UI"/>
            </a:endParaRPr>
          </a:p>
        </p:txBody>
      </p:sp>
      <p:sp>
        <p:nvSpPr>
          <p:cNvPr id="3" name="TextBox 2"/>
          <p:cNvSpPr txBox="1"/>
          <p:nvPr/>
        </p:nvSpPr>
        <p:spPr>
          <a:xfrm>
            <a:off x="1144923" y="2405894"/>
            <a:ext cx="5315189" cy="3535083"/>
          </a:xfrm>
          <a:prstGeom prst="rect">
            <a:avLst/>
          </a:prstGeom>
        </p:spPr>
        <p:txBody>
          <a:bodyPr vert="horz" lIns="91440" tIns="45720" rIns="91440" bIns="45720" rtlCol="0" anchor="t">
            <a:normAutofit/>
          </a:bodyPr>
          <a:lstStyle/>
          <a:p>
            <a:pPr indent="-228600" defTabSz="914400">
              <a:lnSpc>
                <a:spcPct val="90000"/>
              </a:lnSpc>
              <a:spcAft>
                <a:spcPts val="600"/>
              </a:spcAft>
              <a:buFont typeface="Arial" panose="020B0604020202020204" pitchFamily="34" charset="0"/>
              <a:buChar char="•"/>
              <a:defRPr sz="1800" b="1">
                <a:solidFill>
                  <a:srgbClr val="000000"/>
                </a:solidFill>
              </a:defRPr>
            </a:pPr>
            <a:r>
              <a:rPr lang="en-US" sz="1600">
                <a:latin typeface="Segoe UI"/>
                <a:cs typeface="Segoe UI"/>
              </a:rPr>
              <a:t>Hyperscale Proposal Assessment (PSA 5499)</a:t>
            </a:r>
            <a:endParaRPr lang="en-US" sz="1600">
              <a:latin typeface="Segoe UI"/>
              <a:ea typeface="Calibri"/>
              <a:cs typeface="Segoe UI"/>
            </a:endParaRPr>
          </a:p>
          <a:p>
            <a:pPr indent="-228600" defTabSz="914400">
              <a:lnSpc>
                <a:spcPct val="90000"/>
              </a:lnSpc>
              <a:spcAft>
                <a:spcPts val="600"/>
              </a:spcAft>
              <a:buFont typeface="Arial" panose="020B0604020202020204" pitchFamily="34" charset="0"/>
              <a:buChar char="•"/>
              <a:defRPr sz="1400">
                <a:solidFill>
                  <a:srgbClr val="000000"/>
                </a:solidFill>
              </a:defRPr>
            </a:pPr>
            <a:endParaRPr lang="en-US" sz="1600">
              <a:latin typeface="Segoe UI"/>
              <a:cs typeface="Segoe UI"/>
            </a:endParaRPr>
          </a:p>
          <a:p>
            <a:pPr indent="-228600" defTabSz="914400">
              <a:lnSpc>
                <a:spcPct val="90000"/>
              </a:lnSpc>
              <a:spcAft>
                <a:spcPts val="600"/>
              </a:spcAft>
              <a:buFont typeface="Arial" panose="020B0604020202020204" pitchFamily="34" charset="0"/>
              <a:buChar char="•"/>
              <a:defRPr sz="1800" b="1">
                <a:solidFill>
                  <a:srgbClr val="000000"/>
                </a:solidFill>
              </a:defRPr>
            </a:pPr>
            <a:r>
              <a:rPr lang="en-US" sz="1600">
                <a:latin typeface="Segoe UI"/>
                <a:cs typeface="Segoe UI"/>
              </a:rPr>
              <a:t>Three Objectives:</a:t>
            </a:r>
          </a:p>
          <a:p>
            <a:pPr indent="-228600" defTabSz="914400">
              <a:lnSpc>
                <a:spcPct val="90000"/>
              </a:lnSpc>
              <a:spcAft>
                <a:spcPts val="600"/>
              </a:spcAft>
              <a:buFont typeface="Arial" panose="020B0604020202020204" pitchFamily="34" charset="0"/>
              <a:buChar char="•"/>
              <a:defRPr sz="1400">
                <a:solidFill>
                  <a:srgbClr val="000000"/>
                </a:solidFill>
              </a:defRPr>
            </a:pPr>
            <a:r>
              <a:rPr lang="en-US" sz="1600">
                <a:latin typeface="Segoe UI"/>
                <a:cs typeface="Segoe UI"/>
              </a:rPr>
              <a:t>1. Networking Security: Public → Private endpoints</a:t>
            </a:r>
          </a:p>
          <a:p>
            <a:pPr indent="-228600" defTabSz="914400">
              <a:lnSpc>
                <a:spcPct val="90000"/>
              </a:lnSpc>
              <a:spcAft>
                <a:spcPts val="600"/>
              </a:spcAft>
              <a:buFont typeface="Arial" panose="020B0604020202020204" pitchFamily="34" charset="0"/>
              <a:buChar char="•"/>
              <a:defRPr sz="1400">
                <a:solidFill>
                  <a:srgbClr val="000000"/>
                </a:solidFill>
              </a:defRPr>
            </a:pPr>
            <a:r>
              <a:rPr lang="en-US" sz="1600">
                <a:latin typeface="Segoe UI"/>
                <a:cs typeface="Segoe UI"/>
              </a:rPr>
              <a:t>2. SQL Tier Change: Business Critical → Hyperscale</a:t>
            </a:r>
          </a:p>
          <a:p>
            <a:pPr indent="-228600" defTabSz="914400">
              <a:lnSpc>
                <a:spcPct val="90000"/>
              </a:lnSpc>
              <a:spcAft>
                <a:spcPts val="600"/>
              </a:spcAft>
              <a:buFont typeface="Arial" panose="020B0604020202020204" pitchFamily="34" charset="0"/>
              <a:buChar char="•"/>
              <a:defRPr sz="1400">
                <a:solidFill>
                  <a:srgbClr val="000000"/>
                </a:solidFill>
              </a:defRPr>
            </a:pPr>
            <a:r>
              <a:rPr lang="en-US" sz="1600">
                <a:latin typeface="Segoe UI"/>
                <a:cs typeface="Segoe UI"/>
              </a:rPr>
              <a:t>3. Platform Modernization: Align with Microsoft best practices</a:t>
            </a:r>
          </a:p>
          <a:p>
            <a:pPr indent="-228600" defTabSz="914400">
              <a:lnSpc>
                <a:spcPct val="90000"/>
              </a:lnSpc>
              <a:spcAft>
                <a:spcPts val="600"/>
              </a:spcAft>
              <a:buFont typeface="Arial" panose="020B0604020202020204" pitchFamily="34" charset="0"/>
              <a:buChar char="•"/>
              <a:defRPr sz="1400">
                <a:solidFill>
                  <a:srgbClr val="000000"/>
                </a:solidFill>
              </a:defRPr>
            </a:pPr>
            <a:endParaRPr lang="en-US" sz="1600" b="1">
              <a:latin typeface="Segoe UI"/>
              <a:cs typeface="Segoe UI"/>
            </a:endParaRPr>
          </a:p>
          <a:p>
            <a:pPr indent="-228600" defTabSz="914400">
              <a:lnSpc>
                <a:spcPct val="90000"/>
              </a:lnSpc>
              <a:spcAft>
                <a:spcPts val="600"/>
              </a:spcAft>
              <a:buFont typeface="Arial" panose="020B0604020202020204" pitchFamily="34" charset="0"/>
              <a:buChar char="•"/>
              <a:defRPr sz="1800" b="1">
                <a:solidFill>
                  <a:srgbClr val="000000"/>
                </a:solidFill>
              </a:defRPr>
            </a:pPr>
            <a:r>
              <a:rPr lang="en-US" sz="1600">
                <a:latin typeface="Segoe UI"/>
                <a:cs typeface="Segoe UI"/>
              </a:rPr>
              <a:t>Migration Investment: €40,000 (one-time)</a:t>
            </a:r>
          </a:p>
          <a:p>
            <a:pPr indent="-228600" defTabSz="914400">
              <a:lnSpc>
                <a:spcPct val="90000"/>
              </a:lnSpc>
              <a:spcAft>
                <a:spcPts val="600"/>
              </a:spcAft>
              <a:buFont typeface="Arial" panose="020B0604020202020204" pitchFamily="34" charset="0"/>
              <a:buChar char="•"/>
              <a:defRPr sz="1800" b="1">
                <a:solidFill>
                  <a:srgbClr val="000000"/>
                </a:solidFill>
              </a:defRPr>
            </a:pPr>
            <a:r>
              <a:rPr lang="en-US" sz="1600">
                <a:latin typeface="Segoe UI"/>
                <a:cs typeface="Segoe UI"/>
              </a:rPr>
              <a:t>ROI: ~22 months payback period</a:t>
            </a:r>
          </a:p>
          <a:p>
            <a:pPr indent="-228600" defTabSz="914400">
              <a:lnSpc>
                <a:spcPct val="90000"/>
              </a:lnSpc>
              <a:spcAft>
                <a:spcPts val="600"/>
              </a:spcAft>
              <a:buFont typeface="Arial" panose="020B0604020202020204" pitchFamily="34" charset="0"/>
              <a:buChar char="•"/>
              <a:defRPr sz="1400">
                <a:solidFill>
                  <a:srgbClr val="000000"/>
                </a:solidFill>
              </a:defRPr>
            </a:pPr>
            <a:endParaRPr lang="en-US" sz="1600">
              <a:latin typeface="Segoe UI"/>
              <a:cs typeface="Segoe UI"/>
            </a:endParaRPr>
          </a:p>
          <a:p>
            <a:pPr indent="-228600" defTabSz="914400">
              <a:lnSpc>
                <a:spcPct val="90000"/>
              </a:lnSpc>
              <a:spcAft>
                <a:spcPts val="600"/>
              </a:spcAft>
              <a:buFont typeface="Arial" panose="020B0604020202020204" pitchFamily="34" charset="0"/>
              <a:buChar char="•"/>
              <a:defRPr sz="1800" b="1">
                <a:solidFill>
                  <a:srgbClr val="000000"/>
                </a:solidFill>
              </a:defRPr>
            </a:pPr>
            <a:r>
              <a:rPr lang="en-US" sz="1600">
                <a:latin typeface="Segoe UI"/>
                <a:cs typeface="Segoe UI"/>
              </a:rPr>
              <a:t>Our Assessment: ⚠️  HOLD Pending Validation</a:t>
            </a:r>
          </a:p>
        </p:txBody>
      </p:sp>
      <p:sp>
        <p:nvSpPr>
          <p:cNvPr id="12" name="Rectangle 11">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ableau 4">
            <a:extLst>
              <a:ext uri="{FF2B5EF4-FFF2-40B4-BE49-F238E27FC236}">
                <a16:creationId xmlns:a16="http://schemas.microsoft.com/office/drawing/2014/main" id="{FD5B5692-6457-6CB0-2543-265007E3C342}"/>
              </a:ext>
            </a:extLst>
          </p:cNvPr>
          <p:cNvGraphicFramePr>
            <a:graphicFrameLocks noGrp="1"/>
          </p:cNvGraphicFramePr>
          <p:nvPr/>
        </p:nvGraphicFramePr>
        <p:xfrm>
          <a:off x="7075967" y="2164676"/>
          <a:ext cx="4170531" cy="2560544"/>
        </p:xfrm>
        <a:graphic>
          <a:graphicData uri="http://schemas.openxmlformats.org/drawingml/2006/table">
            <a:tbl>
              <a:tblPr firstRow="1" bandRow="1">
                <a:tableStyleId>{5C22544A-7EE6-4342-B048-85BDC9FD1C3A}</a:tableStyleId>
              </a:tblPr>
              <a:tblGrid>
                <a:gridCol w="1171928">
                  <a:extLst>
                    <a:ext uri="{9D8B030D-6E8A-4147-A177-3AD203B41FA5}">
                      <a16:colId xmlns:a16="http://schemas.microsoft.com/office/drawing/2014/main" val="762765683"/>
                    </a:ext>
                  </a:extLst>
                </a:gridCol>
                <a:gridCol w="1389718">
                  <a:extLst>
                    <a:ext uri="{9D8B030D-6E8A-4147-A177-3AD203B41FA5}">
                      <a16:colId xmlns:a16="http://schemas.microsoft.com/office/drawing/2014/main" val="3814792407"/>
                    </a:ext>
                  </a:extLst>
                </a:gridCol>
                <a:gridCol w="1608885">
                  <a:extLst>
                    <a:ext uri="{9D8B030D-6E8A-4147-A177-3AD203B41FA5}">
                      <a16:colId xmlns:a16="http://schemas.microsoft.com/office/drawing/2014/main" val="2760538620"/>
                    </a:ext>
                  </a:extLst>
                </a:gridCol>
              </a:tblGrid>
              <a:tr h="369195">
                <a:tc gridSpan="3">
                  <a:txBody>
                    <a:bodyPr/>
                    <a:lstStyle/>
                    <a:p>
                      <a:pPr lvl="0" algn="l">
                        <a:buNone/>
                      </a:pPr>
                      <a:r>
                        <a:rPr lang="en-US" sz="1600" b="1" i="0" u="none" strike="noStrike" noProof="0">
                          <a:solidFill>
                            <a:srgbClr val="000000"/>
                          </a:solidFill>
                          <a:effectLst/>
                          <a:latin typeface="Segoe UI"/>
                        </a:rPr>
                        <a:t>Cost Impact (Spanish Point Claims):</a:t>
                      </a:r>
                      <a:endParaRPr lang="en-US" sz="1600" noProof="0">
                        <a:latin typeface="Segoe UI"/>
                      </a:endParaRPr>
                    </a:p>
                  </a:txBody>
                  <a:tcPr marL="107515" marR="107515" marT="49623" marB="49623" anchor="ctr">
                    <a:lnL w="9524">
                      <a:solidFill>
                        <a:srgbClr val="D1D9E0"/>
                      </a:solidFill>
                    </a:lnL>
                    <a:lnR w="9524">
                      <a:solidFill>
                        <a:srgbClr val="D1D9E0"/>
                      </a:solidFill>
                    </a:lnR>
                    <a:lnT w="9524">
                      <a:solidFill>
                        <a:srgbClr val="D1D9E0"/>
                      </a:solidFill>
                    </a:lnT>
                    <a:lnB w="9524">
                      <a:solidFill>
                        <a:srgbClr val="D1D9E0"/>
                      </a:solidFill>
                    </a:lnB>
                    <a:solidFill>
                      <a:srgbClr val="FFFFFF"/>
                    </a:solidFill>
                  </a:tcPr>
                </a:tc>
                <a:tc hMerge="1">
                  <a:txBody>
                    <a:bodyPr/>
                    <a:lstStyle/>
                    <a:p>
                      <a:endParaRPr lang="fr-FR"/>
                    </a:p>
                  </a:txBody>
                  <a:tcPr marL="123824" marR="123824" marT="57150" marB="57150" anchor="ctr">
                    <a:lnL w="9524">
                      <a:solidFill>
                        <a:srgbClr val="D1D9E0"/>
                      </a:solidFill>
                    </a:lnL>
                    <a:lnR w="9524">
                      <a:solidFill>
                        <a:srgbClr val="D1D9E0"/>
                      </a:solidFill>
                    </a:lnR>
                    <a:lnT w="9524">
                      <a:solidFill>
                        <a:srgbClr val="D1D9E0"/>
                      </a:solidFill>
                    </a:lnT>
                    <a:lnB w="9524">
                      <a:solidFill>
                        <a:srgbClr val="D1D9E0"/>
                      </a:solidFill>
                    </a:lnB>
                    <a:solidFill>
                      <a:srgbClr val="FFFFFF"/>
                    </a:solidFill>
                  </a:tcPr>
                </a:tc>
                <a:tc hMerge="1">
                  <a:txBody>
                    <a:bodyPr/>
                    <a:lstStyle/>
                    <a:p>
                      <a:endParaRPr lang="fr-FR"/>
                    </a:p>
                  </a:txBody>
                  <a:tcPr marL="123824" marR="123824" marT="57150" marB="57150" anchor="ctr">
                    <a:lnL w="9524">
                      <a:solidFill>
                        <a:srgbClr val="D1D9E0"/>
                      </a:solidFill>
                    </a:lnL>
                    <a:lnR w="9524">
                      <a:solidFill>
                        <a:srgbClr val="D1D9E0"/>
                      </a:solidFill>
                    </a:lnR>
                    <a:lnT w="9524">
                      <a:solidFill>
                        <a:srgbClr val="D1D9E0"/>
                      </a:solidFill>
                    </a:lnT>
                    <a:lnB w="9524">
                      <a:solidFill>
                        <a:srgbClr val="D1D9E0"/>
                      </a:solidFill>
                    </a:lnB>
                    <a:solidFill>
                      <a:srgbClr val="FFFFFF"/>
                    </a:solidFill>
                  </a:tcPr>
                </a:tc>
                <a:extLst>
                  <a:ext uri="{0D108BD9-81ED-4DB2-BD59-A6C34878D82A}">
                    <a16:rowId xmlns:a16="http://schemas.microsoft.com/office/drawing/2014/main" val="1935823162"/>
                  </a:ext>
                </a:extLst>
              </a:tr>
              <a:tr h="316264">
                <a:tc>
                  <a:txBody>
                    <a:bodyPr/>
                    <a:lstStyle/>
                    <a:p>
                      <a:pPr algn="l">
                        <a:buNone/>
                      </a:pPr>
                      <a:r>
                        <a:rPr lang="en-US" sz="1200" b="1" noProof="0">
                          <a:effectLst/>
                          <a:latin typeface="Segoe UI"/>
                        </a:rPr>
                        <a:t>Component</a:t>
                      </a:r>
                    </a:p>
                  </a:txBody>
                  <a:tcPr marL="107516" marR="107516" marT="49623" marB="496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4"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lgn="l">
                        <a:buNone/>
                      </a:pPr>
                      <a:r>
                        <a:rPr lang="en-US" sz="1200" b="1" noProof="0">
                          <a:effectLst/>
                          <a:latin typeface="Segoe UI"/>
                        </a:rPr>
                        <a:t>Monthly Cost</a:t>
                      </a:r>
                    </a:p>
                  </a:txBody>
                  <a:tcPr marL="107516" marR="107516" marT="49623" marB="496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lgn="l">
                        <a:buNone/>
                      </a:pPr>
                      <a:r>
                        <a:rPr lang="en-US" sz="1200" b="1" noProof="0">
                          <a:effectLst/>
                          <a:latin typeface="Segoe UI"/>
                        </a:rPr>
                        <a:t>Details</a:t>
                      </a:r>
                    </a:p>
                  </a:txBody>
                  <a:tcPr marL="107516" marR="107516" marT="49623" marB="496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551703536"/>
                  </a:ext>
                </a:extLst>
              </a:tr>
              <a:tr h="686781">
                <a:tc>
                  <a:txBody>
                    <a:bodyPr/>
                    <a:lstStyle/>
                    <a:p>
                      <a:pPr>
                        <a:buNone/>
                      </a:pPr>
                      <a:r>
                        <a:rPr lang="en-US" sz="1200" b="1" noProof="0">
                          <a:effectLst/>
                          <a:latin typeface="Segoe UI"/>
                        </a:rPr>
                        <a:t>SQL Hyperscale Migration</a:t>
                      </a:r>
                      <a:endParaRPr lang="en-US" sz="1200" noProof="0">
                        <a:effectLst/>
                        <a:latin typeface="Segoe UI"/>
                      </a:endParaRPr>
                    </a:p>
                  </a:txBody>
                  <a:tcPr marL="107516" marR="107516" marT="49623" marB="496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buNone/>
                      </a:pPr>
                      <a:r>
                        <a:rPr lang="en-US" sz="1200" b="1" noProof="0">
                          <a:effectLst/>
                          <a:latin typeface="Segoe UI"/>
                        </a:rPr>
                        <a:t>-€3,300/month</a:t>
                      </a:r>
                      <a:endParaRPr lang="en-US" sz="1200" noProof="0">
                        <a:effectLst/>
                        <a:latin typeface="Segoe UI"/>
                      </a:endParaRPr>
                    </a:p>
                  </a:txBody>
                  <a:tcPr marL="107516" marR="107516" marT="49623" marB="496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buNone/>
                      </a:pPr>
                      <a:r>
                        <a:rPr lang="en-US" sz="1200" noProof="0">
                          <a:effectLst/>
                          <a:latin typeface="Segoe UI"/>
                        </a:rPr>
                        <a:t>Business Critical → Hyperscale + reserved instances</a:t>
                      </a:r>
                    </a:p>
                  </a:txBody>
                  <a:tcPr marL="107516" marR="107516" marT="49623" marB="496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241240013"/>
                  </a:ext>
                </a:extLst>
              </a:tr>
              <a:tr h="686781">
                <a:tc>
                  <a:txBody>
                    <a:bodyPr/>
                    <a:lstStyle/>
                    <a:p>
                      <a:pPr>
                        <a:buNone/>
                      </a:pPr>
                      <a:r>
                        <a:rPr lang="en-US" sz="1200" b="1" noProof="0">
                          <a:effectLst/>
                          <a:latin typeface="Segoe UI"/>
                        </a:rPr>
                        <a:t>Private Networking</a:t>
                      </a:r>
                      <a:endParaRPr lang="en-US" sz="1200" noProof="0">
                        <a:effectLst/>
                        <a:latin typeface="Segoe UI"/>
                      </a:endParaRPr>
                    </a:p>
                  </a:txBody>
                  <a:tcPr marL="107516" marR="107516" marT="49623" marB="496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tc>
                  <a:txBody>
                    <a:bodyPr/>
                    <a:lstStyle/>
                    <a:p>
                      <a:pPr>
                        <a:buNone/>
                      </a:pPr>
                      <a:r>
                        <a:rPr lang="en-US" sz="1200" b="1" noProof="0">
                          <a:effectLst/>
                          <a:latin typeface="Segoe UI"/>
                        </a:rPr>
                        <a:t>+€1,500/month</a:t>
                      </a:r>
                      <a:endParaRPr lang="en-US" sz="1200" noProof="0">
                        <a:effectLst/>
                        <a:latin typeface="Segoe UI"/>
                      </a:endParaRPr>
                    </a:p>
                  </a:txBody>
                  <a:tcPr marL="107516" marR="107516" marT="49623" marB="496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tc>
                  <a:txBody>
                    <a:bodyPr/>
                    <a:lstStyle/>
                    <a:p>
                      <a:pPr>
                        <a:buNone/>
                      </a:pPr>
                      <a:r>
                        <a:rPr lang="en-US" sz="1200" noProof="0">
                          <a:effectLst/>
                          <a:latin typeface="Segoe UI"/>
                        </a:rPr>
                        <a:t>VPN Gateway Private DNS Private Endpoints WAF</a:t>
                      </a:r>
                    </a:p>
                  </a:txBody>
                  <a:tcPr marL="107516" marR="107516" marT="49623" marB="496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478658784"/>
                  </a:ext>
                </a:extLst>
              </a:tr>
              <a:tr h="501523">
                <a:tc>
                  <a:txBody>
                    <a:bodyPr/>
                    <a:lstStyle/>
                    <a:p>
                      <a:pPr>
                        <a:buNone/>
                      </a:pPr>
                      <a:r>
                        <a:rPr lang="en-US" sz="1200" b="1" noProof="0">
                          <a:effectLst/>
                          <a:latin typeface="Segoe UI"/>
                        </a:rPr>
                        <a:t>NET SAVINGS</a:t>
                      </a:r>
                      <a:endParaRPr lang="en-US" sz="1200" noProof="0">
                        <a:effectLst/>
                        <a:latin typeface="Segoe UI"/>
                      </a:endParaRPr>
                    </a:p>
                  </a:txBody>
                  <a:tcPr marL="107516" marR="107516" marT="49623" marB="496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buNone/>
                      </a:pPr>
                      <a:r>
                        <a:rPr lang="en-US" sz="1200" b="1" noProof="0">
                          <a:effectLst/>
                          <a:latin typeface="Segoe UI"/>
                        </a:rPr>
                        <a:t>-€1,800/month</a:t>
                      </a:r>
                      <a:br>
                        <a:rPr lang="en-US" sz="1200" b="1" noProof="0">
                          <a:effectLst/>
                          <a:latin typeface="Segoe UI"/>
                        </a:rPr>
                      </a:br>
                      <a:r>
                        <a:rPr lang="en-US" sz="1200" b="1" noProof="0">
                          <a:effectLst/>
                          <a:latin typeface="Segoe UI"/>
                        </a:rPr>
                        <a:t>-€21,600/year</a:t>
                      </a:r>
                      <a:endParaRPr lang="en-US" sz="1200" noProof="0">
                        <a:effectLst/>
                        <a:latin typeface="Segoe UI"/>
                      </a:endParaRPr>
                    </a:p>
                  </a:txBody>
                  <a:tcPr marL="107516" marR="107516" marT="49623" marB="496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buNone/>
                      </a:pPr>
                      <a:endParaRPr lang="en-US" sz="1200" noProof="0">
                        <a:effectLst/>
                        <a:latin typeface="Segoe UI"/>
                      </a:endParaRPr>
                    </a:p>
                  </a:txBody>
                  <a:tcPr marL="107516" marR="107516" marT="49623" marB="49623"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294630153"/>
                  </a:ext>
                </a:extLst>
              </a:tr>
            </a:tbl>
          </a:graphicData>
        </a:graphic>
      </p:graphicFrame>
      <p:sp>
        <p:nvSpPr>
          <p:cNvPr id="6" name="Espace réservé du pied de page 2">
            <a:extLst>
              <a:ext uri="{FF2B5EF4-FFF2-40B4-BE49-F238E27FC236}">
                <a16:creationId xmlns:a16="http://schemas.microsoft.com/office/drawing/2014/main" id="{E247EA61-0899-99CD-A119-263A2E4EB346}"/>
              </a:ext>
            </a:extLst>
          </p:cNvPr>
          <p:cNvSpPr>
            <a:spLocks noGrp="1"/>
          </p:cNvSpPr>
          <p:nvPr>
            <p:ph type="ftr" sz="quarter" idx="11"/>
          </p:nvPr>
        </p:nvSpPr>
        <p:spPr>
          <a:xfrm>
            <a:off x="-593" y="6444952"/>
            <a:ext cx="12193181" cy="412389"/>
          </a:xfrm>
          <a:solidFill>
            <a:srgbClr val="F8F9FB"/>
          </a:solidFill>
          <a:ln>
            <a:solidFill>
              <a:srgbClr val="E1E4E8"/>
            </a:solidFill>
          </a:ln>
        </p:spPr>
        <p:txBody>
          <a:bodyPr anchor="ctr"/>
          <a:lstStyle/>
          <a:p>
            <a:pPr algn="l"/>
            <a:r>
              <a:rPr lang="fr-FR" sz="1100">
                <a:solidFill>
                  <a:srgbClr val="6B7C93"/>
                </a:solidFill>
                <a:latin typeface="Segoe UI"/>
                <a:ea typeface="+mn-lt"/>
                <a:cs typeface="Segoe UI"/>
              </a:rPr>
              <a:t>  ISWC System Audit – </a:t>
            </a:r>
            <a:r>
              <a:rPr lang="fr-FR" sz="1100" err="1">
                <a:solidFill>
                  <a:srgbClr val="6B7C93"/>
                </a:solidFill>
                <a:latin typeface="Segoe UI"/>
                <a:ea typeface="+mn-lt"/>
                <a:cs typeface="Segoe UI"/>
              </a:rPr>
              <a:t>Findings</a:t>
            </a:r>
            <a:r>
              <a:rPr lang="fr-FR" sz="1100">
                <a:solidFill>
                  <a:srgbClr val="6B7C93"/>
                </a:solidFill>
                <a:latin typeface="Segoe UI"/>
                <a:ea typeface="+mn-lt"/>
                <a:cs typeface="Segoe UI"/>
              </a:rPr>
              <a:t> &amp; Strategic </a:t>
            </a:r>
            <a:r>
              <a:rPr lang="fr-FR" sz="1100" err="1">
                <a:solidFill>
                  <a:srgbClr val="6B7C93"/>
                </a:solidFill>
                <a:latin typeface="Segoe UI"/>
                <a:ea typeface="+mn-lt"/>
                <a:cs typeface="Segoe UI"/>
              </a:rPr>
              <a:t>Recommendations</a:t>
            </a:r>
            <a:r>
              <a:rPr lang="fr-FR" sz="1100">
                <a:solidFill>
                  <a:srgbClr val="6B7C93"/>
                </a:solidFill>
                <a:latin typeface="Segoe UI"/>
                <a:ea typeface="+mn-lt"/>
                <a:cs typeface="Segoe UI"/>
              </a:rPr>
              <a:t> • </a:t>
            </a:r>
            <a:r>
              <a:rPr lang="fr-FR" sz="1100" err="1">
                <a:solidFill>
                  <a:srgbClr val="6B7C93"/>
                </a:solidFill>
                <a:latin typeface="Segoe UI"/>
                <a:ea typeface="+mn-lt"/>
                <a:cs typeface="Segoe UI"/>
              </a:rPr>
              <a:t>November</a:t>
            </a:r>
            <a:r>
              <a:rPr lang="fr-FR" sz="1100">
                <a:solidFill>
                  <a:srgbClr val="6B7C93"/>
                </a:solidFill>
                <a:latin typeface="Segoe UI"/>
                <a:ea typeface="+mn-lt"/>
                <a:cs typeface="Segoe UI"/>
              </a:rPr>
              <a:t> 24, 2025</a:t>
            </a:r>
            <a:endParaRPr lang="fr-FR" sz="1100">
              <a:latin typeface="Segoe UI"/>
              <a:cs typeface="Segoe UI"/>
            </a:endParaRPr>
          </a:p>
        </p:txBody>
      </p:sp>
      <p:sp>
        <p:nvSpPr>
          <p:cNvPr id="8" name="Espace réservé du numéro de diapositive 6">
            <a:extLst>
              <a:ext uri="{FF2B5EF4-FFF2-40B4-BE49-F238E27FC236}">
                <a16:creationId xmlns:a16="http://schemas.microsoft.com/office/drawing/2014/main" id="{826C3823-A861-DC0F-D17F-CE6336D5CD5F}"/>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dirty="0" smtClean="0">
                <a:solidFill>
                  <a:srgbClr val="1E3A5F"/>
                </a:solidFill>
                <a:latin typeface="Segoe UI"/>
                <a:cs typeface="Segoe UI"/>
              </a:rPr>
              <a:pPr algn="ctr"/>
              <a:t>46</a:t>
            </a:fld>
            <a:endParaRPr lang="fr-FR">
              <a:solidFill>
                <a:srgbClr val="1E3A5F"/>
              </a:solidFill>
              <a:latin typeface="Segoe UI"/>
              <a:ea typeface="Calibri"/>
              <a:cs typeface="Segoe UI"/>
            </a:endParaRPr>
          </a:p>
        </p:txBody>
      </p:sp>
      <p:sp>
        <p:nvSpPr>
          <p:cNvPr id="10" name="ZoneTexte 9">
            <a:extLst>
              <a:ext uri="{FF2B5EF4-FFF2-40B4-BE49-F238E27FC236}">
                <a16:creationId xmlns:a16="http://schemas.microsoft.com/office/drawing/2014/main" id="{34BE7682-C58D-64B2-B82D-B13BC95A8C64}"/>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fr-FR" sz="1200" b="1">
                <a:solidFill>
                  <a:srgbClr val="FFFFFF"/>
                </a:solidFill>
                <a:latin typeface="Segoe UI"/>
                <a:ea typeface="Calibri"/>
                <a:cs typeface="Segoe UI"/>
              </a:rPr>
              <a:t>———  ANNEX — </a:t>
            </a:r>
            <a:r>
              <a:rPr lang="fr-FR" sz="1200" b="1" err="1">
                <a:solidFill>
                  <a:srgbClr val="FFFFFF"/>
                </a:solidFill>
                <a:latin typeface="Segoe UI"/>
                <a:ea typeface="Calibri"/>
                <a:cs typeface="Segoe UI"/>
              </a:rPr>
              <a:t>Detailed</a:t>
            </a:r>
            <a:r>
              <a:rPr lang="fr-FR" sz="1200" b="1">
                <a:solidFill>
                  <a:srgbClr val="FFFFFF"/>
                </a:solidFill>
                <a:latin typeface="Segoe UI"/>
                <a:ea typeface="Calibri"/>
                <a:cs typeface="Segoe UI"/>
              </a:rPr>
              <a:t> </a:t>
            </a:r>
            <a:r>
              <a:rPr lang="fr-FR" sz="1200" b="1" err="1">
                <a:solidFill>
                  <a:srgbClr val="FFFFFF"/>
                </a:solidFill>
                <a:latin typeface="Segoe UI"/>
                <a:ea typeface="Calibri"/>
                <a:cs typeface="Segoe UI"/>
              </a:rPr>
              <a:t>Findings</a:t>
            </a:r>
            <a:endParaRPr lang="fr-FR" sz="1200" b="1">
              <a:solidFill>
                <a:srgbClr val="FFFFFF"/>
              </a:solidFill>
              <a:latin typeface="Segoe UI"/>
              <a:ea typeface="Calibri"/>
              <a:cs typeface="Segoe UI"/>
            </a:endParaRPr>
          </a:p>
        </p:txBody>
      </p:sp>
      <p:cxnSp>
        <p:nvCxnSpPr>
          <p:cNvPr id="15" name="Connecteur droit avec flèche 14">
            <a:extLst>
              <a:ext uri="{FF2B5EF4-FFF2-40B4-BE49-F238E27FC236}">
                <a16:creationId xmlns:a16="http://schemas.microsoft.com/office/drawing/2014/main" id="{7CD2C442-C6C1-573E-C03A-3D946C677B46}"/>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497786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10BFA-38DD-60B9-D1A2-702FEFE5148E}"/>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4B967E2-1C3A-A1D3-A03E-57BA311336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65E38B9-7B5E-3A22-9817-2035DB2D77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82344"/>
            <a:ext cx="12191998" cy="159074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2084BD3-4F47-F6BC-8DB5-5AEF544EE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8115300" cy="1590742"/>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2FD93E8-07F7-A526-7C52-851A8E6895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12191998" cy="1590742"/>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A30D2EA2-F774-873F-7396-E9ECF20B1971}"/>
              </a:ext>
            </a:extLst>
          </p:cNvPr>
          <p:cNvSpPr txBox="1"/>
          <p:nvPr/>
        </p:nvSpPr>
        <p:spPr>
          <a:xfrm>
            <a:off x="699714" y="5335461"/>
            <a:ext cx="6962072" cy="1159200"/>
          </a:xfrm>
          <a:prstGeom prst="rect">
            <a:avLst/>
          </a:prstGeom>
        </p:spPr>
        <p:txBody>
          <a:bodyPr vert="horz" lIns="91440" tIns="45720" rIns="91440" bIns="45720" rtlCol="0" anchor="ctr">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lnSpc>
                <a:spcPct val="90000"/>
              </a:lnSpc>
              <a:spcBef>
                <a:spcPct val="0"/>
              </a:spcBef>
              <a:spcAft>
                <a:spcPts val="600"/>
              </a:spcAft>
              <a:defRPr sz="4000" b="1">
                <a:solidFill>
                  <a:srgbClr val="003366"/>
                </a:solidFill>
              </a:defRPr>
            </a:pPr>
            <a:r>
              <a:rPr lang="en-US" sz="3200">
                <a:solidFill>
                  <a:srgbClr val="FFFFFF"/>
                </a:solidFill>
                <a:latin typeface="Segoe UI"/>
                <a:ea typeface="+mj-ea"/>
                <a:cs typeface="Segoe UI"/>
              </a:rPr>
              <a:t>Azure</a:t>
            </a:r>
            <a:r>
              <a:rPr lang="en-US" sz="3200">
                <a:solidFill>
                  <a:srgbClr val="FFFFFF"/>
                </a:solidFill>
                <a:latin typeface="Segoe UI"/>
                <a:ea typeface="Calibri"/>
                <a:cs typeface="Segoe UI"/>
              </a:rPr>
              <a:t> Infrastructure </a:t>
            </a:r>
            <a:endParaRPr lang="en-US" sz="3200" kern="1200">
              <a:solidFill>
                <a:srgbClr val="FFFFFF"/>
              </a:solidFill>
              <a:latin typeface="Segoe UI"/>
              <a:ea typeface="Calibri"/>
              <a:cs typeface="Segoe UI"/>
            </a:endParaRPr>
          </a:p>
        </p:txBody>
      </p:sp>
      <p:sp>
        <p:nvSpPr>
          <p:cNvPr id="5" name="Espace réservé du pied de page 2">
            <a:extLst>
              <a:ext uri="{FF2B5EF4-FFF2-40B4-BE49-F238E27FC236}">
                <a16:creationId xmlns:a16="http://schemas.microsoft.com/office/drawing/2014/main" id="{9DDE6DD4-0E6F-FF4A-CF32-DBBA2EF4D82A}"/>
              </a:ext>
            </a:extLst>
          </p:cNvPr>
          <p:cNvSpPr>
            <a:spLocks noGrp="1"/>
          </p:cNvSpPr>
          <p:nvPr>
            <p:ph type="ftr" sz="quarter" idx="11"/>
          </p:nvPr>
        </p:nvSpPr>
        <p:spPr>
          <a:xfrm>
            <a:off x="-593" y="6444952"/>
            <a:ext cx="12193181" cy="412389"/>
          </a:xfrm>
          <a:solidFill>
            <a:srgbClr val="F8F9FB"/>
          </a:solidFill>
          <a:ln>
            <a:solidFill>
              <a:srgbClr val="E1E4E8"/>
            </a:solidFill>
          </a:ln>
        </p:spPr>
        <p:txBody>
          <a:bodyPr anchor="ctr"/>
          <a:lstStyle/>
          <a:p>
            <a:pPr algn="l"/>
            <a:r>
              <a:rPr lang="fr-FR" sz="1100">
                <a:solidFill>
                  <a:srgbClr val="6B7C93"/>
                </a:solidFill>
                <a:latin typeface="Segoe UI"/>
                <a:ea typeface="+mn-lt"/>
                <a:cs typeface="Segoe UI"/>
              </a:rPr>
              <a:t>  ISWC System Audit – </a:t>
            </a:r>
            <a:r>
              <a:rPr lang="fr-FR" sz="1100" err="1">
                <a:solidFill>
                  <a:srgbClr val="6B7C93"/>
                </a:solidFill>
                <a:latin typeface="Segoe UI"/>
                <a:ea typeface="+mn-lt"/>
                <a:cs typeface="Segoe UI"/>
              </a:rPr>
              <a:t>Findings</a:t>
            </a:r>
            <a:r>
              <a:rPr lang="fr-FR" sz="1100">
                <a:solidFill>
                  <a:srgbClr val="6B7C93"/>
                </a:solidFill>
                <a:latin typeface="Segoe UI"/>
                <a:ea typeface="+mn-lt"/>
                <a:cs typeface="Segoe UI"/>
              </a:rPr>
              <a:t> &amp; Strategic </a:t>
            </a:r>
            <a:r>
              <a:rPr lang="fr-FR" sz="1100" err="1">
                <a:solidFill>
                  <a:srgbClr val="6B7C93"/>
                </a:solidFill>
                <a:latin typeface="Segoe UI"/>
                <a:ea typeface="+mn-lt"/>
                <a:cs typeface="Segoe UI"/>
              </a:rPr>
              <a:t>Recommendations</a:t>
            </a:r>
            <a:r>
              <a:rPr lang="fr-FR" sz="1100">
                <a:solidFill>
                  <a:srgbClr val="6B7C93"/>
                </a:solidFill>
                <a:latin typeface="Segoe UI"/>
                <a:ea typeface="+mn-lt"/>
                <a:cs typeface="Segoe UI"/>
              </a:rPr>
              <a:t> • </a:t>
            </a:r>
            <a:r>
              <a:rPr lang="fr-FR" sz="1100" err="1">
                <a:solidFill>
                  <a:srgbClr val="6B7C93"/>
                </a:solidFill>
                <a:latin typeface="Segoe UI"/>
                <a:ea typeface="+mn-lt"/>
                <a:cs typeface="Segoe UI"/>
              </a:rPr>
              <a:t>November</a:t>
            </a:r>
            <a:r>
              <a:rPr lang="fr-FR" sz="1100">
                <a:solidFill>
                  <a:srgbClr val="6B7C93"/>
                </a:solidFill>
                <a:latin typeface="Segoe UI"/>
                <a:ea typeface="+mn-lt"/>
                <a:cs typeface="Segoe UI"/>
              </a:rPr>
              <a:t> 24, 2025</a:t>
            </a:r>
            <a:endParaRPr lang="fr-FR" sz="1100">
              <a:latin typeface="Segoe UI"/>
              <a:cs typeface="Segoe UI"/>
            </a:endParaRPr>
          </a:p>
        </p:txBody>
      </p:sp>
      <p:sp>
        <p:nvSpPr>
          <p:cNvPr id="8" name="Espace réservé du numéro de diapositive 6">
            <a:extLst>
              <a:ext uri="{FF2B5EF4-FFF2-40B4-BE49-F238E27FC236}">
                <a16:creationId xmlns:a16="http://schemas.microsoft.com/office/drawing/2014/main" id="{273024FF-4C0B-29BA-E05D-D1E64D13359A}"/>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dirty="0" smtClean="0">
                <a:solidFill>
                  <a:srgbClr val="1E3A5F"/>
                </a:solidFill>
                <a:latin typeface="Segoe UI"/>
                <a:cs typeface="Segoe UI"/>
              </a:rPr>
              <a:pPr algn="ctr"/>
              <a:t>47</a:t>
            </a:fld>
            <a:endParaRPr lang="fr-FR">
              <a:solidFill>
                <a:srgbClr val="1E3A5F"/>
              </a:solidFill>
              <a:latin typeface="Segoe UI"/>
              <a:ea typeface="Calibri"/>
              <a:cs typeface="Segoe UI"/>
            </a:endParaRPr>
          </a:p>
        </p:txBody>
      </p:sp>
      <p:sp>
        <p:nvSpPr>
          <p:cNvPr id="10" name="ZoneTexte 9">
            <a:extLst>
              <a:ext uri="{FF2B5EF4-FFF2-40B4-BE49-F238E27FC236}">
                <a16:creationId xmlns:a16="http://schemas.microsoft.com/office/drawing/2014/main" id="{25E7CC83-326E-8A9F-F661-150C11EC5CEA}"/>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b="1">
                <a:solidFill>
                  <a:srgbClr val="1E3A5F"/>
                </a:solidFill>
                <a:latin typeface="Segoe UI"/>
                <a:ea typeface="Calibri"/>
                <a:cs typeface="Segoe UI"/>
              </a:rPr>
              <a:t>———  ANNEX — Detailed Findings</a:t>
            </a:r>
          </a:p>
        </p:txBody>
      </p:sp>
      <p:cxnSp>
        <p:nvCxnSpPr>
          <p:cNvPr id="14" name="Connecteur droit avec flèche 13">
            <a:extLst>
              <a:ext uri="{FF2B5EF4-FFF2-40B4-BE49-F238E27FC236}">
                <a16:creationId xmlns:a16="http://schemas.microsoft.com/office/drawing/2014/main" id="{1DFEE66C-0D1F-4E1C-29B7-C00E78A3C3CA}"/>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pic>
        <p:nvPicPr>
          <p:cNvPr id="4" name="Image 3">
            <a:extLst>
              <a:ext uri="{FF2B5EF4-FFF2-40B4-BE49-F238E27FC236}">
                <a16:creationId xmlns:a16="http://schemas.microsoft.com/office/drawing/2014/main" id="{845C21FF-6F19-5B63-FA8D-8EC6D7F9FA5D}"/>
              </a:ext>
            </a:extLst>
          </p:cNvPr>
          <p:cNvPicPr>
            <a:picLocks noChangeAspect="1"/>
          </p:cNvPicPr>
          <p:nvPr/>
        </p:nvPicPr>
        <p:blipFill>
          <a:blip r:embed="rId2"/>
          <a:stretch>
            <a:fillRect/>
          </a:stretch>
        </p:blipFill>
        <p:spPr>
          <a:xfrm>
            <a:off x="1558335" y="628080"/>
            <a:ext cx="6233115" cy="4514933"/>
          </a:xfrm>
          <a:prstGeom prst="rect">
            <a:avLst/>
          </a:prstGeom>
        </p:spPr>
      </p:pic>
    </p:spTree>
    <p:extLst>
      <p:ext uri="{BB962C8B-B14F-4D97-AF65-F5344CB8AC3E}">
        <p14:creationId xmlns:p14="http://schemas.microsoft.com/office/powerpoint/2010/main" val="23459771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DDFD8-D039-C9E2-6781-59AC790184E7}"/>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942C63E-C197-79C9-50A0-B974F56C9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0983835-9A0B-269A-B7AE-912D33C850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82344"/>
            <a:ext cx="12191998" cy="159074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40354D0-DE76-DD7C-2005-E855A96754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8115300" cy="1590742"/>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378E705-BFCB-D080-DD03-A90DE5971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12191998" cy="1590742"/>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462B5716-ED57-40BA-EB6C-48BC2BCDA0DF}"/>
              </a:ext>
            </a:extLst>
          </p:cNvPr>
          <p:cNvSpPr txBox="1"/>
          <p:nvPr/>
        </p:nvSpPr>
        <p:spPr>
          <a:xfrm>
            <a:off x="699714" y="5335461"/>
            <a:ext cx="10952536" cy="1159200"/>
          </a:xfrm>
          <a:prstGeom prst="rect">
            <a:avLst/>
          </a:prstGeom>
        </p:spPr>
        <p:txBody>
          <a:bodyPr vert="horz" lIns="91440" tIns="45720" rIns="91440" bIns="45720" rtlCol="0" anchor="ctr">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lnSpc>
                <a:spcPct val="90000"/>
              </a:lnSpc>
              <a:spcBef>
                <a:spcPct val="0"/>
              </a:spcBef>
              <a:spcAft>
                <a:spcPts val="600"/>
              </a:spcAft>
              <a:defRPr sz="4000" b="1">
                <a:solidFill>
                  <a:srgbClr val="003366"/>
                </a:solidFill>
              </a:defRPr>
            </a:pPr>
            <a:r>
              <a:rPr lang="en-US" sz="3200">
                <a:solidFill>
                  <a:srgbClr val="FFFFFF"/>
                </a:solidFill>
                <a:latin typeface="Segoe UI"/>
                <a:ea typeface="+mj-ea"/>
                <a:cs typeface="Segoe UI"/>
              </a:rPr>
              <a:t>N+1 Issues : Best methods to convert to batch calling</a:t>
            </a:r>
            <a:endParaRPr lang="en-US" sz="3200" kern="1200">
              <a:solidFill>
                <a:srgbClr val="FFFFFF"/>
              </a:solidFill>
              <a:latin typeface="Segoe UI"/>
              <a:ea typeface="Calibri"/>
              <a:cs typeface="Segoe UI"/>
            </a:endParaRPr>
          </a:p>
        </p:txBody>
      </p:sp>
      <p:sp>
        <p:nvSpPr>
          <p:cNvPr id="5" name="Espace réservé du pied de page 2">
            <a:extLst>
              <a:ext uri="{FF2B5EF4-FFF2-40B4-BE49-F238E27FC236}">
                <a16:creationId xmlns:a16="http://schemas.microsoft.com/office/drawing/2014/main" id="{9BF70B45-AC59-55AF-9435-BC607B4F171B}"/>
              </a:ext>
            </a:extLst>
          </p:cNvPr>
          <p:cNvSpPr>
            <a:spLocks noGrp="1"/>
          </p:cNvSpPr>
          <p:nvPr>
            <p:ph type="ftr" sz="quarter" idx="11"/>
          </p:nvPr>
        </p:nvSpPr>
        <p:spPr>
          <a:xfrm>
            <a:off x="-593" y="6444952"/>
            <a:ext cx="12193181" cy="412389"/>
          </a:xfrm>
          <a:solidFill>
            <a:srgbClr val="F8F9FB"/>
          </a:solidFill>
          <a:ln>
            <a:solidFill>
              <a:srgbClr val="E1E4E8"/>
            </a:solidFill>
          </a:ln>
        </p:spPr>
        <p:txBody>
          <a:bodyPr anchor="ctr"/>
          <a:lstStyle/>
          <a:p>
            <a:pPr algn="l"/>
            <a:r>
              <a:rPr lang="fr-FR" sz="1100">
                <a:solidFill>
                  <a:srgbClr val="6B7C93"/>
                </a:solidFill>
                <a:latin typeface="Segoe UI"/>
                <a:ea typeface="+mn-lt"/>
                <a:cs typeface="Segoe UI"/>
              </a:rPr>
              <a:t>  ISWC System Audit – </a:t>
            </a:r>
            <a:r>
              <a:rPr lang="fr-FR" sz="1100" err="1">
                <a:solidFill>
                  <a:srgbClr val="6B7C93"/>
                </a:solidFill>
                <a:latin typeface="Segoe UI"/>
                <a:ea typeface="+mn-lt"/>
                <a:cs typeface="Segoe UI"/>
              </a:rPr>
              <a:t>Findings</a:t>
            </a:r>
            <a:r>
              <a:rPr lang="fr-FR" sz="1100">
                <a:solidFill>
                  <a:srgbClr val="6B7C93"/>
                </a:solidFill>
                <a:latin typeface="Segoe UI"/>
                <a:ea typeface="+mn-lt"/>
                <a:cs typeface="Segoe UI"/>
              </a:rPr>
              <a:t> &amp; Strategic </a:t>
            </a:r>
            <a:r>
              <a:rPr lang="fr-FR" sz="1100" err="1">
                <a:solidFill>
                  <a:srgbClr val="6B7C93"/>
                </a:solidFill>
                <a:latin typeface="Segoe UI"/>
                <a:ea typeface="+mn-lt"/>
                <a:cs typeface="Segoe UI"/>
              </a:rPr>
              <a:t>Recommendations</a:t>
            </a:r>
            <a:r>
              <a:rPr lang="fr-FR" sz="1100">
                <a:solidFill>
                  <a:srgbClr val="6B7C93"/>
                </a:solidFill>
                <a:latin typeface="Segoe UI"/>
                <a:ea typeface="+mn-lt"/>
                <a:cs typeface="Segoe UI"/>
              </a:rPr>
              <a:t> • </a:t>
            </a:r>
            <a:r>
              <a:rPr lang="fr-FR" sz="1100" err="1">
                <a:solidFill>
                  <a:srgbClr val="6B7C93"/>
                </a:solidFill>
                <a:latin typeface="Segoe UI"/>
                <a:ea typeface="+mn-lt"/>
                <a:cs typeface="Segoe UI"/>
              </a:rPr>
              <a:t>November</a:t>
            </a:r>
            <a:r>
              <a:rPr lang="fr-FR" sz="1100">
                <a:solidFill>
                  <a:srgbClr val="6B7C93"/>
                </a:solidFill>
                <a:latin typeface="Segoe UI"/>
                <a:ea typeface="+mn-lt"/>
                <a:cs typeface="Segoe UI"/>
              </a:rPr>
              <a:t> 24, 2025</a:t>
            </a:r>
            <a:endParaRPr lang="fr-FR" sz="1100">
              <a:latin typeface="Segoe UI"/>
              <a:cs typeface="Segoe UI"/>
            </a:endParaRPr>
          </a:p>
        </p:txBody>
      </p:sp>
      <p:sp>
        <p:nvSpPr>
          <p:cNvPr id="8" name="Espace réservé du numéro de diapositive 6">
            <a:extLst>
              <a:ext uri="{FF2B5EF4-FFF2-40B4-BE49-F238E27FC236}">
                <a16:creationId xmlns:a16="http://schemas.microsoft.com/office/drawing/2014/main" id="{EB76973E-11E9-0DAE-650D-0E3FADA4EA8C}"/>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dirty="0" smtClean="0">
                <a:solidFill>
                  <a:srgbClr val="1E3A5F"/>
                </a:solidFill>
                <a:latin typeface="Segoe UI"/>
                <a:cs typeface="Segoe UI"/>
              </a:rPr>
              <a:pPr algn="ctr"/>
              <a:t>48</a:t>
            </a:fld>
            <a:endParaRPr lang="fr-FR">
              <a:solidFill>
                <a:srgbClr val="1E3A5F"/>
              </a:solidFill>
              <a:latin typeface="Segoe UI"/>
              <a:ea typeface="Calibri"/>
              <a:cs typeface="Segoe UI"/>
            </a:endParaRPr>
          </a:p>
        </p:txBody>
      </p:sp>
      <p:sp>
        <p:nvSpPr>
          <p:cNvPr id="10" name="ZoneTexte 9">
            <a:extLst>
              <a:ext uri="{FF2B5EF4-FFF2-40B4-BE49-F238E27FC236}">
                <a16:creationId xmlns:a16="http://schemas.microsoft.com/office/drawing/2014/main" id="{9DFE0D8F-404E-B5FD-4A5B-0921D862F4F9}"/>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b="1">
                <a:solidFill>
                  <a:srgbClr val="1E3A5F"/>
                </a:solidFill>
                <a:latin typeface="Segoe UI"/>
                <a:ea typeface="Calibri"/>
                <a:cs typeface="Segoe UI"/>
              </a:rPr>
              <a:t>———  ANNEX — Detailed Findings</a:t>
            </a:r>
          </a:p>
        </p:txBody>
      </p:sp>
      <p:cxnSp>
        <p:nvCxnSpPr>
          <p:cNvPr id="14" name="Connecteur droit avec flèche 13">
            <a:extLst>
              <a:ext uri="{FF2B5EF4-FFF2-40B4-BE49-F238E27FC236}">
                <a16:creationId xmlns:a16="http://schemas.microsoft.com/office/drawing/2014/main" id="{7516792A-1978-6CA2-CB62-EC0A22FAB083}"/>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sp>
        <p:nvSpPr>
          <p:cNvPr id="6" name="ZoneTexte 5">
            <a:extLst>
              <a:ext uri="{FF2B5EF4-FFF2-40B4-BE49-F238E27FC236}">
                <a16:creationId xmlns:a16="http://schemas.microsoft.com/office/drawing/2014/main" id="{C15340CC-EB99-8EE1-7658-CED93AFFD001}"/>
              </a:ext>
            </a:extLst>
          </p:cNvPr>
          <p:cNvSpPr txBox="1"/>
          <p:nvPr/>
        </p:nvSpPr>
        <p:spPr>
          <a:xfrm>
            <a:off x="1530350" y="969090"/>
            <a:ext cx="7759700" cy="3416320"/>
          </a:xfrm>
          <a:prstGeom prst="rect">
            <a:avLst/>
          </a:prstGeom>
          <a:noFill/>
        </p:spPr>
        <p:txBody>
          <a:bodyPr wrap="square">
            <a:spAutoFit/>
          </a:bodyPr>
          <a:lstStyle/>
          <a:p>
            <a:r>
              <a:rPr lang="fr-FR" err="1"/>
              <a:t>IMatchingManager</a:t>
            </a:r>
            <a:endParaRPr lang="fr-FR"/>
          </a:p>
          <a:p>
            <a:pPr marL="285750" indent="-285750">
              <a:buFont typeface="Arial" panose="020B0604020202020204" pitchFamily="34" charset="0"/>
              <a:buChar char="•"/>
            </a:pPr>
            <a:r>
              <a:rPr lang="fr-FR" err="1"/>
              <a:t>MatchAsync</a:t>
            </a:r>
            <a:endParaRPr lang="fr-FR"/>
          </a:p>
          <a:p>
            <a:pPr marL="285750" indent="-285750">
              <a:buFont typeface="Arial" panose="020B0604020202020204" pitchFamily="34" charset="0"/>
              <a:buChar char="•"/>
            </a:pPr>
            <a:r>
              <a:rPr lang="fr-FR" err="1"/>
              <a:t>MatchIsrcsAsync</a:t>
            </a:r>
            <a:endParaRPr lang="fr-FR"/>
          </a:p>
          <a:p>
            <a:pPr marL="285750" indent="-285750">
              <a:buFont typeface="Arial" panose="020B0604020202020204" pitchFamily="34" charset="0"/>
              <a:buChar char="•"/>
            </a:pPr>
            <a:r>
              <a:rPr lang="fr-FR" err="1"/>
              <a:t>RankMatches</a:t>
            </a:r>
            <a:endParaRPr lang="fr-FR"/>
          </a:p>
          <a:p>
            <a:r>
              <a:rPr lang="fr-FR" err="1"/>
              <a:t>IWorkManager</a:t>
            </a:r>
            <a:endParaRPr lang="fr-FR"/>
          </a:p>
          <a:p>
            <a:pPr marL="285750" indent="-285750">
              <a:buFont typeface="Arial" panose="020B0604020202020204" pitchFamily="34" charset="0"/>
              <a:buChar char="•"/>
            </a:pPr>
            <a:r>
              <a:rPr lang="fr-FR" err="1"/>
              <a:t>GetCacheIswcs</a:t>
            </a:r>
            <a:endParaRPr lang="fr-FR"/>
          </a:p>
          <a:p>
            <a:pPr marL="285750" indent="-285750">
              <a:buFont typeface="Arial" panose="020B0604020202020204" pitchFamily="34" charset="0"/>
              <a:buChar char="•"/>
            </a:pPr>
            <a:r>
              <a:rPr lang="fr-FR" err="1"/>
              <a:t>Exists</a:t>
            </a:r>
            <a:endParaRPr lang="fr-FR"/>
          </a:p>
          <a:p>
            <a:pPr marL="285750" indent="-285750">
              <a:buFont typeface="Arial" panose="020B0604020202020204" pitchFamily="34" charset="0"/>
              <a:buChar char="•"/>
            </a:pPr>
            <a:r>
              <a:rPr lang="fr-FR" err="1"/>
              <a:t>FindlswcModeIAsync</a:t>
            </a:r>
            <a:endParaRPr lang="fr-FR"/>
          </a:p>
          <a:p>
            <a:pPr marL="285750" indent="-285750">
              <a:buFont typeface="Arial" panose="020B0604020202020204" pitchFamily="34" charset="0"/>
              <a:buChar char="•"/>
            </a:pPr>
            <a:r>
              <a:rPr lang="fr-FR" err="1"/>
              <a:t>ChecklfArchivedIswcAsync</a:t>
            </a:r>
            <a:endParaRPr lang="fr-FR"/>
          </a:p>
          <a:p>
            <a:pPr marL="285750" indent="-285750">
              <a:buFont typeface="Arial" panose="020B0604020202020204" pitchFamily="34" charset="0"/>
              <a:buChar char="•"/>
            </a:pPr>
            <a:r>
              <a:rPr lang="fr-FR" err="1"/>
              <a:t>FindManyAsync</a:t>
            </a:r>
            <a:r>
              <a:rPr lang="fr-FR"/>
              <a:t> (</a:t>
            </a:r>
            <a:r>
              <a:rPr lang="fr-FR" err="1"/>
              <a:t>when</a:t>
            </a:r>
            <a:r>
              <a:rPr lang="fr-FR"/>
              <a:t> </a:t>
            </a:r>
            <a:r>
              <a:rPr lang="fr-FR" err="1"/>
              <a:t>called</a:t>
            </a:r>
            <a:r>
              <a:rPr lang="fr-FR"/>
              <a:t> </a:t>
            </a:r>
            <a:r>
              <a:rPr lang="fr-FR" err="1"/>
              <a:t>repeatedly</a:t>
            </a:r>
            <a:r>
              <a:rPr lang="fr-FR"/>
              <a:t> in a Loop, </a:t>
            </a:r>
            <a:r>
              <a:rPr lang="fr-FR" err="1"/>
              <a:t>despite</a:t>
            </a:r>
            <a:r>
              <a:rPr lang="fr-FR"/>
              <a:t> </a:t>
            </a:r>
            <a:r>
              <a:rPr lang="fr-FR" err="1"/>
              <a:t>its</a:t>
            </a:r>
            <a:r>
              <a:rPr lang="fr-FR"/>
              <a:t> </a:t>
            </a:r>
            <a:r>
              <a:rPr lang="fr-FR" err="1"/>
              <a:t>name</a:t>
            </a:r>
            <a:r>
              <a:rPr lang="fr-FR"/>
              <a:t>)</a:t>
            </a:r>
          </a:p>
          <a:p>
            <a:r>
              <a:rPr lang="fr-FR" err="1"/>
              <a:t>IMessagingManager</a:t>
            </a:r>
            <a:r>
              <a:rPr lang="fr-FR"/>
              <a:t> (minor impact)</a:t>
            </a:r>
          </a:p>
          <a:p>
            <a:pPr marL="285750" indent="-285750">
              <a:buFont typeface="Arial" panose="020B0604020202020204" pitchFamily="34" charset="0"/>
              <a:buChar char="•"/>
            </a:pPr>
            <a:r>
              <a:rPr lang="fr-FR" err="1"/>
              <a:t>GetRejectionMessage</a:t>
            </a:r>
            <a:endParaRPr lang="fr-FR"/>
          </a:p>
        </p:txBody>
      </p:sp>
    </p:spTree>
    <p:extLst>
      <p:ext uri="{BB962C8B-B14F-4D97-AF65-F5344CB8AC3E}">
        <p14:creationId xmlns:p14="http://schemas.microsoft.com/office/powerpoint/2010/main" val="3709241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BF28A-7BBE-4995-236D-85F8B5CBF6D6}"/>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1818FE8-1448-5CBC-82B1-23B9880794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3E1F9DC-6FFA-900C-2340-1DB6F2889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82344"/>
            <a:ext cx="12191998" cy="159074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C028427-B9D4-C3A7-2EF6-A3D3B14AA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8115300" cy="1590742"/>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CCA492E-42B7-3869-49FC-0DE4D14C49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12191998" cy="1590742"/>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3060FD20-0E0A-CC6D-29A0-6D598E3C3A5D}"/>
              </a:ext>
            </a:extLst>
          </p:cNvPr>
          <p:cNvSpPr txBox="1"/>
          <p:nvPr/>
        </p:nvSpPr>
        <p:spPr>
          <a:xfrm>
            <a:off x="699714" y="5335461"/>
            <a:ext cx="10952536" cy="1159200"/>
          </a:xfrm>
          <a:prstGeom prst="rect">
            <a:avLst/>
          </a:prstGeom>
        </p:spPr>
        <p:txBody>
          <a:bodyPr vert="horz" lIns="91440" tIns="45720" rIns="91440" bIns="45720" rtlCol="0" anchor="ctr">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lnSpc>
                <a:spcPct val="90000"/>
              </a:lnSpc>
              <a:spcBef>
                <a:spcPct val="0"/>
              </a:spcBef>
              <a:spcAft>
                <a:spcPts val="600"/>
              </a:spcAft>
              <a:defRPr sz="4000" b="1">
                <a:solidFill>
                  <a:srgbClr val="003366"/>
                </a:solidFill>
              </a:defRPr>
            </a:pPr>
            <a:r>
              <a:rPr lang="en-US" sz="3200">
                <a:solidFill>
                  <a:srgbClr val="FFFFFF"/>
                </a:solidFill>
                <a:latin typeface="Segoe UI"/>
                <a:ea typeface="+mj-ea"/>
                <a:cs typeface="Segoe UI"/>
              </a:rPr>
              <a:t>Workshops</a:t>
            </a:r>
            <a:endParaRPr lang="en-US" sz="3200" kern="1200">
              <a:solidFill>
                <a:srgbClr val="FFFFFF"/>
              </a:solidFill>
              <a:latin typeface="Segoe UI"/>
              <a:ea typeface="Calibri"/>
              <a:cs typeface="Segoe UI"/>
            </a:endParaRPr>
          </a:p>
        </p:txBody>
      </p:sp>
      <p:sp>
        <p:nvSpPr>
          <p:cNvPr id="5" name="Espace réservé du pied de page 2">
            <a:extLst>
              <a:ext uri="{FF2B5EF4-FFF2-40B4-BE49-F238E27FC236}">
                <a16:creationId xmlns:a16="http://schemas.microsoft.com/office/drawing/2014/main" id="{197674D2-228A-E0DA-6600-E023BE9D2233}"/>
              </a:ext>
            </a:extLst>
          </p:cNvPr>
          <p:cNvSpPr>
            <a:spLocks noGrp="1"/>
          </p:cNvSpPr>
          <p:nvPr>
            <p:ph type="ftr" sz="quarter" idx="11"/>
          </p:nvPr>
        </p:nvSpPr>
        <p:spPr>
          <a:xfrm>
            <a:off x="-593" y="6444952"/>
            <a:ext cx="12193181" cy="412389"/>
          </a:xfrm>
          <a:solidFill>
            <a:srgbClr val="F8F9FB"/>
          </a:solidFill>
          <a:ln>
            <a:solidFill>
              <a:srgbClr val="E1E4E8"/>
            </a:solidFill>
          </a:ln>
        </p:spPr>
        <p:txBody>
          <a:bodyPr anchor="ctr"/>
          <a:lstStyle/>
          <a:p>
            <a:pPr algn="l"/>
            <a:r>
              <a:rPr lang="fr-FR" sz="1100">
                <a:solidFill>
                  <a:srgbClr val="6B7C93"/>
                </a:solidFill>
                <a:latin typeface="Segoe UI"/>
                <a:ea typeface="+mn-lt"/>
                <a:cs typeface="Segoe UI"/>
              </a:rPr>
              <a:t>  ISWC System Audit – </a:t>
            </a:r>
            <a:r>
              <a:rPr lang="fr-FR" sz="1100" err="1">
                <a:solidFill>
                  <a:srgbClr val="6B7C93"/>
                </a:solidFill>
                <a:latin typeface="Segoe UI"/>
                <a:ea typeface="+mn-lt"/>
                <a:cs typeface="Segoe UI"/>
              </a:rPr>
              <a:t>Findings</a:t>
            </a:r>
            <a:r>
              <a:rPr lang="fr-FR" sz="1100">
                <a:solidFill>
                  <a:srgbClr val="6B7C93"/>
                </a:solidFill>
                <a:latin typeface="Segoe UI"/>
                <a:ea typeface="+mn-lt"/>
                <a:cs typeface="Segoe UI"/>
              </a:rPr>
              <a:t> &amp; Strategic </a:t>
            </a:r>
            <a:r>
              <a:rPr lang="fr-FR" sz="1100" err="1">
                <a:solidFill>
                  <a:srgbClr val="6B7C93"/>
                </a:solidFill>
                <a:latin typeface="Segoe UI"/>
                <a:ea typeface="+mn-lt"/>
                <a:cs typeface="Segoe UI"/>
              </a:rPr>
              <a:t>Recommendations</a:t>
            </a:r>
            <a:r>
              <a:rPr lang="fr-FR" sz="1100">
                <a:solidFill>
                  <a:srgbClr val="6B7C93"/>
                </a:solidFill>
                <a:latin typeface="Segoe UI"/>
                <a:ea typeface="+mn-lt"/>
                <a:cs typeface="Segoe UI"/>
              </a:rPr>
              <a:t> • </a:t>
            </a:r>
            <a:r>
              <a:rPr lang="fr-FR" sz="1100" err="1">
                <a:solidFill>
                  <a:srgbClr val="6B7C93"/>
                </a:solidFill>
                <a:latin typeface="Segoe UI"/>
                <a:ea typeface="+mn-lt"/>
                <a:cs typeface="Segoe UI"/>
              </a:rPr>
              <a:t>November</a:t>
            </a:r>
            <a:r>
              <a:rPr lang="fr-FR" sz="1100">
                <a:solidFill>
                  <a:srgbClr val="6B7C93"/>
                </a:solidFill>
                <a:latin typeface="Segoe UI"/>
                <a:ea typeface="+mn-lt"/>
                <a:cs typeface="Segoe UI"/>
              </a:rPr>
              <a:t> 24, 2025</a:t>
            </a:r>
            <a:endParaRPr lang="fr-FR" sz="1100">
              <a:latin typeface="Segoe UI"/>
              <a:cs typeface="Segoe UI"/>
            </a:endParaRPr>
          </a:p>
        </p:txBody>
      </p:sp>
      <p:sp>
        <p:nvSpPr>
          <p:cNvPr id="8" name="Espace réservé du numéro de diapositive 6">
            <a:extLst>
              <a:ext uri="{FF2B5EF4-FFF2-40B4-BE49-F238E27FC236}">
                <a16:creationId xmlns:a16="http://schemas.microsoft.com/office/drawing/2014/main" id="{8A7D5B32-A099-35CE-4437-5B41667300FA}"/>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dirty="0" smtClean="0">
                <a:solidFill>
                  <a:srgbClr val="1E3A5F"/>
                </a:solidFill>
                <a:latin typeface="Segoe UI"/>
                <a:cs typeface="Segoe UI"/>
              </a:rPr>
              <a:pPr algn="ctr"/>
              <a:t>49</a:t>
            </a:fld>
            <a:endParaRPr lang="fr-FR">
              <a:solidFill>
                <a:srgbClr val="1E3A5F"/>
              </a:solidFill>
              <a:latin typeface="Segoe UI"/>
              <a:ea typeface="Calibri"/>
              <a:cs typeface="Segoe UI"/>
            </a:endParaRPr>
          </a:p>
        </p:txBody>
      </p:sp>
      <p:sp>
        <p:nvSpPr>
          <p:cNvPr id="10" name="ZoneTexte 9">
            <a:extLst>
              <a:ext uri="{FF2B5EF4-FFF2-40B4-BE49-F238E27FC236}">
                <a16:creationId xmlns:a16="http://schemas.microsoft.com/office/drawing/2014/main" id="{0CC4FEE2-3791-88F8-2B60-5B36DEEA1E39}"/>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b="1">
                <a:solidFill>
                  <a:srgbClr val="1E3A5F"/>
                </a:solidFill>
                <a:latin typeface="Segoe UI"/>
                <a:ea typeface="Calibri"/>
                <a:cs typeface="Segoe UI"/>
              </a:rPr>
              <a:t>———  ANNEX — Detailed Findings</a:t>
            </a:r>
          </a:p>
        </p:txBody>
      </p:sp>
      <p:cxnSp>
        <p:nvCxnSpPr>
          <p:cNvPr id="14" name="Connecteur droit avec flèche 13">
            <a:extLst>
              <a:ext uri="{FF2B5EF4-FFF2-40B4-BE49-F238E27FC236}">
                <a16:creationId xmlns:a16="http://schemas.microsoft.com/office/drawing/2014/main" id="{7CBA3CEB-4D79-82A9-8F64-F9916E9AFD68}"/>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graphicFrame>
        <p:nvGraphicFramePr>
          <p:cNvPr id="3" name="Tableau 2">
            <a:extLst>
              <a:ext uri="{FF2B5EF4-FFF2-40B4-BE49-F238E27FC236}">
                <a16:creationId xmlns:a16="http://schemas.microsoft.com/office/drawing/2014/main" id="{636443F8-7710-5C9E-BC32-B36D2D523060}"/>
              </a:ext>
            </a:extLst>
          </p:cNvPr>
          <p:cNvGraphicFramePr>
            <a:graphicFrameLocks noGrp="1"/>
          </p:cNvGraphicFramePr>
          <p:nvPr>
            <p:extLst>
              <p:ext uri="{D42A27DB-BD31-4B8C-83A1-F6EECF244321}">
                <p14:modId xmlns:p14="http://schemas.microsoft.com/office/powerpoint/2010/main" val="2844127618"/>
              </p:ext>
            </p:extLst>
          </p:nvPr>
        </p:nvGraphicFramePr>
        <p:xfrm>
          <a:off x="2032000" y="719666"/>
          <a:ext cx="7493000" cy="2966720"/>
        </p:xfrm>
        <a:graphic>
          <a:graphicData uri="http://schemas.openxmlformats.org/drawingml/2006/table">
            <a:tbl>
              <a:tblPr bandRow="1">
                <a:tableStyleId>{5C22544A-7EE6-4342-B048-85BDC9FD1C3A}</a:tableStyleId>
              </a:tblPr>
              <a:tblGrid>
                <a:gridCol w="1581150">
                  <a:extLst>
                    <a:ext uri="{9D8B030D-6E8A-4147-A177-3AD203B41FA5}">
                      <a16:colId xmlns:a16="http://schemas.microsoft.com/office/drawing/2014/main" val="794322911"/>
                    </a:ext>
                  </a:extLst>
                </a:gridCol>
                <a:gridCol w="5911850">
                  <a:extLst>
                    <a:ext uri="{9D8B030D-6E8A-4147-A177-3AD203B41FA5}">
                      <a16:colId xmlns:a16="http://schemas.microsoft.com/office/drawing/2014/main" val="3624957459"/>
                    </a:ext>
                  </a:extLst>
                </a:gridCol>
              </a:tblGrid>
              <a:tr h="370840">
                <a:tc>
                  <a:txBody>
                    <a:bodyPr/>
                    <a:lstStyle/>
                    <a:p>
                      <a:r>
                        <a:rPr lang="fr-FR"/>
                        <a:t>2025-10-20</a:t>
                      </a:r>
                    </a:p>
                  </a:txBody>
                  <a:tcPr/>
                </a:tc>
                <a:tc>
                  <a:txBody>
                    <a:bodyPr/>
                    <a:lstStyle/>
                    <a:p>
                      <a:r>
                        <a:rPr lang="fr-FR"/>
                        <a:t>Kickoff</a:t>
                      </a:r>
                    </a:p>
                  </a:txBody>
                  <a:tcPr/>
                </a:tc>
                <a:extLst>
                  <a:ext uri="{0D108BD9-81ED-4DB2-BD59-A6C34878D82A}">
                    <a16:rowId xmlns:a16="http://schemas.microsoft.com/office/drawing/2014/main" val="1800988520"/>
                  </a:ext>
                </a:extLst>
              </a:tr>
              <a:tr h="370840">
                <a:tc>
                  <a:txBody>
                    <a:bodyPr/>
                    <a:lstStyle/>
                    <a:p>
                      <a:r>
                        <a:rPr lang="fr-FR"/>
                        <a:t>2025-10-21</a:t>
                      </a:r>
                    </a:p>
                  </a:txBody>
                  <a:tcPr/>
                </a:tc>
                <a:tc>
                  <a:txBody>
                    <a:bodyPr/>
                    <a:lstStyle/>
                    <a:p>
                      <a:r>
                        <a:rPr lang="fr-FR"/>
                        <a:t>Documentations and infrastructures</a:t>
                      </a:r>
                    </a:p>
                  </a:txBody>
                  <a:tcPr/>
                </a:tc>
                <a:extLst>
                  <a:ext uri="{0D108BD9-81ED-4DB2-BD59-A6C34878D82A}">
                    <a16:rowId xmlns:a16="http://schemas.microsoft.com/office/drawing/2014/main" val="1099449700"/>
                  </a:ext>
                </a:extLst>
              </a:tr>
              <a:tr h="370840">
                <a:tc>
                  <a:txBody>
                    <a:bodyPr/>
                    <a:lstStyle/>
                    <a:p>
                      <a:r>
                        <a:rPr lang="fr-FR"/>
                        <a:t>2025-11-05</a:t>
                      </a:r>
                    </a:p>
                  </a:txBody>
                  <a:tcPr/>
                </a:tc>
                <a:tc>
                  <a:txBody>
                    <a:bodyPr/>
                    <a:lstStyle/>
                    <a:p>
                      <a:r>
                        <a:rPr lang="fr-FR"/>
                        <a:t>Prod and Perf Data</a:t>
                      </a:r>
                    </a:p>
                  </a:txBody>
                  <a:tcPr/>
                </a:tc>
                <a:extLst>
                  <a:ext uri="{0D108BD9-81ED-4DB2-BD59-A6C34878D82A}">
                    <a16:rowId xmlns:a16="http://schemas.microsoft.com/office/drawing/2014/main" val="3594588077"/>
                  </a:ext>
                </a:extLst>
              </a:tr>
              <a:tr h="370840">
                <a:tc>
                  <a:txBody>
                    <a:bodyPr/>
                    <a:lstStyle/>
                    <a:p>
                      <a:r>
                        <a:rPr lang="fr-FR"/>
                        <a:t>2025-11-05</a:t>
                      </a:r>
                    </a:p>
                  </a:txBody>
                  <a:tcPr/>
                </a:tc>
                <a:tc>
                  <a:txBody>
                    <a:bodyPr/>
                    <a:lstStyle/>
                    <a:p>
                      <a:r>
                        <a:rPr lang="fr-FR"/>
                        <a:t>CI/CD Pipeline</a:t>
                      </a:r>
                    </a:p>
                  </a:txBody>
                  <a:tcPr/>
                </a:tc>
                <a:extLst>
                  <a:ext uri="{0D108BD9-81ED-4DB2-BD59-A6C34878D82A}">
                    <a16:rowId xmlns:a16="http://schemas.microsoft.com/office/drawing/2014/main" val="523063915"/>
                  </a:ext>
                </a:extLst>
              </a:tr>
              <a:tr h="370840">
                <a:tc>
                  <a:txBody>
                    <a:bodyPr/>
                    <a:lstStyle/>
                    <a:p>
                      <a:r>
                        <a:rPr lang="fr-FR"/>
                        <a:t>2025-11-06</a:t>
                      </a:r>
                    </a:p>
                  </a:txBody>
                  <a:tcPr/>
                </a:tc>
                <a:tc>
                  <a:txBody>
                    <a:bodyPr/>
                    <a:lstStyle/>
                    <a:p>
                      <a:r>
                        <a:rPr lang="en-US" sz="1800" kern="1200">
                          <a:solidFill>
                            <a:schemeClr val="dk1"/>
                          </a:solidFill>
                          <a:latin typeface="+mn-lt"/>
                          <a:ea typeface="+mn-ea"/>
                          <a:cs typeface="+mn-cs"/>
                        </a:rPr>
                        <a:t>Cloud Cost Breakdown &amp; Infrastructure Configuration</a:t>
                      </a:r>
                      <a:endParaRPr lang="fr-FR" sz="1800" kern="1200">
                        <a:solidFill>
                          <a:schemeClr val="dk1"/>
                        </a:solidFill>
                        <a:latin typeface="+mn-lt"/>
                        <a:ea typeface="+mn-ea"/>
                        <a:cs typeface="+mn-cs"/>
                      </a:endParaRPr>
                    </a:p>
                  </a:txBody>
                  <a:tcPr/>
                </a:tc>
                <a:extLst>
                  <a:ext uri="{0D108BD9-81ED-4DB2-BD59-A6C34878D82A}">
                    <a16:rowId xmlns:a16="http://schemas.microsoft.com/office/drawing/2014/main" val="1050581467"/>
                  </a:ext>
                </a:extLst>
              </a:tr>
              <a:tr h="370840">
                <a:tc>
                  <a:txBody>
                    <a:bodyPr/>
                    <a:lstStyle/>
                    <a:p>
                      <a:r>
                        <a:rPr lang="fr-FR"/>
                        <a:t>2025-11-10</a:t>
                      </a:r>
                    </a:p>
                  </a:txBody>
                  <a:tcPr/>
                </a:tc>
                <a:tc>
                  <a:txBody>
                    <a:bodyPr/>
                    <a:lstStyle/>
                    <a:p>
                      <a:r>
                        <a:rPr lang="fr-FR" sz="1800" kern="1200">
                          <a:solidFill>
                            <a:schemeClr val="dk1"/>
                          </a:solidFill>
                          <a:latin typeface="+mn-lt"/>
                          <a:ea typeface="+mn-ea"/>
                          <a:cs typeface="+mn-cs"/>
                        </a:rPr>
                        <a:t>Discussion Tech, Perf et Data</a:t>
                      </a:r>
                    </a:p>
                  </a:txBody>
                  <a:tcPr/>
                </a:tc>
                <a:extLst>
                  <a:ext uri="{0D108BD9-81ED-4DB2-BD59-A6C34878D82A}">
                    <a16:rowId xmlns:a16="http://schemas.microsoft.com/office/drawing/2014/main" val="918431426"/>
                  </a:ext>
                </a:extLst>
              </a:tr>
              <a:tr h="370840">
                <a:tc>
                  <a:txBody>
                    <a:bodyPr/>
                    <a:lstStyle/>
                    <a:p>
                      <a:r>
                        <a:rPr lang="fr-FR"/>
                        <a:t>2025-11-10</a:t>
                      </a:r>
                    </a:p>
                  </a:txBody>
                  <a:tcPr/>
                </a:tc>
                <a:tc>
                  <a:txBody>
                    <a:bodyPr/>
                    <a:lstStyle/>
                    <a:p>
                      <a:r>
                        <a:rPr lang="fr-FR" sz="1800" kern="1200">
                          <a:solidFill>
                            <a:schemeClr val="dk1"/>
                          </a:solidFill>
                          <a:latin typeface="+mn-lt"/>
                          <a:ea typeface="+mn-ea"/>
                          <a:cs typeface="+mn-cs"/>
                        </a:rPr>
                        <a:t>Databricks</a:t>
                      </a:r>
                    </a:p>
                  </a:txBody>
                  <a:tcPr/>
                </a:tc>
                <a:extLst>
                  <a:ext uri="{0D108BD9-81ED-4DB2-BD59-A6C34878D82A}">
                    <a16:rowId xmlns:a16="http://schemas.microsoft.com/office/drawing/2014/main" val="1704784498"/>
                  </a:ext>
                </a:extLst>
              </a:tr>
              <a:tr h="370840">
                <a:tc>
                  <a:txBody>
                    <a:bodyPr/>
                    <a:lstStyle/>
                    <a:p>
                      <a:r>
                        <a:rPr lang="fr-FR"/>
                        <a:t>2025-11-12</a:t>
                      </a:r>
                    </a:p>
                  </a:txBody>
                  <a:tcPr/>
                </a:tc>
                <a:tc>
                  <a:txBody>
                    <a:bodyPr/>
                    <a:lstStyle/>
                    <a:p>
                      <a:r>
                        <a:rPr lang="fr-FR" sz="1800" kern="1200">
                          <a:solidFill>
                            <a:schemeClr val="dk1"/>
                          </a:solidFill>
                          <a:latin typeface="+mn-lt"/>
                          <a:ea typeface="+mn-ea"/>
                          <a:cs typeface="+mn-cs"/>
                        </a:rPr>
                        <a:t>Draft Restitution to </a:t>
                      </a:r>
                      <a:r>
                        <a:rPr lang="fr-FR" sz="1800" kern="1200" err="1">
                          <a:solidFill>
                            <a:schemeClr val="dk1"/>
                          </a:solidFill>
                          <a:latin typeface="+mn-lt"/>
                          <a:ea typeface="+mn-ea"/>
                          <a:cs typeface="+mn-cs"/>
                        </a:rPr>
                        <a:t>Spanish</a:t>
                      </a:r>
                      <a:r>
                        <a:rPr lang="fr-FR" sz="1800" kern="1200">
                          <a:solidFill>
                            <a:schemeClr val="dk1"/>
                          </a:solidFill>
                          <a:latin typeface="+mn-lt"/>
                          <a:ea typeface="+mn-ea"/>
                          <a:cs typeface="+mn-cs"/>
                        </a:rPr>
                        <a:t> Point</a:t>
                      </a:r>
                    </a:p>
                  </a:txBody>
                  <a:tcPr/>
                </a:tc>
                <a:extLst>
                  <a:ext uri="{0D108BD9-81ED-4DB2-BD59-A6C34878D82A}">
                    <a16:rowId xmlns:a16="http://schemas.microsoft.com/office/drawing/2014/main" val="2034594078"/>
                  </a:ext>
                </a:extLst>
              </a:tr>
            </a:tbl>
          </a:graphicData>
        </a:graphic>
      </p:graphicFrame>
    </p:spTree>
    <p:extLst>
      <p:ext uri="{BB962C8B-B14F-4D97-AF65-F5344CB8AC3E}">
        <p14:creationId xmlns:p14="http://schemas.microsoft.com/office/powerpoint/2010/main" val="13450339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B6A31-3184-7A30-0720-A55CE4C51B8B}"/>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3B58EF5-AD4F-AD91-ABEB-6B01EFC7A1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746161A-2F09-777B-BA39-2C9C84EC45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82344"/>
            <a:ext cx="12191998" cy="159074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9EB22A1-3DBB-8EE0-8B0D-0ACC1AB085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8115300" cy="1590742"/>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97125BC-B5F3-AE6B-648F-6EFEED0190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12191998" cy="1590742"/>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ED06DFE0-7EE9-DD13-BC9D-563D007E00E0}"/>
              </a:ext>
            </a:extLst>
          </p:cNvPr>
          <p:cNvSpPr txBox="1"/>
          <p:nvPr/>
        </p:nvSpPr>
        <p:spPr>
          <a:xfrm>
            <a:off x="699714" y="5335461"/>
            <a:ext cx="10952536" cy="1159200"/>
          </a:xfrm>
          <a:prstGeom prst="rect">
            <a:avLst/>
          </a:prstGeom>
        </p:spPr>
        <p:txBody>
          <a:bodyPr vert="horz" lIns="91440" tIns="45720" rIns="91440" bIns="45720" rtlCol="0" anchor="ctr">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lnSpc>
                <a:spcPct val="90000"/>
              </a:lnSpc>
              <a:spcBef>
                <a:spcPct val="0"/>
              </a:spcBef>
              <a:spcAft>
                <a:spcPts val="600"/>
              </a:spcAft>
              <a:defRPr sz="4000" b="1">
                <a:solidFill>
                  <a:srgbClr val="003366"/>
                </a:solidFill>
              </a:defRPr>
            </a:pPr>
            <a:r>
              <a:rPr lang="en-US" sz="3200">
                <a:solidFill>
                  <a:srgbClr val="FFFFFF"/>
                </a:solidFill>
                <a:latin typeface="Segoe UI"/>
                <a:ea typeface="+mj-ea"/>
                <a:cs typeface="Segoe UI"/>
              </a:rPr>
              <a:t>Costs : Total</a:t>
            </a:r>
            <a:endParaRPr lang="en-US" sz="3200" kern="1200">
              <a:solidFill>
                <a:srgbClr val="FFFFFF"/>
              </a:solidFill>
              <a:latin typeface="Segoe UI"/>
              <a:ea typeface="Calibri"/>
              <a:cs typeface="Segoe UI"/>
            </a:endParaRPr>
          </a:p>
        </p:txBody>
      </p:sp>
      <p:sp>
        <p:nvSpPr>
          <p:cNvPr id="5" name="Espace réservé du pied de page 2">
            <a:extLst>
              <a:ext uri="{FF2B5EF4-FFF2-40B4-BE49-F238E27FC236}">
                <a16:creationId xmlns:a16="http://schemas.microsoft.com/office/drawing/2014/main" id="{6C4C7E80-D793-F596-C347-077A40018FE2}"/>
              </a:ext>
            </a:extLst>
          </p:cNvPr>
          <p:cNvSpPr>
            <a:spLocks noGrp="1"/>
          </p:cNvSpPr>
          <p:nvPr>
            <p:ph type="ftr" sz="quarter" idx="11"/>
          </p:nvPr>
        </p:nvSpPr>
        <p:spPr>
          <a:xfrm>
            <a:off x="-593" y="6444952"/>
            <a:ext cx="12193181" cy="412389"/>
          </a:xfrm>
          <a:solidFill>
            <a:srgbClr val="F8F9FB"/>
          </a:solidFill>
          <a:ln>
            <a:solidFill>
              <a:srgbClr val="E1E4E8"/>
            </a:solidFill>
          </a:ln>
        </p:spPr>
        <p:txBody>
          <a:bodyPr anchor="ctr"/>
          <a:lstStyle/>
          <a:p>
            <a:pPr algn="l"/>
            <a:r>
              <a:rPr lang="fr-FR" sz="1100">
                <a:solidFill>
                  <a:srgbClr val="6B7C93"/>
                </a:solidFill>
                <a:latin typeface="Segoe UI"/>
                <a:ea typeface="+mn-lt"/>
                <a:cs typeface="Segoe UI"/>
              </a:rPr>
              <a:t>  ISWC System Audit – </a:t>
            </a:r>
            <a:r>
              <a:rPr lang="fr-FR" sz="1100" err="1">
                <a:solidFill>
                  <a:srgbClr val="6B7C93"/>
                </a:solidFill>
                <a:latin typeface="Segoe UI"/>
                <a:ea typeface="+mn-lt"/>
                <a:cs typeface="Segoe UI"/>
              </a:rPr>
              <a:t>Findings</a:t>
            </a:r>
            <a:r>
              <a:rPr lang="fr-FR" sz="1100">
                <a:solidFill>
                  <a:srgbClr val="6B7C93"/>
                </a:solidFill>
                <a:latin typeface="Segoe UI"/>
                <a:ea typeface="+mn-lt"/>
                <a:cs typeface="Segoe UI"/>
              </a:rPr>
              <a:t> &amp; Strategic </a:t>
            </a:r>
            <a:r>
              <a:rPr lang="fr-FR" sz="1100" err="1">
                <a:solidFill>
                  <a:srgbClr val="6B7C93"/>
                </a:solidFill>
                <a:latin typeface="Segoe UI"/>
                <a:ea typeface="+mn-lt"/>
                <a:cs typeface="Segoe UI"/>
              </a:rPr>
              <a:t>Recommendations</a:t>
            </a:r>
            <a:r>
              <a:rPr lang="fr-FR" sz="1100">
                <a:solidFill>
                  <a:srgbClr val="6B7C93"/>
                </a:solidFill>
                <a:latin typeface="Segoe UI"/>
                <a:ea typeface="+mn-lt"/>
                <a:cs typeface="Segoe UI"/>
              </a:rPr>
              <a:t> • </a:t>
            </a:r>
            <a:r>
              <a:rPr lang="fr-FR" sz="1100" err="1">
                <a:solidFill>
                  <a:srgbClr val="6B7C93"/>
                </a:solidFill>
                <a:latin typeface="Segoe UI"/>
                <a:ea typeface="+mn-lt"/>
                <a:cs typeface="Segoe UI"/>
              </a:rPr>
              <a:t>November</a:t>
            </a:r>
            <a:r>
              <a:rPr lang="fr-FR" sz="1100">
                <a:solidFill>
                  <a:srgbClr val="6B7C93"/>
                </a:solidFill>
                <a:latin typeface="Segoe UI"/>
                <a:ea typeface="+mn-lt"/>
                <a:cs typeface="Segoe UI"/>
              </a:rPr>
              <a:t> 24, 2025</a:t>
            </a:r>
            <a:endParaRPr lang="fr-FR" sz="1100">
              <a:latin typeface="Segoe UI"/>
              <a:cs typeface="Segoe UI"/>
            </a:endParaRPr>
          </a:p>
        </p:txBody>
      </p:sp>
      <p:sp>
        <p:nvSpPr>
          <p:cNvPr id="8" name="Espace réservé du numéro de diapositive 6">
            <a:extLst>
              <a:ext uri="{FF2B5EF4-FFF2-40B4-BE49-F238E27FC236}">
                <a16:creationId xmlns:a16="http://schemas.microsoft.com/office/drawing/2014/main" id="{9FC47029-B4B9-C8A9-D735-37902EA37A80}"/>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dirty="0" smtClean="0">
                <a:solidFill>
                  <a:srgbClr val="1E3A5F"/>
                </a:solidFill>
                <a:latin typeface="Segoe UI"/>
                <a:cs typeface="Segoe UI"/>
              </a:rPr>
              <a:pPr algn="ctr"/>
              <a:t>50</a:t>
            </a:fld>
            <a:endParaRPr lang="fr-FR">
              <a:solidFill>
                <a:srgbClr val="1E3A5F"/>
              </a:solidFill>
              <a:latin typeface="Segoe UI"/>
              <a:ea typeface="Calibri"/>
              <a:cs typeface="Segoe UI"/>
            </a:endParaRPr>
          </a:p>
        </p:txBody>
      </p:sp>
      <p:sp>
        <p:nvSpPr>
          <p:cNvPr id="10" name="ZoneTexte 9">
            <a:extLst>
              <a:ext uri="{FF2B5EF4-FFF2-40B4-BE49-F238E27FC236}">
                <a16:creationId xmlns:a16="http://schemas.microsoft.com/office/drawing/2014/main" id="{BA3FC080-D9C6-4DE1-74A1-3E0AF5A5139F}"/>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b="1">
                <a:solidFill>
                  <a:srgbClr val="1E3A5F"/>
                </a:solidFill>
                <a:latin typeface="Segoe UI"/>
                <a:ea typeface="Calibri"/>
                <a:cs typeface="Segoe UI"/>
              </a:rPr>
              <a:t>———  ANNEX — Detailed Findings</a:t>
            </a:r>
          </a:p>
        </p:txBody>
      </p:sp>
      <p:cxnSp>
        <p:nvCxnSpPr>
          <p:cNvPr id="14" name="Connecteur droit avec flèche 13">
            <a:extLst>
              <a:ext uri="{FF2B5EF4-FFF2-40B4-BE49-F238E27FC236}">
                <a16:creationId xmlns:a16="http://schemas.microsoft.com/office/drawing/2014/main" id="{8A550ADE-D9FC-F011-2DD4-D475F3AA2DDC}"/>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graphicFrame>
        <p:nvGraphicFramePr>
          <p:cNvPr id="4" name="Graphique 3">
            <a:extLst>
              <a:ext uri="{FF2B5EF4-FFF2-40B4-BE49-F238E27FC236}">
                <a16:creationId xmlns:a16="http://schemas.microsoft.com/office/drawing/2014/main" id="{61D4B66D-5EC7-BEFA-A500-93BCED61708C}"/>
              </a:ext>
            </a:extLst>
          </p:cNvPr>
          <p:cNvGraphicFramePr>
            <a:graphicFrameLocks/>
          </p:cNvGraphicFramePr>
          <p:nvPr>
            <p:extLst>
              <p:ext uri="{D42A27DB-BD31-4B8C-83A1-F6EECF244321}">
                <p14:modId xmlns:p14="http://schemas.microsoft.com/office/powerpoint/2010/main" val="338318896"/>
              </p:ext>
            </p:extLst>
          </p:nvPr>
        </p:nvGraphicFramePr>
        <p:xfrm>
          <a:off x="600074" y="458660"/>
          <a:ext cx="5146676" cy="451412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Objet 11">
            <a:extLst>
              <a:ext uri="{FF2B5EF4-FFF2-40B4-BE49-F238E27FC236}">
                <a16:creationId xmlns:a16="http://schemas.microsoft.com/office/drawing/2014/main" id="{2AC676B0-5819-7A9A-21A8-9CC4231A1CE7}"/>
              </a:ext>
            </a:extLst>
          </p:cNvPr>
          <p:cNvGraphicFramePr>
            <a:graphicFrameLocks noChangeAspect="1"/>
          </p:cNvGraphicFramePr>
          <p:nvPr>
            <p:extLst>
              <p:ext uri="{D42A27DB-BD31-4B8C-83A1-F6EECF244321}">
                <p14:modId xmlns:p14="http://schemas.microsoft.com/office/powerpoint/2010/main" val="3097990023"/>
              </p:ext>
            </p:extLst>
          </p:nvPr>
        </p:nvGraphicFramePr>
        <p:xfrm>
          <a:off x="9661525" y="1462920"/>
          <a:ext cx="914400" cy="771525"/>
        </p:xfrm>
        <a:graphic>
          <a:graphicData uri="http://schemas.openxmlformats.org/presentationml/2006/ole">
            <mc:AlternateContent xmlns:mc="http://schemas.openxmlformats.org/markup-compatibility/2006">
              <mc:Choice xmlns:v="urn:schemas-microsoft-com:vml" Requires="v">
                <p:oleObj name="Feuille de calcul" showAsIcon="1" r:id="rId3" imgW="914502" imgH="771525" progId="Excel.Sheet.12">
                  <p:embed/>
                </p:oleObj>
              </mc:Choice>
              <mc:Fallback>
                <p:oleObj name="Feuille de calcul" showAsIcon="1" r:id="rId3" imgW="914502" imgH="771525" progId="Excel.Sheet.12">
                  <p:embed/>
                  <p:pic>
                    <p:nvPicPr>
                      <p:cNvPr id="12" name="Objet 11">
                        <a:extLst>
                          <a:ext uri="{FF2B5EF4-FFF2-40B4-BE49-F238E27FC236}">
                            <a16:creationId xmlns:a16="http://schemas.microsoft.com/office/drawing/2014/main" id="{2AC676B0-5819-7A9A-21A8-9CC4231A1CE7}"/>
                          </a:ext>
                        </a:extLst>
                      </p:cNvPr>
                      <p:cNvPicPr/>
                      <p:nvPr/>
                    </p:nvPicPr>
                    <p:blipFill>
                      <a:blip r:embed="rId4"/>
                      <a:stretch>
                        <a:fillRect/>
                      </a:stretch>
                    </p:blipFill>
                    <p:spPr>
                      <a:xfrm>
                        <a:off x="9661525" y="1462920"/>
                        <a:ext cx="914400" cy="771525"/>
                      </a:xfrm>
                      <a:prstGeom prst="rect">
                        <a:avLst/>
                      </a:prstGeom>
                    </p:spPr>
                  </p:pic>
                </p:oleObj>
              </mc:Fallback>
            </mc:AlternateContent>
          </a:graphicData>
        </a:graphic>
      </p:graphicFrame>
    </p:spTree>
    <p:extLst>
      <p:ext uri="{BB962C8B-B14F-4D97-AF65-F5344CB8AC3E}">
        <p14:creationId xmlns:p14="http://schemas.microsoft.com/office/powerpoint/2010/main" val="23378630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0B321-6889-E279-0B90-529341DD7BE0}"/>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85F5D59-2AA9-F51D-F2FC-34CE2D9FF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FD9268F-6F82-AD30-EA46-2264CD675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82344"/>
            <a:ext cx="12191998" cy="159074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AD23091-BC99-DDC7-813F-DFD8691071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8115300" cy="1590742"/>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46F47BB-0857-7961-B5A5-556C055B4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12191998" cy="1590742"/>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C6EA6E55-CBFC-FA36-44E4-6F20C0D6A768}"/>
              </a:ext>
            </a:extLst>
          </p:cNvPr>
          <p:cNvSpPr txBox="1"/>
          <p:nvPr/>
        </p:nvSpPr>
        <p:spPr>
          <a:xfrm>
            <a:off x="699714" y="5335461"/>
            <a:ext cx="10952536" cy="1159200"/>
          </a:xfrm>
          <a:prstGeom prst="rect">
            <a:avLst/>
          </a:prstGeom>
        </p:spPr>
        <p:txBody>
          <a:bodyPr vert="horz" lIns="91440" tIns="45720" rIns="91440" bIns="45720" rtlCol="0" anchor="ctr">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lnSpc>
                <a:spcPct val="90000"/>
              </a:lnSpc>
              <a:spcBef>
                <a:spcPct val="0"/>
              </a:spcBef>
              <a:spcAft>
                <a:spcPts val="600"/>
              </a:spcAft>
              <a:defRPr sz="4000" b="1">
                <a:solidFill>
                  <a:srgbClr val="003366"/>
                </a:solidFill>
              </a:defRPr>
            </a:pPr>
            <a:r>
              <a:rPr lang="en-US" sz="3200">
                <a:solidFill>
                  <a:srgbClr val="FFFFFF"/>
                </a:solidFill>
                <a:latin typeface="Segoe UI"/>
                <a:ea typeface="+mj-ea"/>
                <a:cs typeface="Segoe UI"/>
              </a:rPr>
              <a:t>Costs : Itemized</a:t>
            </a:r>
            <a:endParaRPr lang="en-US" sz="3200" kern="1200">
              <a:solidFill>
                <a:srgbClr val="FFFFFF"/>
              </a:solidFill>
              <a:latin typeface="Segoe UI"/>
              <a:ea typeface="Calibri"/>
              <a:cs typeface="Segoe UI"/>
            </a:endParaRPr>
          </a:p>
        </p:txBody>
      </p:sp>
      <p:sp>
        <p:nvSpPr>
          <p:cNvPr id="5" name="Espace réservé du pied de page 2">
            <a:extLst>
              <a:ext uri="{FF2B5EF4-FFF2-40B4-BE49-F238E27FC236}">
                <a16:creationId xmlns:a16="http://schemas.microsoft.com/office/drawing/2014/main" id="{69E4EE79-5FF8-5237-702E-888A8336F924}"/>
              </a:ext>
            </a:extLst>
          </p:cNvPr>
          <p:cNvSpPr>
            <a:spLocks noGrp="1"/>
          </p:cNvSpPr>
          <p:nvPr>
            <p:ph type="ftr" sz="quarter" idx="11"/>
          </p:nvPr>
        </p:nvSpPr>
        <p:spPr>
          <a:xfrm>
            <a:off x="-593" y="6444952"/>
            <a:ext cx="12193181" cy="412389"/>
          </a:xfrm>
          <a:solidFill>
            <a:srgbClr val="F8F9FB"/>
          </a:solidFill>
          <a:ln>
            <a:solidFill>
              <a:srgbClr val="E1E4E8"/>
            </a:solidFill>
          </a:ln>
        </p:spPr>
        <p:txBody>
          <a:bodyPr anchor="ctr"/>
          <a:lstStyle/>
          <a:p>
            <a:pPr algn="l"/>
            <a:r>
              <a:rPr lang="fr-FR" sz="1100">
                <a:solidFill>
                  <a:srgbClr val="6B7C93"/>
                </a:solidFill>
                <a:latin typeface="Segoe UI"/>
                <a:ea typeface="+mn-lt"/>
                <a:cs typeface="Segoe UI"/>
              </a:rPr>
              <a:t>  ISWC System Audit – </a:t>
            </a:r>
            <a:r>
              <a:rPr lang="fr-FR" sz="1100" err="1">
                <a:solidFill>
                  <a:srgbClr val="6B7C93"/>
                </a:solidFill>
                <a:latin typeface="Segoe UI"/>
                <a:ea typeface="+mn-lt"/>
                <a:cs typeface="Segoe UI"/>
              </a:rPr>
              <a:t>Findings</a:t>
            </a:r>
            <a:r>
              <a:rPr lang="fr-FR" sz="1100">
                <a:solidFill>
                  <a:srgbClr val="6B7C93"/>
                </a:solidFill>
                <a:latin typeface="Segoe UI"/>
                <a:ea typeface="+mn-lt"/>
                <a:cs typeface="Segoe UI"/>
              </a:rPr>
              <a:t> &amp; Strategic </a:t>
            </a:r>
            <a:r>
              <a:rPr lang="fr-FR" sz="1100" err="1">
                <a:solidFill>
                  <a:srgbClr val="6B7C93"/>
                </a:solidFill>
                <a:latin typeface="Segoe UI"/>
                <a:ea typeface="+mn-lt"/>
                <a:cs typeface="Segoe UI"/>
              </a:rPr>
              <a:t>Recommendations</a:t>
            </a:r>
            <a:r>
              <a:rPr lang="fr-FR" sz="1100">
                <a:solidFill>
                  <a:srgbClr val="6B7C93"/>
                </a:solidFill>
                <a:latin typeface="Segoe UI"/>
                <a:ea typeface="+mn-lt"/>
                <a:cs typeface="Segoe UI"/>
              </a:rPr>
              <a:t> • </a:t>
            </a:r>
            <a:r>
              <a:rPr lang="fr-FR" sz="1100" err="1">
                <a:solidFill>
                  <a:srgbClr val="6B7C93"/>
                </a:solidFill>
                <a:latin typeface="Segoe UI"/>
                <a:ea typeface="+mn-lt"/>
                <a:cs typeface="Segoe UI"/>
              </a:rPr>
              <a:t>November</a:t>
            </a:r>
            <a:r>
              <a:rPr lang="fr-FR" sz="1100">
                <a:solidFill>
                  <a:srgbClr val="6B7C93"/>
                </a:solidFill>
                <a:latin typeface="Segoe UI"/>
                <a:ea typeface="+mn-lt"/>
                <a:cs typeface="Segoe UI"/>
              </a:rPr>
              <a:t> 24, 2025</a:t>
            </a:r>
            <a:endParaRPr lang="fr-FR" sz="1100">
              <a:latin typeface="Segoe UI"/>
              <a:cs typeface="Segoe UI"/>
            </a:endParaRPr>
          </a:p>
        </p:txBody>
      </p:sp>
      <p:sp>
        <p:nvSpPr>
          <p:cNvPr id="8" name="Espace réservé du numéro de diapositive 6">
            <a:extLst>
              <a:ext uri="{FF2B5EF4-FFF2-40B4-BE49-F238E27FC236}">
                <a16:creationId xmlns:a16="http://schemas.microsoft.com/office/drawing/2014/main" id="{D587EA76-B6EE-35B0-766F-1FA60802235C}"/>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dirty="0" smtClean="0">
                <a:solidFill>
                  <a:srgbClr val="1E3A5F"/>
                </a:solidFill>
                <a:latin typeface="Segoe UI"/>
                <a:cs typeface="Segoe UI"/>
              </a:rPr>
              <a:pPr algn="ctr"/>
              <a:t>51</a:t>
            </a:fld>
            <a:endParaRPr lang="fr-FR">
              <a:solidFill>
                <a:srgbClr val="1E3A5F"/>
              </a:solidFill>
              <a:latin typeface="Segoe UI"/>
              <a:ea typeface="Calibri"/>
              <a:cs typeface="Segoe UI"/>
            </a:endParaRPr>
          </a:p>
        </p:txBody>
      </p:sp>
      <p:sp>
        <p:nvSpPr>
          <p:cNvPr id="10" name="ZoneTexte 9">
            <a:extLst>
              <a:ext uri="{FF2B5EF4-FFF2-40B4-BE49-F238E27FC236}">
                <a16:creationId xmlns:a16="http://schemas.microsoft.com/office/drawing/2014/main" id="{F5CB7FC6-0D28-BF28-5EE9-0BF724236A59}"/>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b="1">
                <a:solidFill>
                  <a:srgbClr val="1E3A5F"/>
                </a:solidFill>
                <a:latin typeface="Segoe UI"/>
                <a:ea typeface="Calibri"/>
                <a:cs typeface="Segoe UI"/>
              </a:rPr>
              <a:t>———  ANNEX — Detailed Findings</a:t>
            </a:r>
          </a:p>
        </p:txBody>
      </p:sp>
      <p:cxnSp>
        <p:nvCxnSpPr>
          <p:cNvPr id="14" name="Connecteur droit avec flèche 13">
            <a:extLst>
              <a:ext uri="{FF2B5EF4-FFF2-40B4-BE49-F238E27FC236}">
                <a16:creationId xmlns:a16="http://schemas.microsoft.com/office/drawing/2014/main" id="{7ED29259-790E-CDD5-994E-130E77B46627}"/>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graphicFrame>
        <p:nvGraphicFramePr>
          <p:cNvPr id="6" name="Graphique 5">
            <a:extLst>
              <a:ext uri="{FF2B5EF4-FFF2-40B4-BE49-F238E27FC236}">
                <a16:creationId xmlns:a16="http://schemas.microsoft.com/office/drawing/2014/main" id="{D589BECD-5038-9C1F-A6AE-7AB927218C34}"/>
              </a:ext>
            </a:extLst>
          </p:cNvPr>
          <p:cNvGraphicFramePr>
            <a:graphicFrameLocks/>
          </p:cNvGraphicFramePr>
          <p:nvPr>
            <p:extLst>
              <p:ext uri="{D42A27DB-BD31-4B8C-83A1-F6EECF244321}">
                <p14:modId xmlns:p14="http://schemas.microsoft.com/office/powerpoint/2010/main" val="203572613"/>
              </p:ext>
            </p:extLst>
          </p:nvPr>
        </p:nvGraphicFramePr>
        <p:xfrm>
          <a:off x="546100" y="588007"/>
          <a:ext cx="9296400" cy="4605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9508375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0E9A9-1FD2-D331-FDF9-B508EF191366}"/>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9A206C8-647C-E770-0AFC-87A6CDF984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74C26DE-F6FD-BF6C-9ACA-2E418D8F00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82344"/>
            <a:ext cx="12191998" cy="159074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67FBA99-A1BC-C9EA-99D3-445510C465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8115300" cy="1590742"/>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4E3C623-8F99-6CF1-296C-53EDB62B08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12191998" cy="1590742"/>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E12105C1-9A5A-A46E-2050-E3D8855D79A8}"/>
              </a:ext>
            </a:extLst>
          </p:cNvPr>
          <p:cNvSpPr txBox="1"/>
          <p:nvPr/>
        </p:nvSpPr>
        <p:spPr>
          <a:xfrm>
            <a:off x="699714" y="5335461"/>
            <a:ext cx="10952536" cy="1159200"/>
          </a:xfrm>
          <a:prstGeom prst="rect">
            <a:avLst/>
          </a:prstGeom>
        </p:spPr>
        <p:txBody>
          <a:bodyPr vert="horz" lIns="91440" tIns="45720" rIns="91440" bIns="45720" rtlCol="0" anchor="ctr">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lnSpc>
                <a:spcPct val="90000"/>
              </a:lnSpc>
              <a:spcBef>
                <a:spcPct val="0"/>
              </a:spcBef>
              <a:spcAft>
                <a:spcPts val="600"/>
              </a:spcAft>
              <a:defRPr sz="4000" b="1">
                <a:solidFill>
                  <a:srgbClr val="003366"/>
                </a:solidFill>
              </a:defRPr>
            </a:pPr>
            <a:r>
              <a:rPr lang="en-US" sz="3200">
                <a:solidFill>
                  <a:srgbClr val="FFFFFF"/>
                </a:solidFill>
                <a:latin typeface="Segoe UI"/>
                <a:ea typeface="+mj-ea"/>
                <a:cs typeface="Segoe UI"/>
              </a:rPr>
              <a:t>Costs : Weekly Cost during Anomaly</a:t>
            </a:r>
            <a:endParaRPr lang="en-US" sz="3200" kern="1200">
              <a:solidFill>
                <a:srgbClr val="FFFFFF"/>
              </a:solidFill>
              <a:latin typeface="Segoe UI"/>
              <a:ea typeface="Calibri"/>
              <a:cs typeface="Segoe UI"/>
            </a:endParaRPr>
          </a:p>
        </p:txBody>
      </p:sp>
      <p:sp>
        <p:nvSpPr>
          <p:cNvPr id="5" name="Espace réservé du pied de page 2">
            <a:extLst>
              <a:ext uri="{FF2B5EF4-FFF2-40B4-BE49-F238E27FC236}">
                <a16:creationId xmlns:a16="http://schemas.microsoft.com/office/drawing/2014/main" id="{5F887B76-CC19-6577-24AD-5D7B49077463}"/>
              </a:ext>
            </a:extLst>
          </p:cNvPr>
          <p:cNvSpPr>
            <a:spLocks noGrp="1"/>
          </p:cNvSpPr>
          <p:nvPr>
            <p:ph type="ftr" sz="quarter" idx="11"/>
          </p:nvPr>
        </p:nvSpPr>
        <p:spPr>
          <a:xfrm>
            <a:off x="-593" y="6444952"/>
            <a:ext cx="12193181" cy="412389"/>
          </a:xfrm>
          <a:solidFill>
            <a:srgbClr val="F8F9FB"/>
          </a:solidFill>
          <a:ln>
            <a:solidFill>
              <a:srgbClr val="E1E4E8"/>
            </a:solidFill>
          </a:ln>
        </p:spPr>
        <p:txBody>
          <a:bodyPr anchor="ctr"/>
          <a:lstStyle/>
          <a:p>
            <a:pPr algn="l"/>
            <a:r>
              <a:rPr lang="fr-FR" sz="1100">
                <a:solidFill>
                  <a:srgbClr val="6B7C93"/>
                </a:solidFill>
                <a:latin typeface="Segoe UI"/>
                <a:ea typeface="+mn-lt"/>
                <a:cs typeface="Segoe UI"/>
              </a:rPr>
              <a:t>  ISWC System Audit – </a:t>
            </a:r>
            <a:r>
              <a:rPr lang="fr-FR" sz="1100" err="1">
                <a:solidFill>
                  <a:srgbClr val="6B7C93"/>
                </a:solidFill>
                <a:latin typeface="Segoe UI"/>
                <a:ea typeface="+mn-lt"/>
                <a:cs typeface="Segoe UI"/>
              </a:rPr>
              <a:t>Findings</a:t>
            </a:r>
            <a:r>
              <a:rPr lang="fr-FR" sz="1100">
                <a:solidFill>
                  <a:srgbClr val="6B7C93"/>
                </a:solidFill>
                <a:latin typeface="Segoe UI"/>
                <a:ea typeface="+mn-lt"/>
                <a:cs typeface="Segoe UI"/>
              </a:rPr>
              <a:t> &amp; Strategic </a:t>
            </a:r>
            <a:r>
              <a:rPr lang="fr-FR" sz="1100" err="1">
                <a:solidFill>
                  <a:srgbClr val="6B7C93"/>
                </a:solidFill>
                <a:latin typeface="Segoe UI"/>
                <a:ea typeface="+mn-lt"/>
                <a:cs typeface="Segoe UI"/>
              </a:rPr>
              <a:t>Recommendations</a:t>
            </a:r>
            <a:r>
              <a:rPr lang="fr-FR" sz="1100">
                <a:solidFill>
                  <a:srgbClr val="6B7C93"/>
                </a:solidFill>
                <a:latin typeface="Segoe UI"/>
                <a:ea typeface="+mn-lt"/>
                <a:cs typeface="Segoe UI"/>
              </a:rPr>
              <a:t> • </a:t>
            </a:r>
            <a:r>
              <a:rPr lang="fr-FR" sz="1100" err="1">
                <a:solidFill>
                  <a:srgbClr val="6B7C93"/>
                </a:solidFill>
                <a:latin typeface="Segoe UI"/>
                <a:ea typeface="+mn-lt"/>
                <a:cs typeface="Segoe UI"/>
              </a:rPr>
              <a:t>November</a:t>
            </a:r>
            <a:r>
              <a:rPr lang="fr-FR" sz="1100">
                <a:solidFill>
                  <a:srgbClr val="6B7C93"/>
                </a:solidFill>
                <a:latin typeface="Segoe UI"/>
                <a:ea typeface="+mn-lt"/>
                <a:cs typeface="Segoe UI"/>
              </a:rPr>
              <a:t> 24, 2025</a:t>
            </a:r>
            <a:endParaRPr lang="fr-FR" sz="1100">
              <a:latin typeface="Segoe UI"/>
              <a:cs typeface="Segoe UI"/>
            </a:endParaRPr>
          </a:p>
        </p:txBody>
      </p:sp>
      <p:sp>
        <p:nvSpPr>
          <p:cNvPr id="8" name="Espace réservé du numéro de diapositive 6">
            <a:extLst>
              <a:ext uri="{FF2B5EF4-FFF2-40B4-BE49-F238E27FC236}">
                <a16:creationId xmlns:a16="http://schemas.microsoft.com/office/drawing/2014/main" id="{41B03736-4103-81D2-1CA7-1DCA19E8B2A0}"/>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dirty="0" smtClean="0">
                <a:solidFill>
                  <a:srgbClr val="1E3A5F"/>
                </a:solidFill>
                <a:latin typeface="Segoe UI"/>
                <a:cs typeface="Segoe UI"/>
              </a:rPr>
              <a:pPr algn="ctr"/>
              <a:t>52</a:t>
            </a:fld>
            <a:endParaRPr lang="fr-FR">
              <a:solidFill>
                <a:srgbClr val="1E3A5F"/>
              </a:solidFill>
              <a:latin typeface="Segoe UI"/>
              <a:ea typeface="Calibri"/>
              <a:cs typeface="Segoe UI"/>
            </a:endParaRPr>
          </a:p>
        </p:txBody>
      </p:sp>
      <p:sp>
        <p:nvSpPr>
          <p:cNvPr id="10" name="ZoneTexte 9">
            <a:extLst>
              <a:ext uri="{FF2B5EF4-FFF2-40B4-BE49-F238E27FC236}">
                <a16:creationId xmlns:a16="http://schemas.microsoft.com/office/drawing/2014/main" id="{02731497-420C-3546-7569-D914BBBC06FC}"/>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b="1">
                <a:solidFill>
                  <a:srgbClr val="1E3A5F"/>
                </a:solidFill>
                <a:latin typeface="Segoe UI"/>
                <a:ea typeface="Calibri"/>
                <a:cs typeface="Segoe UI"/>
              </a:rPr>
              <a:t>———  ANNEX — Detailed Findings</a:t>
            </a:r>
          </a:p>
        </p:txBody>
      </p:sp>
      <p:cxnSp>
        <p:nvCxnSpPr>
          <p:cNvPr id="14" name="Connecteur droit avec flèche 13">
            <a:extLst>
              <a:ext uri="{FF2B5EF4-FFF2-40B4-BE49-F238E27FC236}">
                <a16:creationId xmlns:a16="http://schemas.microsoft.com/office/drawing/2014/main" id="{09B8903F-C449-0218-CCCD-61ECF0693CC5}"/>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graphicFrame>
        <p:nvGraphicFramePr>
          <p:cNvPr id="3" name="Graphique 2">
            <a:extLst>
              <a:ext uri="{FF2B5EF4-FFF2-40B4-BE49-F238E27FC236}">
                <a16:creationId xmlns:a16="http://schemas.microsoft.com/office/drawing/2014/main" id="{7D2E17CD-8F51-859B-0B2A-9E643829C04F}"/>
              </a:ext>
            </a:extLst>
          </p:cNvPr>
          <p:cNvGraphicFramePr>
            <a:graphicFrameLocks/>
          </p:cNvGraphicFramePr>
          <p:nvPr>
            <p:extLst>
              <p:ext uri="{D42A27DB-BD31-4B8C-83A1-F6EECF244321}">
                <p14:modId xmlns:p14="http://schemas.microsoft.com/office/powerpoint/2010/main" val="1607029616"/>
              </p:ext>
            </p:extLst>
          </p:nvPr>
        </p:nvGraphicFramePr>
        <p:xfrm>
          <a:off x="1320800" y="915963"/>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2525697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DE8F6-300A-578B-D976-405EDA3268A9}"/>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1F3872F-0B64-D63D-7F79-26520D8A19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42A58B6-9E46-2602-E371-37870AE83F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82344"/>
            <a:ext cx="12191998" cy="159074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46C586F-A39A-18DB-5C5D-C738F5DAD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8115300" cy="1590742"/>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B8105E4-90BA-821D-5B2A-F083DCF2D6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12191998" cy="1590742"/>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8569E136-E65C-1AD7-B607-FD988464B6F5}"/>
              </a:ext>
            </a:extLst>
          </p:cNvPr>
          <p:cNvSpPr txBox="1"/>
          <p:nvPr/>
        </p:nvSpPr>
        <p:spPr>
          <a:xfrm>
            <a:off x="699714" y="5335461"/>
            <a:ext cx="10952536" cy="1159200"/>
          </a:xfrm>
          <a:prstGeom prst="rect">
            <a:avLst/>
          </a:prstGeom>
        </p:spPr>
        <p:txBody>
          <a:bodyPr vert="horz" lIns="91440" tIns="45720" rIns="91440" bIns="45720" rtlCol="0" anchor="ctr">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lnSpc>
                <a:spcPct val="90000"/>
              </a:lnSpc>
              <a:spcBef>
                <a:spcPct val="0"/>
              </a:spcBef>
              <a:spcAft>
                <a:spcPts val="600"/>
              </a:spcAft>
              <a:defRPr sz="4000" b="1">
                <a:solidFill>
                  <a:srgbClr val="003366"/>
                </a:solidFill>
              </a:defRPr>
            </a:pPr>
            <a:r>
              <a:rPr lang="en-US" sz="3200">
                <a:solidFill>
                  <a:srgbClr val="FFFFFF"/>
                </a:solidFill>
                <a:latin typeface="Segoe UI"/>
                <a:ea typeface="+mj-ea"/>
                <a:cs typeface="Segoe UI"/>
              </a:rPr>
              <a:t>Code Tree</a:t>
            </a:r>
            <a:endParaRPr lang="en-US" sz="3200" kern="1200">
              <a:solidFill>
                <a:srgbClr val="FFFFFF"/>
              </a:solidFill>
              <a:latin typeface="Segoe UI"/>
              <a:ea typeface="Calibri"/>
              <a:cs typeface="Segoe UI"/>
            </a:endParaRPr>
          </a:p>
        </p:txBody>
      </p:sp>
      <p:sp>
        <p:nvSpPr>
          <p:cNvPr id="5" name="Espace réservé du pied de page 2">
            <a:extLst>
              <a:ext uri="{FF2B5EF4-FFF2-40B4-BE49-F238E27FC236}">
                <a16:creationId xmlns:a16="http://schemas.microsoft.com/office/drawing/2014/main" id="{20BB41F7-1E9A-9481-828E-C45299A22455}"/>
              </a:ext>
            </a:extLst>
          </p:cNvPr>
          <p:cNvSpPr>
            <a:spLocks noGrp="1"/>
          </p:cNvSpPr>
          <p:nvPr>
            <p:ph type="ftr" sz="quarter" idx="11"/>
          </p:nvPr>
        </p:nvSpPr>
        <p:spPr>
          <a:xfrm>
            <a:off x="-593" y="6444952"/>
            <a:ext cx="12193181" cy="412389"/>
          </a:xfrm>
          <a:solidFill>
            <a:srgbClr val="F8F9FB"/>
          </a:solidFill>
          <a:ln>
            <a:solidFill>
              <a:srgbClr val="E1E4E8"/>
            </a:solidFill>
          </a:ln>
        </p:spPr>
        <p:txBody>
          <a:bodyPr anchor="ctr"/>
          <a:lstStyle/>
          <a:p>
            <a:pPr algn="l"/>
            <a:r>
              <a:rPr lang="fr-FR" sz="1100">
                <a:solidFill>
                  <a:srgbClr val="6B7C93"/>
                </a:solidFill>
                <a:latin typeface="Segoe UI"/>
                <a:ea typeface="+mn-lt"/>
                <a:cs typeface="Segoe UI"/>
              </a:rPr>
              <a:t>  ISWC System Audit – </a:t>
            </a:r>
            <a:r>
              <a:rPr lang="fr-FR" sz="1100" err="1">
                <a:solidFill>
                  <a:srgbClr val="6B7C93"/>
                </a:solidFill>
                <a:latin typeface="Segoe UI"/>
                <a:ea typeface="+mn-lt"/>
                <a:cs typeface="Segoe UI"/>
              </a:rPr>
              <a:t>Findings</a:t>
            </a:r>
            <a:r>
              <a:rPr lang="fr-FR" sz="1100">
                <a:solidFill>
                  <a:srgbClr val="6B7C93"/>
                </a:solidFill>
                <a:latin typeface="Segoe UI"/>
                <a:ea typeface="+mn-lt"/>
                <a:cs typeface="Segoe UI"/>
              </a:rPr>
              <a:t> &amp; Strategic </a:t>
            </a:r>
            <a:r>
              <a:rPr lang="fr-FR" sz="1100" err="1">
                <a:solidFill>
                  <a:srgbClr val="6B7C93"/>
                </a:solidFill>
                <a:latin typeface="Segoe UI"/>
                <a:ea typeface="+mn-lt"/>
                <a:cs typeface="Segoe UI"/>
              </a:rPr>
              <a:t>Recommendations</a:t>
            </a:r>
            <a:r>
              <a:rPr lang="fr-FR" sz="1100">
                <a:solidFill>
                  <a:srgbClr val="6B7C93"/>
                </a:solidFill>
                <a:latin typeface="Segoe UI"/>
                <a:ea typeface="+mn-lt"/>
                <a:cs typeface="Segoe UI"/>
              </a:rPr>
              <a:t> • </a:t>
            </a:r>
            <a:r>
              <a:rPr lang="fr-FR" sz="1100" err="1">
                <a:solidFill>
                  <a:srgbClr val="6B7C93"/>
                </a:solidFill>
                <a:latin typeface="Segoe UI"/>
                <a:ea typeface="+mn-lt"/>
                <a:cs typeface="Segoe UI"/>
              </a:rPr>
              <a:t>November</a:t>
            </a:r>
            <a:r>
              <a:rPr lang="fr-FR" sz="1100">
                <a:solidFill>
                  <a:srgbClr val="6B7C93"/>
                </a:solidFill>
                <a:latin typeface="Segoe UI"/>
                <a:ea typeface="+mn-lt"/>
                <a:cs typeface="Segoe UI"/>
              </a:rPr>
              <a:t> 24, 2025</a:t>
            </a:r>
            <a:endParaRPr lang="fr-FR" sz="1100">
              <a:latin typeface="Segoe UI"/>
              <a:cs typeface="Segoe UI"/>
            </a:endParaRPr>
          </a:p>
        </p:txBody>
      </p:sp>
      <p:sp>
        <p:nvSpPr>
          <p:cNvPr id="8" name="Espace réservé du numéro de diapositive 6">
            <a:extLst>
              <a:ext uri="{FF2B5EF4-FFF2-40B4-BE49-F238E27FC236}">
                <a16:creationId xmlns:a16="http://schemas.microsoft.com/office/drawing/2014/main" id="{9DAF414A-EA31-9677-E76D-43F2628633A3}"/>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dirty="0" smtClean="0">
                <a:solidFill>
                  <a:srgbClr val="1E3A5F"/>
                </a:solidFill>
                <a:latin typeface="Segoe UI"/>
                <a:cs typeface="Segoe UI"/>
              </a:rPr>
              <a:pPr algn="ctr"/>
              <a:t>53</a:t>
            </a:fld>
            <a:endParaRPr lang="fr-FR">
              <a:solidFill>
                <a:srgbClr val="1E3A5F"/>
              </a:solidFill>
              <a:latin typeface="Segoe UI"/>
              <a:ea typeface="Calibri"/>
              <a:cs typeface="Segoe UI"/>
            </a:endParaRPr>
          </a:p>
        </p:txBody>
      </p:sp>
      <p:sp>
        <p:nvSpPr>
          <p:cNvPr id="10" name="ZoneTexte 9">
            <a:extLst>
              <a:ext uri="{FF2B5EF4-FFF2-40B4-BE49-F238E27FC236}">
                <a16:creationId xmlns:a16="http://schemas.microsoft.com/office/drawing/2014/main" id="{5F13F4EE-C72E-8986-55C2-780383CA2EAA}"/>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b="1">
                <a:solidFill>
                  <a:srgbClr val="1E3A5F"/>
                </a:solidFill>
                <a:latin typeface="Segoe UI"/>
                <a:ea typeface="Calibri"/>
                <a:cs typeface="Segoe UI"/>
              </a:rPr>
              <a:t>———  ANNEX — Detailed Findings</a:t>
            </a:r>
          </a:p>
        </p:txBody>
      </p:sp>
      <p:cxnSp>
        <p:nvCxnSpPr>
          <p:cNvPr id="14" name="Connecteur droit avec flèche 13">
            <a:extLst>
              <a:ext uri="{FF2B5EF4-FFF2-40B4-BE49-F238E27FC236}">
                <a16:creationId xmlns:a16="http://schemas.microsoft.com/office/drawing/2014/main" id="{8748AB8E-B3CD-27EA-C1B1-F9C503003615}"/>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pic>
        <p:nvPicPr>
          <p:cNvPr id="24" name="Image 23">
            <a:extLst>
              <a:ext uri="{FF2B5EF4-FFF2-40B4-BE49-F238E27FC236}">
                <a16:creationId xmlns:a16="http://schemas.microsoft.com/office/drawing/2014/main" id="{5623A518-CE8D-3A00-9349-7D653F29C1E0}"/>
              </a:ext>
            </a:extLst>
          </p:cNvPr>
          <p:cNvPicPr>
            <a:picLocks noChangeAspect="1"/>
          </p:cNvPicPr>
          <p:nvPr/>
        </p:nvPicPr>
        <p:blipFill>
          <a:blip r:embed="rId2"/>
          <a:stretch>
            <a:fillRect/>
          </a:stretch>
        </p:blipFill>
        <p:spPr>
          <a:xfrm>
            <a:off x="0" y="2887287"/>
            <a:ext cx="12192000" cy="1083425"/>
          </a:xfrm>
          <a:prstGeom prst="rect">
            <a:avLst/>
          </a:prstGeom>
        </p:spPr>
      </p:pic>
    </p:spTree>
    <p:extLst>
      <p:ext uri="{BB962C8B-B14F-4D97-AF65-F5344CB8AC3E}">
        <p14:creationId xmlns:p14="http://schemas.microsoft.com/office/powerpoint/2010/main" val="38766209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DE714-3D1A-B804-5B77-B280745BA034}"/>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40436D5-1B41-D849-9CE2-EBF203CF2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D4BBDF8-F9B7-20D8-AE37-92585A00F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82344"/>
            <a:ext cx="12191998" cy="159074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16BAC9C-F4FF-1A8B-BC66-3836E755B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8115300" cy="1590742"/>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B3539EC-06D1-AEA3-679C-D619CBB944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12191998" cy="1590742"/>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3B77AF8F-3A13-C4AD-330E-E1FFC90D1EE8}"/>
              </a:ext>
            </a:extLst>
          </p:cNvPr>
          <p:cNvSpPr txBox="1"/>
          <p:nvPr/>
        </p:nvSpPr>
        <p:spPr>
          <a:xfrm>
            <a:off x="699714" y="5335461"/>
            <a:ext cx="10952536" cy="1159200"/>
          </a:xfrm>
          <a:prstGeom prst="rect">
            <a:avLst/>
          </a:prstGeom>
        </p:spPr>
        <p:txBody>
          <a:bodyPr vert="horz" lIns="91440" tIns="45720" rIns="91440" bIns="45720" rtlCol="0" anchor="ctr">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lnSpc>
                <a:spcPct val="90000"/>
              </a:lnSpc>
              <a:spcBef>
                <a:spcPct val="0"/>
              </a:spcBef>
              <a:spcAft>
                <a:spcPts val="600"/>
              </a:spcAft>
              <a:defRPr sz="4000" b="1">
                <a:solidFill>
                  <a:srgbClr val="003366"/>
                </a:solidFill>
              </a:defRPr>
            </a:pPr>
            <a:r>
              <a:rPr lang="en-US" sz="3200">
                <a:solidFill>
                  <a:srgbClr val="FFFFFF"/>
                </a:solidFill>
                <a:latin typeface="Segoe UI"/>
                <a:ea typeface="+mj-ea"/>
                <a:cs typeface="Segoe UI"/>
              </a:rPr>
              <a:t>Sub Code Trees</a:t>
            </a:r>
            <a:endParaRPr lang="en-US" sz="3200" kern="1200">
              <a:solidFill>
                <a:srgbClr val="FFFFFF"/>
              </a:solidFill>
              <a:latin typeface="Segoe UI"/>
              <a:ea typeface="Calibri"/>
              <a:cs typeface="Segoe UI"/>
            </a:endParaRPr>
          </a:p>
        </p:txBody>
      </p:sp>
      <p:sp>
        <p:nvSpPr>
          <p:cNvPr id="5" name="Espace réservé du pied de page 2">
            <a:extLst>
              <a:ext uri="{FF2B5EF4-FFF2-40B4-BE49-F238E27FC236}">
                <a16:creationId xmlns:a16="http://schemas.microsoft.com/office/drawing/2014/main" id="{1FBD30CE-C4C7-DBAD-5CF4-0439F88EBC82}"/>
              </a:ext>
            </a:extLst>
          </p:cNvPr>
          <p:cNvSpPr>
            <a:spLocks noGrp="1"/>
          </p:cNvSpPr>
          <p:nvPr>
            <p:ph type="ftr" sz="quarter" idx="11"/>
          </p:nvPr>
        </p:nvSpPr>
        <p:spPr>
          <a:xfrm>
            <a:off x="-593" y="6444952"/>
            <a:ext cx="12193181" cy="412389"/>
          </a:xfrm>
          <a:solidFill>
            <a:srgbClr val="F8F9FB"/>
          </a:solidFill>
          <a:ln>
            <a:solidFill>
              <a:srgbClr val="E1E4E8"/>
            </a:solidFill>
          </a:ln>
        </p:spPr>
        <p:txBody>
          <a:bodyPr anchor="ctr"/>
          <a:lstStyle/>
          <a:p>
            <a:pPr algn="l"/>
            <a:r>
              <a:rPr lang="fr-FR" sz="1100">
                <a:solidFill>
                  <a:srgbClr val="6B7C93"/>
                </a:solidFill>
                <a:latin typeface="Segoe UI"/>
                <a:ea typeface="+mn-lt"/>
                <a:cs typeface="Segoe UI"/>
              </a:rPr>
              <a:t>  ISWC System Audit – </a:t>
            </a:r>
            <a:r>
              <a:rPr lang="fr-FR" sz="1100" err="1">
                <a:solidFill>
                  <a:srgbClr val="6B7C93"/>
                </a:solidFill>
                <a:latin typeface="Segoe UI"/>
                <a:ea typeface="+mn-lt"/>
                <a:cs typeface="Segoe UI"/>
              </a:rPr>
              <a:t>Findings</a:t>
            </a:r>
            <a:r>
              <a:rPr lang="fr-FR" sz="1100">
                <a:solidFill>
                  <a:srgbClr val="6B7C93"/>
                </a:solidFill>
                <a:latin typeface="Segoe UI"/>
                <a:ea typeface="+mn-lt"/>
                <a:cs typeface="Segoe UI"/>
              </a:rPr>
              <a:t> &amp; Strategic </a:t>
            </a:r>
            <a:r>
              <a:rPr lang="fr-FR" sz="1100" err="1">
                <a:solidFill>
                  <a:srgbClr val="6B7C93"/>
                </a:solidFill>
                <a:latin typeface="Segoe UI"/>
                <a:ea typeface="+mn-lt"/>
                <a:cs typeface="Segoe UI"/>
              </a:rPr>
              <a:t>Recommendations</a:t>
            </a:r>
            <a:r>
              <a:rPr lang="fr-FR" sz="1100">
                <a:solidFill>
                  <a:srgbClr val="6B7C93"/>
                </a:solidFill>
                <a:latin typeface="Segoe UI"/>
                <a:ea typeface="+mn-lt"/>
                <a:cs typeface="Segoe UI"/>
              </a:rPr>
              <a:t> • </a:t>
            </a:r>
            <a:r>
              <a:rPr lang="fr-FR" sz="1100" err="1">
                <a:solidFill>
                  <a:srgbClr val="6B7C93"/>
                </a:solidFill>
                <a:latin typeface="Segoe UI"/>
                <a:ea typeface="+mn-lt"/>
                <a:cs typeface="Segoe UI"/>
              </a:rPr>
              <a:t>November</a:t>
            </a:r>
            <a:r>
              <a:rPr lang="fr-FR" sz="1100">
                <a:solidFill>
                  <a:srgbClr val="6B7C93"/>
                </a:solidFill>
                <a:latin typeface="Segoe UI"/>
                <a:ea typeface="+mn-lt"/>
                <a:cs typeface="Segoe UI"/>
              </a:rPr>
              <a:t> 24, 2025</a:t>
            </a:r>
            <a:endParaRPr lang="fr-FR" sz="1100">
              <a:latin typeface="Segoe UI"/>
              <a:cs typeface="Segoe UI"/>
            </a:endParaRPr>
          </a:p>
        </p:txBody>
      </p:sp>
      <p:sp>
        <p:nvSpPr>
          <p:cNvPr id="8" name="Espace réservé du numéro de diapositive 6">
            <a:extLst>
              <a:ext uri="{FF2B5EF4-FFF2-40B4-BE49-F238E27FC236}">
                <a16:creationId xmlns:a16="http://schemas.microsoft.com/office/drawing/2014/main" id="{674AFD93-DC19-6D93-5088-25D3583FCD30}"/>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dirty="0" smtClean="0">
                <a:solidFill>
                  <a:srgbClr val="1E3A5F"/>
                </a:solidFill>
                <a:latin typeface="Segoe UI"/>
                <a:cs typeface="Segoe UI"/>
              </a:rPr>
              <a:pPr algn="ctr"/>
              <a:t>54</a:t>
            </a:fld>
            <a:endParaRPr lang="fr-FR">
              <a:solidFill>
                <a:srgbClr val="1E3A5F"/>
              </a:solidFill>
              <a:latin typeface="Segoe UI"/>
              <a:ea typeface="Calibri"/>
              <a:cs typeface="Segoe UI"/>
            </a:endParaRPr>
          </a:p>
        </p:txBody>
      </p:sp>
      <p:sp>
        <p:nvSpPr>
          <p:cNvPr id="10" name="ZoneTexte 9">
            <a:extLst>
              <a:ext uri="{FF2B5EF4-FFF2-40B4-BE49-F238E27FC236}">
                <a16:creationId xmlns:a16="http://schemas.microsoft.com/office/drawing/2014/main" id="{33A7D1BB-ED2E-27E1-A387-75E699C154EA}"/>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b="1">
                <a:solidFill>
                  <a:srgbClr val="1E3A5F"/>
                </a:solidFill>
                <a:latin typeface="Segoe UI"/>
                <a:ea typeface="Calibri"/>
                <a:cs typeface="Segoe UI"/>
              </a:rPr>
              <a:t>———  ANNEX — Detailed Findings</a:t>
            </a:r>
          </a:p>
        </p:txBody>
      </p:sp>
      <p:cxnSp>
        <p:nvCxnSpPr>
          <p:cNvPr id="14" name="Connecteur droit avec flèche 13">
            <a:extLst>
              <a:ext uri="{FF2B5EF4-FFF2-40B4-BE49-F238E27FC236}">
                <a16:creationId xmlns:a16="http://schemas.microsoft.com/office/drawing/2014/main" id="{1C2BCF4D-048C-D76F-D75E-BAC5518A89E4}"/>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pic>
        <p:nvPicPr>
          <p:cNvPr id="12" name="Image 11">
            <a:extLst>
              <a:ext uri="{FF2B5EF4-FFF2-40B4-BE49-F238E27FC236}">
                <a16:creationId xmlns:a16="http://schemas.microsoft.com/office/drawing/2014/main" id="{D402533E-6A9A-6B13-98E8-25397C3BCBCF}"/>
              </a:ext>
            </a:extLst>
          </p:cNvPr>
          <p:cNvPicPr>
            <a:picLocks noChangeAspect="1"/>
          </p:cNvPicPr>
          <p:nvPr/>
        </p:nvPicPr>
        <p:blipFill>
          <a:blip r:embed="rId2"/>
          <a:stretch>
            <a:fillRect/>
          </a:stretch>
        </p:blipFill>
        <p:spPr>
          <a:xfrm>
            <a:off x="1397000" y="410422"/>
            <a:ext cx="9175750" cy="2310999"/>
          </a:xfrm>
          <a:prstGeom prst="rect">
            <a:avLst/>
          </a:prstGeom>
        </p:spPr>
      </p:pic>
      <p:pic>
        <p:nvPicPr>
          <p:cNvPr id="20" name="Image 19">
            <a:extLst>
              <a:ext uri="{FF2B5EF4-FFF2-40B4-BE49-F238E27FC236}">
                <a16:creationId xmlns:a16="http://schemas.microsoft.com/office/drawing/2014/main" id="{693E50D0-4B35-2477-7861-52E169A0A91B}"/>
              </a:ext>
            </a:extLst>
          </p:cNvPr>
          <p:cNvPicPr>
            <a:picLocks noChangeAspect="1"/>
          </p:cNvPicPr>
          <p:nvPr/>
        </p:nvPicPr>
        <p:blipFill>
          <a:blip r:embed="rId3"/>
          <a:stretch>
            <a:fillRect/>
          </a:stretch>
        </p:blipFill>
        <p:spPr>
          <a:xfrm>
            <a:off x="330200" y="2925957"/>
            <a:ext cx="11097232" cy="1123089"/>
          </a:xfrm>
          <a:prstGeom prst="rect">
            <a:avLst/>
          </a:prstGeom>
        </p:spPr>
      </p:pic>
    </p:spTree>
    <p:extLst>
      <p:ext uri="{BB962C8B-B14F-4D97-AF65-F5344CB8AC3E}">
        <p14:creationId xmlns:p14="http://schemas.microsoft.com/office/powerpoint/2010/main" val="17425355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a:extLst>
            <a:ext uri="{FF2B5EF4-FFF2-40B4-BE49-F238E27FC236}">
              <a16:creationId xmlns:a16="http://schemas.microsoft.com/office/drawing/2014/main" id="{47837CD8-8235-1499-3A67-A46065C6FE4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9CA4E7A-66FE-EDB4-05A2-1A3775A2756D}"/>
              </a:ext>
            </a:extLst>
          </p:cNvPr>
          <p:cNvSpPr txBox="1"/>
          <p:nvPr/>
        </p:nvSpPr>
        <p:spPr>
          <a:xfrm>
            <a:off x="287446" y="2839457"/>
            <a:ext cx="8821774" cy="1754326"/>
          </a:xfrm>
          <a:prstGeom prst="rect">
            <a:avLst/>
          </a:prstGeom>
          <a:noFill/>
        </p:spPr>
        <p:txBody>
          <a:bodyPr wrap="none" lIns="91440" tIns="45720" rIns="91440" bIns="45720" anchor="t">
            <a:spAutoFit/>
          </a:bodyPr>
          <a:lstStyle/>
          <a:p>
            <a:pPr>
              <a:defRPr sz="5400" b="1">
                <a:solidFill>
                  <a:srgbClr val="003366"/>
                </a:solidFill>
              </a:defRPr>
            </a:pPr>
            <a:r>
              <a:rPr lang="en-US">
                <a:solidFill>
                  <a:srgbClr val="FFFFFF"/>
                </a:solidFill>
                <a:latin typeface="Segoe UI"/>
                <a:cs typeface="Segoe UI"/>
              </a:rPr>
              <a:t>ANNEX B</a:t>
            </a:r>
            <a:endParaRPr lang="fr-FR">
              <a:latin typeface="Segoe UI"/>
              <a:cs typeface="Segoe UI"/>
            </a:endParaRPr>
          </a:p>
          <a:p>
            <a:pPr>
              <a:defRPr sz="5400" b="1">
                <a:solidFill>
                  <a:srgbClr val="003366"/>
                </a:solidFill>
              </a:defRPr>
            </a:pPr>
            <a:r>
              <a:rPr lang="en-US">
                <a:solidFill>
                  <a:srgbClr val="FFFFFF"/>
                </a:solidFill>
                <a:latin typeface="Segoe UI"/>
                <a:ea typeface="+mn-lt"/>
                <a:cs typeface="Segoe UI"/>
              </a:rPr>
              <a:t>Validation Rules Reference</a:t>
            </a:r>
            <a:endParaRPr lang="en-US">
              <a:latin typeface="Segoe UI"/>
              <a:cs typeface="Segoe UI"/>
            </a:endParaRPr>
          </a:p>
        </p:txBody>
      </p:sp>
      <p:pic>
        <p:nvPicPr>
          <p:cNvPr id="7" name="Image 6" descr="Blanc_Teragone-Factory-logo.png">
            <a:extLst>
              <a:ext uri="{FF2B5EF4-FFF2-40B4-BE49-F238E27FC236}">
                <a16:creationId xmlns:a16="http://schemas.microsoft.com/office/drawing/2014/main" id="{3F1E410F-2B23-7375-D7B2-3308A2AAE651}"/>
              </a:ext>
            </a:extLst>
          </p:cNvPr>
          <p:cNvPicPr>
            <a:picLocks noChangeAspect="1"/>
          </p:cNvPicPr>
          <p:nvPr/>
        </p:nvPicPr>
        <p:blipFill>
          <a:blip r:embed="rId3"/>
          <a:stretch>
            <a:fillRect/>
          </a:stretch>
        </p:blipFill>
        <p:spPr>
          <a:xfrm>
            <a:off x="9865451" y="215537"/>
            <a:ext cx="2076450" cy="647700"/>
          </a:xfrm>
          <a:prstGeom prst="rect">
            <a:avLst/>
          </a:prstGeom>
        </p:spPr>
      </p:pic>
      <p:pic>
        <p:nvPicPr>
          <p:cNvPr id="9" name="Graphique 8">
            <a:extLst>
              <a:ext uri="{FF2B5EF4-FFF2-40B4-BE49-F238E27FC236}">
                <a16:creationId xmlns:a16="http://schemas.microsoft.com/office/drawing/2014/main" id="{438D8B43-320E-A579-69D1-79A6A29675D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4787" y="214312"/>
            <a:ext cx="714375" cy="714375"/>
          </a:xfrm>
          <a:prstGeom prst="rect">
            <a:avLst/>
          </a:prstGeom>
        </p:spPr>
      </p:pic>
      <p:sp>
        <p:nvSpPr>
          <p:cNvPr id="4" name="Rectangle 3">
            <a:extLst>
              <a:ext uri="{FF2B5EF4-FFF2-40B4-BE49-F238E27FC236}">
                <a16:creationId xmlns:a16="http://schemas.microsoft.com/office/drawing/2014/main" id="{9D2FEC55-5AD8-CABE-CD16-1CD13881CB00}"/>
              </a:ext>
            </a:extLst>
          </p:cNvPr>
          <p:cNvSpPr/>
          <p:nvPr/>
        </p:nvSpPr>
        <p:spPr>
          <a:xfrm>
            <a:off x="4354" y="3566160"/>
            <a:ext cx="9136776" cy="45720"/>
          </a:xfrm>
          <a:prstGeom prst="rect">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latin typeface="Segoe UI"/>
              <a:cs typeface="Segoe UI"/>
            </a:endParaRPr>
          </a:p>
        </p:txBody>
      </p:sp>
    </p:spTree>
    <p:extLst>
      <p:ext uri="{BB962C8B-B14F-4D97-AF65-F5344CB8AC3E}">
        <p14:creationId xmlns:p14="http://schemas.microsoft.com/office/powerpoint/2010/main" val="4498358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483B5-A793-9AC2-1207-B456EE0EA1D4}"/>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F0E5C207-FD06-C535-B827-C045B4C7B087}"/>
              </a:ext>
            </a:extLst>
          </p:cNvPr>
          <p:cNvSpPr txBox="1"/>
          <p:nvPr/>
        </p:nvSpPr>
        <p:spPr>
          <a:xfrm>
            <a:off x="507999" y="277521"/>
            <a:ext cx="1119351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noProof="0">
                <a:solidFill>
                  <a:srgbClr val="002060"/>
                </a:solidFill>
                <a:latin typeface="Segoe UI"/>
                <a:ea typeface="Calibri"/>
                <a:cs typeface="Segoe UI"/>
              </a:rPr>
              <a:t>Overview</a:t>
            </a:r>
            <a:endParaRPr lang="en-US" sz="3200" b="1" i="0" noProof="0">
              <a:solidFill>
                <a:srgbClr val="002060"/>
              </a:solidFill>
              <a:latin typeface="Segoe UI"/>
              <a:ea typeface="Calibri"/>
              <a:cs typeface="Segoe UI"/>
            </a:endParaRPr>
          </a:p>
        </p:txBody>
      </p:sp>
      <p:sp>
        <p:nvSpPr>
          <p:cNvPr id="7" name="Espace réservé du pied de page 2">
            <a:extLst>
              <a:ext uri="{FF2B5EF4-FFF2-40B4-BE49-F238E27FC236}">
                <a16:creationId xmlns:a16="http://schemas.microsoft.com/office/drawing/2014/main" id="{347628B7-7906-D1F2-DE1B-65960B5598FB}"/>
              </a:ext>
            </a:extLst>
          </p:cNvPr>
          <p:cNvSpPr>
            <a:spLocks noGrp="1"/>
          </p:cNvSpPr>
          <p:nvPr>
            <p:ph type="ftr" sz="quarter" idx="11"/>
          </p:nvPr>
        </p:nvSpPr>
        <p:spPr>
          <a:xfrm>
            <a:off x="-593" y="6444952"/>
            <a:ext cx="12193181" cy="412389"/>
          </a:xfrm>
          <a:solidFill>
            <a:srgbClr val="F8F9FB"/>
          </a:solidFill>
          <a:ln>
            <a:solidFill>
              <a:srgbClr val="E1E4E8"/>
            </a:solidFill>
          </a:ln>
        </p:spPr>
        <p:txBody>
          <a:bodyPr/>
          <a:lstStyle/>
          <a:p>
            <a:pPr algn="l"/>
            <a:r>
              <a:rPr lang="en-US" sz="1100" noProof="0">
                <a:solidFill>
                  <a:srgbClr val="6B7C93"/>
                </a:solidFill>
                <a:latin typeface="Segoe UI"/>
                <a:ea typeface="+mn-lt"/>
                <a:cs typeface="Segoe UI"/>
              </a:rPr>
              <a:t>  ISWC System Audit – Findings &amp; Strategic Recommendations • November 24, 2025</a:t>
            </a:r>
            <a:endParaRPr lang="en-US" sz="1100" noProof="0">
              <a:latin typeface="Segoe UI"/>
              <a:cs typeface="Segoe UI"/>
            </a:endParaRPr>
          </a:p>
        </p:txBody>
      </p:sp>
      <p:sp>
        <p:nvSpPr>
          <p:cNvPr id="9" name="Espace réservé du numéro de diapositive 6">
            <a:extLst>
              <a:ext uri="{FF2B5EF4-FFF2-40B4-BE49-F238E27FC236}">
                <a16:creationId xmlns:a16="http://schemas.microsoft.com/office/drawing/2014/main" id="{2109D449-AD3B-9C53-E566-619EC20952AF}"/>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noProof="0" smtClean="0">
                <a:solidFill>
                  <a:srgbClr val="1E3A5F"/>
                </a:solidFill>
                <a:latin typeface="Segoe UI"/>
                <a:cs typeface="Segoe UI"/>
              </a:rPr>
              <a:pPr algn="ctr"/>
              <a:t>56</a:t>
            </a:fld>
            <a:endParaRPr lang="en-US" noProof="0">
              <a:solidFill>
                <a:srgbClr val="1E3A5F"/>
              </a:solidFill>
              <a:latin typeface="Segoe UI"/>
              <a:ea typeface="Calibri"/>
              <a:cs typeface="Segoe UI"/>
            </a:endParaRPr>
          </a:p>
        </p:txBody>
      </p:sp>
      <p:sp>
        <p:nvSpPr>
          <p:cNvPr id="12" name="ZoneTexte 11">
            <a:extLst>
              <a:ext uri="{FF2B5EF4-FFF2-40B4-BE49-F238E27FC236}">
                <a16:creationId xmlns:a16="http://schemas.microsoft.com/office/drawing/2014/main" id="{91992380-C51D-1D43-C95B-73E5FFD04025}"/>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b="1" noProof="0">
                <a:solidFill>
                  <a:srgbClr val="1E3A5F"/>
                </a:solidFill>
                <a:latin typeface="Segoe UI"/>
                <a:ea typeface="Calibri"/>
                <a:cs typeface="Segoe UI"/>
              </a:rPr>
              <a:t>———  ANNEX — Validation Rules Reference</a:t>
            </a:r>
          </a:p>
        </p:txBody>
      </p:sp>
      <p:cxnSp>
        <p:nvCxnSpPr>
          <p:cNvPr id="15" name="Connecteur droit avec flèche 14">
            <a:extLst>
              <a:ext uri="{FF2B5EF4-FFF2-40B4-BE49-F238E27FC236}">
                <a16:creationId xmlns:a16="http://schemas.microsoft.com/office/drawing/2014/main" id="{13461B3A-DAD1-B135-805E-5607606ACD0F}"/>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sp>
        <p:nvSpPr>
          <p:cNvPr id="4" name="ZoneTexte 3">
            <a:extLst>
              <a:ext uri="{FF2B5EF4-FFF2-40B4-BE49-F238E27FC236}">
                <a16:creationId xmlns:a16="http://schemas.microsoft.com/office/drawing/2014/main" id="{D683B6B7-5D49-EFC1-989F-51400716124F}"/>
              </a:ext>
            </a:extLst>
          </p:cNvPr>
          <p:cNvSpPr txBox="1"/>
          <p:nvPr/>
        </p:nvSpPr>
        <p:spPr>
          <a:xfrm>
            <a:off x="508000" y="1027085"/>
            <a:ext cx="9042400" cy="369332"/>
          </a:xfrm>
          <a:prstGeom prst="rect">
            <a:avLst/>
          </a:prstGeom>
          <a:noFill/>
        </p:spPr>
        <p:txBody>
          <a:bodyPr wrap="square">
            <a:spAutoFit/>
          </a:bodyPr>
          <a:lstStyle/>
          <a:p>
            <a:r>
              <a:rPr lang="en-US" b="0" i="0" noProof="0">
                <a:solidFill>
                  <a:srgbClr val="1F2328"/>
                </a:solidFill>
                <a:effectLst/>
                <a:latin typeface=""/>
              </a:rPr>
              <a:t>The ISWC Platform implements </a:t>
            </a:r>
            <a:r>
              <a:rPr lang="en-US" b="1" i="0" noProof="0">
                <a:solidFill>
                  <a:srgbClr val="1F2328"/>
                </a:solidFill>
                <a:effectLst/>
                <a:latin typeface=""/>
              </a:rPr>
              <a:t>95+ validation rules</a:t>
            </a:r>
            <a:r>
              <a:rPr lang="en-US" b="0" i="0" noProof="0">
                <a:solidFill>
                  <a:srgbClr val="1F2328"/>
                </a:solidFill>
                <a:effectLst/>
                <a:latin typeface=""/>
              </a:rPr>
              <a:t> across two pipeline stages:</a:t>
            </a:r>
            <a:endParaRPr lang="en-US" noProof="0">
              <a:latin typeface=""/>
            </a:endParaRPr>
          </a:p>
        </p:txBody>
      </p:sp>
      <p:graphicFrame>
        <p:nvGraphicFramePr>
          <p:cNvPr id="6" name="Tableau 5">
            <a:extLst>
              <a:ext uri="{FF2B5EF4-FFF2-40B4-BE49-F238E27FC236}">
                <a16:creationId xmlns:a16="http://schemas.microsoft.com/office/drawing/2014/main" id="{8791B18B-310F-0549-85C9-E043C24C496C}"/>
              </a:ext>
            </a:extLst>
          </p:cNvPr>
          <p:cNvGraphicFramePr>
            <a:graphicFrameLocks noGrp="1"/>
          </p:cNvGraphicFramePr>
          <p:nvPr>
            <p:extLst>
              <p:ext uri="{D42A27DB-BD31-4B8C-83A1-F6EECF244321}">
                <p14:modId xmlns:p14="http://schemas.microsoft.com/office/powerpoint/2010/main" val="1129817371"/>
              </p:ext>
            </p:extLst>
          </p:nvPr>
        </p:nvGraphicFramePr>
        <p:xfrm>
          <a:off x="507999" y="1396417"/>
          <a:ext cx="8458201" cy="1135380"/>
        </p:xfrm>
        <a:graphic>
          <a:graphicData uri="http://schemas.openxmlformats.org/drawingml/2006/table">
            <a:tbl>
              <a:tblPr/>
              <a:tblGrid>
                <a:gridCol w="2455334">
                  <a:extLst>
                    <a:ext uri="{9D8B030D-6E8A-4147-A177-3AD203B41FA5}">
                      <a16:colId xmlns:a16="http://schemas.microsoft.com/office/drawing/2014/main" val="2167581493"/>
                    </a:ext>
                  </a:extLst>
                </a:gridCol>
                <a:gridCol w="1659467">
                  <a:extLst>
                    <a:ext uri="{9D8B030D-6E8A-4147-A177-3AD203B41FA5}">
                      <a16:colId xmlns:a16="http://schemas.microsoft.com/office/drawing/2014/main" val="3611805463"/>
                    </a:ext>
                  </a:extLst>
                </a:gridCol>
                <a:gridCol w="2302933">
                  <a:extLst>
                    <a:ext uri="{9D8B030D-6E8A-4147-A177-3AD203B41FA5}">
                      <a16:colId xmlns:a16="http://schemas.microsoft.com/office/drawing/2014/main" val="3718288600"/>
                    </a:ext>
                  </a:extLst>
                </a:gridCol>
                <a:gridCol w="2040467">
                  <a:extLst>
                    <a:ext uri="{9D8B030D-6E8A-4147-A177-3AD203B41FA5}">
                      <a16:colId xmlns:a16="http://schemas.microsoft.com/office/drawing/2014/main" val="1372001637"/>
                    </a:ext>
                  </a:extLst>
                </a:gridCol>
              </a:tblGrid>
              <a:tr h="0">
                <a:tc>
                  <a:txBody>
                    <a:bodyPr/>
                    <a:lstStyle/>
                    <a:p>
                      <a:pPr algn="l">
                        <a:buNone/>
                      </a:pPr>
                      <a:r>
                        <a:rPr lang="en-US" sz="1600" b="1" noProof="0">
                          <a:effectLst/>
                        </a:rPr>
                        <a:t>Pipeline Stage</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lgn="l">
                        <a:buNone/>
                      </a:pPr>
                      <a:r>
                        <a:rPr lang="en-US" sz="1600" b="1" noProof="0">
                          <a:effectLst/>
                        </a:rPr>
                        <a:t>Rule Count</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lgn="l">
                        <a:buNone/>
                      </a:pPr>
                      <a:r>
                        <a:rPr lang="en-US" sz="1600" b="1" noProof="0">
                          <a:effectLst/>
                        </a:rPr>
                        <a:t>Rule Prefixes</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lgn="l">
                        <a:buNone/>
                      </a:pPr>
                      <a:r>
                        <a:rPr lang="en-US" sz="1600" b="1" noProof="0">
                          <a:effectLst/>
                        </a:rPr>
                        <a:t>Error Code Range</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59356756"/>
                  </a:ext>
                </a:extLst>
              </a:tr>
              <a:tr h="0">
                <a:tc>
                  <a:txBody>
                    <a:bodyPr/>
                    <a:lstStyle/>
                    <a:p>
                      <a:pPr>
                        <a:buNone/>
                      </a:pPr>
                      <a:r>
                        <a:rPr lang="en-US" b="1" noProof="0">
                          <a:effectLst/>
                        </a:rPr>
                        <a:t>ValidationPipeline</a:t>
                      </a:r>
                      <a:endParaRPr lang="en-US" noProof="0">
                        <a:effectLst/>
                      </a:endParaRP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buNone/>
                      </a:pPr>
                      <a:r>
                        <a:rPr lang="en-US" noProof="0">
                          <a:effectLst/>
                        </a:rPr>
                        <a:t>73+ rules</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buNone/>
                      </a:pPr>
                      <a:r>
                        <a:rPr lang="en-US" noProof="0">
                          <a:effectLst/>
                        </a:rPr>
                        <a:t>IV_</a:t>
                      </a:r>
                      <a:r>
                        <a:rPr lang="en-US" i="1" noProof="0">
                          <a:effectLst/>
                        </a:rPr>
                        <a:t>, MD_</a:t>
                      </a:r>
                      <a:r>
                        <a:rPr lang="en-US" noProof="0">
                          <a:effectLst/>
                        </a:rPr>
                        <a:t>, EL_</a:t>
                      </a:r>
                      <a:r>
                        <a:rPr lang="en-US" i="1" noProof="0">
                          <a:effectLst/>
                        </a:rPr>
                        <a:t>, PV_</a:t>
                      </a:r>
                      <a:endParaRPr lang="en-US" noProof="0">
                        <a:effectLst/>
                      </a:endParaRP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tc>
                  <a:txBody>
                    <a:bodyPr/>
                    <a:lstStyle/>
                    <a:p>
                      <a:pPr>
                        <a:buNone/>
                      </a:pPr>
                      <a:r>
                        <a:rPr lang="en-US" noProof="0">
                          <a:effectLst/>
                        </a:rPr>
                        <a:t>_100 to_126</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210753031"/>
                  </a:ext>
                </a:extLst>
              </a:tr>
              <a:tr h="0">
                <a:tc>
                  <a:txBody>
                    <a:bodyPr/>
                    <a:lstStyle/>
                    <a:p>
                      <a:pPr>
                        <a:buNone/>
                      </a:pPr>
                      <a:r>
                        <a:rPr lang="en-US" b="1" noProof="0">
                          <a:effectLst/>
                        </a:rPr>
                        <a:t>PostMatchingPipeline</a:t>
                      </a:r>
                      <a:endParaRPr lang="en-US" noProof="0">
                        <a:effectLst/>
                      </a:endParaRP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tc>
                  <a:txBody>
                    <a:bodyPr/>
                    <a:lstStyle/>
                    <a:p>
                      <a:pPr>
                        <a:buNone/>
                      </a:pPr>
                      <a:r>
                        <a:rPr lang="en-US" noProof="0">
                          <a:effectLst/>
                        </a:rPr>
                        <a:t>22 rules</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tc>
                  <a:txBody>
                    <a:bodyPr/>
                    <a:lstStyle/>
                    <a:p>
                      <a:pPr>
                        <a:buNone/>
                      </a:pPr>
                      <a:r>
                        <a:rPr lang="en-US" noProof="0">
                          <a:effectLst/>
                        </a:rPr>
                        <a:t>PV_*, IV_40</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tc>
                  <a:txBody>
                    <a:bodyPr/>
                    <a:lstStyle/>
                    <a:p>
                      <a:pPr>
                        <a:buNone/>
                      </a:pPr>
                      <a:r>
                        <a:rPr lang="en-US" noProof="0">
                          <a:effectLst/>
                        </a:rPr>
                        <a:t>_127 to_153, _247</a:t>
                      </a:r>
                    </a:p>
                  </a:txBody>
                  <a:tcPr marL="123825" marR="123825" marT="57150" marB="57150" anchor="ctr">
                    <a:lnL w="9525" cap="flat" cmpd="sng" algn="ctr">
                      <a:solidFill>
                        <a:srgbClr val="D1D9E0"/>
                      </a:solidFill>
                      <a:prstDash val="solid"/>
                      <a:round/>
                      <a:headEnd type="none" w="med" len="med"/>
                      <a:tailEnd type="none" w="med" len="med"/>
                    </a:lnL>
                    <a:lnR w="9525" cap="flat" cmpd="sng" algn="ctr">
                      <a:solidFill>
                        <a:srgbClr val="D1D9E0"/>
                      </a:solidFill>
                      <a:prstDash val="solid"/>
                      <a:round/>
                      <a:headEnd type="none" w="med" len="med"/>
                      <a:tailEnd type="none" w="med" len="med"/>
                    </a:lnR>
                    <a:lnT w="9525" cap="flat" cmpd="sng" algn="ctr">
                      <a:solidFill>
                        <a:srgbClr val="D1D9E0"/>
                      </a:solidFill>
                      <a:prstDash val="solid"/>
                      <a:round/>
                      <a:headEnd type="none" w="med" len="med"/>
                      <a:tailEnd type="none" w="med" len="med"/>
                    </a:lnT>
                    <a:lnB w="9525"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537951628"/>
                  </a:ext>
                </a:extLst>
              </a:tr>
            </a:tbl>
          </a:graphicData>
        </a:graphic>
      </p:graphicFrame>
      <p:sp>
        <p:nvSpPr>
          <p:cNvPr id="11" name="ZoneTexte 10">
            <a:extLst>
              <a:ext uri="{FF2B5EF4-FFF2-40B4-BE49-F238E27FC236}">
                <a16:creationId xmlns:a16="http://schemas.microsoft.com/office/drawing/2014/main" id="{7F0EEDC5-C988-9B15-8ACE-FB83236CEFE1}"/>
              </a:ext>
            </a:extLst>
          </p:cNvPr>
          <p:cNvSpPr txBox="1"/>
          <p:nvPr/>
        </p:nvSpPr>
        <p:spPr>
          <a:xfrm>
            <a:off x="507999" y="2713990"/>
            <a:ext cx="8458200" cy="2041585"/>
          </a:xfrm>
          <a:prstGeom prst="rect">
            <a:avLst/>
          </a:prstGeom>
          <a:noFill/>
        </p:spPr>
        <p:txBody>
          <a:bodyPr wrap="square">
            <a:spAutoFit/>
          </a:bodyPr>
          <a:lstStyle/>
          <a:p>
            <a:pPr algn="l">
              <a:spcAft>
                <a:spcPts val="1050"/>
              </a:spcAft>
              <a:buNone/>
            </a:pPr>
            <a:r>
              <a:rPr lang="en-US" b="1" i="0" noProof="0">
                <a:solidFill>
                  <a:srgbClr val="1F2328"/>
                </a:solidFill>
                <a:effectLst/>
                <a:latin typeface="-apple-system"/>
              </a:rPr>
              <a:t>Rule Types</a:t>
            </a:r>
            <a:r>
              <a:rPr lang="en-US" b="0" i="0" noProof="0">
                <a:solidFill>
                  <a:srgbClr val="1F2328"/>
                </a:solidFill>
                <a:effectLst/>
                <a:latin typeface="-apple-system"/>
              </a:rPr>
              <a:t>:</a:t>
            </a:r>
          </a:p>
          <a:p>
            <a:pPr marL="285750" indent="-285750" algn="l">
              <a:spcAft>
                <a:spcPts val="1050"/>
              </a:spcAft>
              <a:buFont typeface="Arial" panose="020B0604020202020204" pitchFamily="34" charset="0"/>
              <a:buChar char="•"/>
            </a:pPr>
            <a:r>
              <a:rPr lang="en-US" b="1" i="0" noProof="0" err="1">
                <a:solidFill>
                  <a:srgbClr val="1F2328"/>
                </a:solidFill>
                <a:effectLst/>
                <a:latin typeface="-apple-system"/>
              </a:rPr>
              <a:t>IRule</a:t>
            </a:r>
            <a:r>
              <a:rPr lang="en-US" b="0" i="0" noProof="0">
                <a:solidFill>
                  <a:srgbClr val="1F2328"/>
                </a:solidFill>
                <a:effectLst/>
                <a:latin typeface="-apple-system"/>
              </a:rPr>
              <a:t>: Single-submission validation (most rules)</a:t>
            </a:r>
          </a:p>
          <a:p>
            <a:pPr marL="285750" indent="-285750" algn="l">
              <a:spcAft>
                <a:spcPts val="1050"/>
              </a:spcAft>
              <a:buFont typeface="Arial" panose="020B0604020202020204" pitchFamily="34" charset="0"/>
              <a:buChar char="•"/>
            </a:pPr>
            <a:r>
              <a:rPr lang="en-US" b="1" i="0" noProof="0" err="1">
                <a:solidFill>
                  <a:srgbClr val="1F2328"/>
                </a:solidFill>
                <a:effectLst/>
                <a:latin typeface="-apple-system"/>
              </a:rPr>
              <a:t>IBatchRule</a:t>
            </a:r>
            <a:r>
              <a:rPr lang="en-US" b="0" i="0" noProof="0">
                <a:solidFill>
                  <a:srgbClr val="1F2328"/>
                </a:solidFill>
                <a:effectLst/>
                <a:latin typeface="-apple-system"/>
              </a:rPr>
              <a:t>: Batch-level validation (interface defined but </a:t>
            </a:r>
            <a:r>
              <a:rPr lang="en-US" b="1" i="0" noProof="0">
                <a:solidFill>
                  <a:srgbClr val="1F2328"/>
                </a:solidFill>
                <a:effectLst/>
                <a:latin typeface="-apple-system"/>
              </a:rPr>
              <a:t>not implemented</a:t>
            </a:r>
            <a:r>
              <a:rPr lang="en-US" b="0" i="0" noProof="0">
                <a:solidFill>
                  <a:srgbClr val="1F2328"/>
                </a:solidFill>
                <a:effectLst/>
                <a:latin typeface="-apple-system"/>
              </a:rPr>
              <a:t>)</a:t>
            </a:r>
          </a:p>
          <a:p>
            <a:pPr marL="285750" indent="-285750" algn="l">
              <a:spcAft>
                <a:spcPts val="1050"/>
              </a:spcAft>
              <a:buFont typeface="Arial" panose="020B0604020202020204" pitchFamily="34" charset="0"/>
              <a:buChar char="•"/>
            </a:pPr>
            <a:r>
              <a:rPr lang="en-US" b="1" i="0" noProof="0" err="1">
                <a:solidFill>
                  <a:srgbClr val="1F2328"/>
                </a:solidFill>
                <a:effectLst/>
                <a:latin typeface="-apple-system"/>
              </a:rPr>
              <a:t>IAlwaysOnRule</a:t>
            </a:r>
            <a:r>
              <a:rPr lang="en-US" b="0" i="0" noProof="0">
                <a:solidFill>
                  <a:srgbClr val="1F2328"/>
                </a:solidFill>
                <a:effectLst/>
                <a:latin typeface="-apple-system"/>
              </a:rPr>
              <a:t>: Always-executed rules (cannot be disabled)</a:t>
            </a:r>
          </a:p>
          <a:p>
            <a:pPr marL="285750" indent="-285750" algn="l">
              <a:spcAft>
                <a:spcPts val="1050"/>
              </a:spcAft>
              <a:buFont typeface="Arial" panose="020B0604020202020204" pitchFamily="34" charset="0"/>
              <a:buChar char="•"/>
            </a:pPr>
            <a:r>
              <a:rPr lang="en-US" b="1" i="0" noProof="0">
                <a:solidFill>
                  <a:srgbClr val="1F2328"/>
                </a:solidFill>
                <a:effectLst/>
                <a:latin typeface="-apple-system"/>
              </a:rPr>
              <a:t>Configurable Rules</a:t>
            </a:r>
            <a:r>
              <a:rPr lang="en-US" b="0" i="0" noProof="0">
                <a:solidFill>
                  <a:srgbClr val="1F2328"/>
                </a:solidFill>
                <a:effectLst/>
                <a:latin typeface="-apple-system"/>
              </a:rPr>
              <a:t>: Can be enabled/disabled via </a:t>
            </a:r>
            <a:r>
              <a:rPr lang="en-US" b="0" i="0" noProof="0" err="1">
                <a:solidFill>
                  <a:srgbClr val="1F2328"/>
                </a:solidFill>
                <a:effectLst/>
                <a:latin typeface="-apple-system"/>
              </a:rPr>
              <a:t>IRulesManager</a:t>
            </a:r>
            <a:endParaRPr lang="en-US" b="0" i="0" noProof="0">
              <a:solidFill>
                <a:srgbClr val="1F2328"/>
              </a:solidFill>
              <a:effectLst/>
              <a:latin typeface="-apple-system"/>
            </a:endParaRPr>
          </a:p>
        </p:txBody>
      </p:sp>
    </p:spTree>
    <p:extLst>
      <p:ext uri="{BB962C8B-B14F-4D97-AF65-F5344CB8AC3E}">
        <p14:creationId xmlns:p14="http://schemas.microsoft.com/office/powerpoint/2010/main" val="17493397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AAA07-F64A-3C34-7E16-E5EA6A688CEB}"/>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8A188557-230B-7EE1-BA5F-395D1B8FCF5C}"/>
              </a:ext>
            </a:extLst>
          </p:cNvPr>
          <p:cNvSpPr txBox="1"/>
          <p:nvPr/>
        </p:nvSpPr>
        <p:spPr>
          <a:xfrm>
            <a:off x="508000" y="442310"/>
            <a:ext cx="1119351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noProof="0">
                <a:solidFill>
                  <a:srgbClr val="002060"/>
                </a:solidFill>
                <a:latin typeface="Segoe UI"/>
                <a:ea typeface="Calibri"/>
                <a:cs typeface="Segoe UI"/>
              </a:rPr>
              <a:t>Quick Reference: Rule Categories</a:t>
            </a:r>
          </a:p>
        </p:txBody>
      </p:sp>
      <p:sp>
        <p:nvSpPr>
          <p:cNvPr id="7" name="Espace réservé du pied de page 2">
            <a:extLst>
              <a:ext uri="{FF2B5EF4-FFF2-40B4-BE49-F238E27FC236}">
                <a16:creationId xmlns:a16="http://schemas.microsoft.com/office/drawing/2014/main" id="{3BE3BE95-9540-7AAD-CF7F-55B1E2D68165}"/>
              </a:ext>
            </a:extLst>
          </p:cNvPr>
          <p:cNvSpPr>
            <a:spLocks noGrp="1"/>
          </p:cNvSpPr>
          <p:nvPr>
            <p:ph type="ftr" sz="quarter" idx="11"/>
          </p:nvPr>
        </p:nvSpPr>
        <p:spPr>
          <a:xfrm>
            <a:off x="-593" y="6444952"/>
            <a:ext cx="12193181" cy="412389"/>
          </a:xfrm>
          <a:solidFill>
            <a:srgbClr val="F8F9FB"/>
          </a:solidFill>
          <a:ln>
            <a:solidFill>
              <a:srgbClr val="E1E4E8"/>
            </a:solidFill>
          </a:ln>
        </p:spPr>
        <p:txBody>
          <a:bodyPr/>
          <a:lstStyle/>
          <a:p>
            <a:pPr algn="l"/>
            <a:r>
              <a:rPr lang="en-US" sz="1100" noProof="0">
                <a:solidFill>
                  <a:srgbClr val="6B7C93"/>
                </a:solidFill>
                <a:latin typeface="Segoe UI"/>
                <a:ea typeface="+mn-lt"/>
                <a:cs typeface="Segoe UI"/>
              </a:rPr>
              <a:t>  ISWC System Audit – Findings &amp; Strategic Recommendations • November 24, 2025</a:t>
            </a:r>
            <a:endParaRPr lang="en-US" sz="1100" noProof="0">
              <a:latin typeface="Segoe UI"/>
              <a:cs typeface="Segoe UI"/>
            </a:endParaRPr>
          </a:p>
        </p:txBody>
      </p:sp>
      <p:sp>
        <p:nvSpPr>
          <p:cNvPr id="9" name="Espace réservé du numéro de diapositive 6">
            <a:extLst>
              <a:ext uri="{FF2B5EF4-FFF2-40B4-BE49-F238E27FC236}">
                <a16:creationId xmlns:a16="http://schemas.microsoft.com/office/drawing/2014/main" id="{542E9E7F-6F4B-898E-3017-D89C59865FA9}"/>
              </a:ext>
            </a:extLst>
          </p:cNvPr>
          <p:cNvSpPr>
            <a:spLocks noGrp="1"/>
          </p:cNvSpPr>
          <p:nvPr>
            <p:ph type="sldNum" sz="quarter" idx="12"/>
          </p:nvPr>
        </p:nvSpPr>
        <p:spPr>
          <a:xfrm>
            <a:off x="11196082" y="6521742"/>
            <a:ext cx="367414" cy="264713"/>
          </a:xfrm>
          <a:solidFill>
            <a:schemeClr val="bg1"/>
          </a:solidFill>
          <a:ln w="12700">
            <a:solidFill>
              <a:srgbClr val="E1E4E8"/>
            </a:solidFill>
          </a:ln>
        </p:spPr>
        <p:txBody>
          <a:bodyPr/>
          <a:lstStyle/>
          <a:p>
            <a:pPr algn="ctr"/>
            <a:fld id="{C1FF6DA9-008F-8B48-92A6-B652298478BF}" type="slidenum">
              <a:rPr lang="en-US" noProof="0" smtClean="0">
                <a:solidFill>
                  <a:srgbClr val="1E3A5F"/>
                </a:solidFill>
                <a:latin typeface="Segoe UI"/>
                <a:cs typeface="Segoe UI"/>
              </a:rPr>
              <a:pPr algn="ctr"/>
              <a:t>57</a:t>
            </a:fld>
            <a:endParaRPr lang="en-US" noProof="0">
              <a:solidFill>
                <a:srgbClr val="1E3A5F"/>
              </a:solidFill>
              <a:latin typeface="Segoe UI"/>
              <a:ea typeface="Calibri"/>
              <a:cs typeface="Segoe UI"/>
            </a:endParaRPr>
          </a:p>
        </p:txBody>
      </p:sp>
      <p:sp>
        <p:nvSpPr>
          <p:cNvPr id="12" name="ZoneTexte 11">
            <a:extLst>
              <a:ext uri="{FF2B5EF4-FFF2-40B4-BE49-F238E27FC236}">
                <a16:creationId xmlns:a16="http://schemas.microsoft.com/office/drawing/2014/main" id="{C98B1B3C-028A-1DAA-256E-7D9BA2F776C0}"/>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b="1">
                <a:solidFill>
                  <a:srgbClr val="1E3A5F"/>
                </a:solidFill>
                <a:latin typeface="Segoe UI"/>
                <a:ea typeface="Calibri"/>
                <a:cs typeface="Segoe UI"/>
              </a:rPr>
              <a:t>———  ANNEX — Validation Rules Reference</a:t>
            </a:r>
          </a:p>
        </p:txBody>
      </p:sp>
      <p:cxnSp>
        <p:nvCxnSpPr>
          <p:cNvPr id="15" name="Connecteur droit avec flèche 14">
            <a:extLst>
              <a:ext uri="{FF2B5EF4-FFF2-40B4-BE49-F238E27FC236}">
                <a16:creationId xmlns:a16="http://schemas.microsoft.com/office/drawing/2014/main" id="{158CC7AA-1485-9741-6D14-7D39492852B7}"/>
              </a:ext>
            </a:extLst>
          </p:cNvPr>
          <p:cNvCxnSpPr/>
          <p:nvPr/>
        </p:nvCxnSpPr>
        <p:spPr>
          <a:xfrm>
            <a:off x="20473" y="310486"/>
            <a:ext cx="12179488" cy="38669"/>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pic>
        <p:nvPicPr>
          <p:cNvPr id="3" name="Image 2">
            <a:extLst>
              <a:ext uri="{FF2B5EF4-FFF2-40B4-BE49-F238E27FC236}">
                <a16:creationId xmlns:a16="http://schemas.microsoft.com/office/drawing/2014/main" id="{C989989A-558C-D451-21E8-1A73E92CEE29}"/>
              </a:ext>
            </a:extLst>
          </p:cNvPr>
          <p:cNvPicPr>
            <a:picLocks noChangeAspect="1"/>
          </p:cNvPicPr>
          <p:nvPr/>
        </p:nvPicPr>
        <p:blipFill>
          <a:blip r:embed="rId2"/>
          <a:stretch>
            <a:fillRect/>
          </a:stretch>
        </p:blipFill>
        <p:spPr>
          <a:xfrm>
            <a:off x="651934" y="2376552"/>
            <a:ext cx="5285851" cy="3152181"/>
          </a:xfrm>
          <a:prstGeom prst="rect">
            <a:avLst/>
          </a:prstGeom>
        </p:spPr>
      </p:pic>
      <p:pic>
        <p:nvPicPr>
          <p:cNvPr id="5" name="Image 4">
            <a:extLst>
              <a:ext uri="{FF2B5EF4-FFF2-40B4-BE49-F238E27FC236}">
                <a16:creationId xmlns:a16="http://schemas.microsoft.com/office/drawing/2014/main" id="{56E917E0-6856-6D46-444D-669EA3993F41}"/>
              </a:ext>
            </a:extLst>
          </p:cNvPr>
          <p:cNvPicPr>
            <a:picLocks noChangeAspect="1"/>
          </p:cNvPicPr>
          <p:nvPr/>
        </p:nvPicPr>
        <p:blipFill>
          <a:blip r:embed="rId3"/>
          <a:stretch>
            <a:fillRect/>
          </a:stretch>
        </p:blipFill>
        <p:spPr>
          <a:xfrm>
            <a:off x="6328171" y="2376552"/>
            <a:ext cx="4825505" cy="3390470"/>
          </a:xfrm>
          <a:prstGeom prst="rect">
            <a:avLst/>
          </a:prstGeom>
        </p:spPr>
      </p:pic>
      <p:sp>
        <p:nvSpPr>
          <p:cNvPr id="10" name="ZoneTexte 9">
            <a:extLst>
              <a:ext uri="{FF2B5EF4-FFF2-40B4-BE49-F238E27FC236}">
                <a16:creationId xmlns:a16="http://schemas.microsoft.com/office/drawing/2014/main" id="{B8F2EC0C-D39F-69DE-1963-7F17E09B76A3}"/>
              </a:ext>
            </a:extLst>
          </p:cNvPr>
          <p:cNvSpPr txBox="1"/>
          <p:nvPr/>
        </p:nvSpPr>
        <p:spPr>
          <a:xfrm>
            <a:off x="508000" y="1473077"/>
            <a:ext cx="5057679" cy="369332"/>
          </a:xfrm>
          <a:prstGeom prst="rect">
            <a:avLst/>
          </a:prstGeom>
          <a:noFill/>
        </p:spPr>
        <p:txBody>
          <a:bodyPr wrap="square">
            <a:spAutoFit/>
          </a:bodyPr>
          <a:lstStyle/>
          <a:p>
            <a:pPr algn="l">
              <a:spcBef>
                <a:spcPts val="1575"/>
              </a:spcBef>
              <a:spcAft>
                <a:spcPts val="1050"/>
              </a:spcAft>
              <a:buNone/>
            </a:pPr>
            <a:r>
              <a:rPr lang="fr-FR" b="1" i="0" err="1">
                <a:solidFill>
                  <a:srgbClr val="1F2328"/>
                </a:solidFill>
                <a:effectLst/>
                <a:latin typeface="Segoe UI Historic" panose="020B0502040204020203" pitchFamily="34" charset="0"/>
                <a:ea typeface="Segoe UI Historic" panose="020B0502040204020203" pitchFamily="34" charset="0"/>
                <a:cs typeface="Segoe UI Historic" panose="020B0502040204020203" pitchFamily="34" charset="0"/>
              </a:rPr>
              <a:t>ValidationPipeline</a:t>
            </a:r>
            <a:r>
              <a:rPr lang="fr-FR" b="1" i="0">
                <a:solidFill>
                  <a:srgbClr val="1F2328"/>
                </a:solidFill>
                <a:effectLst/>
                <a:latin typeface="Segoe UI Historic" panose="020B0502040204020203" pitchFamily="34" charset="0"/>
                <a:ea typeface="Segoe UI Historic" panose="020B0502040204020203" pitchFamily="34" charset="0"/>
                <a:cs typeface="Segoe UI Historic" panose="020B0502040204020203" pitchFamily="34" charset="0"/>
              </a:rPr>
              <a:t> (Pre-</a:t>
            </a:r>
            <a:r>
              <a:rPr lang="fr-FR" b="1" i="0" err="1">
                <a:solidFill>
                  <a:srgbClr val="1F2328"/>
                </a:solidFill>
                <a:effectLst/>
                <a:latin typeface="Segoe UI Historic" panose="020B0502040204020203" pitchFamily="34" charset="0"/>
                <a:ea typeface="Segoe UI Historic" panose="020B0502040204020203" pitchFamily="34" charset="0"/>
                <a:cs typeface="Segoe UI Historic" panose="020B0502040204020203" pitchFamily="34" charset="0"/>
              </a:rPr>
              <a:t>Processing</a:t>
            </a:r>
            <a:r>
              <a:rPr lang="fr-FR" b="1" i="0">
                <a:solidFill>
                  <a:srgbClr val="1F2328"/>
                </a:solidFill>
                <a:effectLst/>
                <a:latin typeface="Segoe UI Historic" panose="020B0502040204020203" pitchFamily="34" charset="0"/>
                <a:ea typeface="Segoe UI Historic" panose="020B0502040204020203" pitchFamily="34" charset="0"/>
                <a:cs typeface="Segoe UI Historic" panose="020B0502040204020203" pitchFamily="34" charset="0"/>
              </a:rPr>
              <a:t>)</a:t>
            </a:r>
          </a:p>
        </p:txBody>
      </p:sp>
      <p:sp>
        <p:nvSpPr>
          <p:cNvPr id="14" name="ZoneTexte 13">
            <a:extLst>
              <a:ext uri="{FF2B5EF4-FFF2-40B4-BE49-F238E27FC236}">
                <a16:creationId xmlns:a16="http://schemas.microsoft.com/office/drawing/2014/main" id="{FA02BC46-D988-3FD2-C5FA-B2A2CF838A5A}"/>
              </a:ext>
            </a:extLst>
          </p:cNvPr>
          <p:cNvSpPr txBox="1"/>
          <p:nvPr/>
        </p:nvSpPr>
        <p:spPr>
          <a:xfrm>
            <a:off x="6095997" y="1473077"/>
            <a:ext cx="5057679" cy="369332"/>
          </a:xfrm>
          <a:prstGeom prst="rect">
            <a:avLst/>
          </a:prstGeom>
          <a:noFill/>
        </p:spPr>
        <p:txBody>
          <a:bodyPr wrap="square">
            <a:spAutoFit/>
          </a:bodyPr>
          <a:lstStyle/>
          <a:p>
            <a:pPr algn="l">
              <a:spcBef>
                <a:spcPts val="1575"/>
              </a:spcBef>
              <a:spcAft>
                <a:spcPts val="1050"/>
              </a:spcAft>
              <a:buNone/>
            </a:pPr>
            <a:r>
              <a:rPr lang="fr-FR" b="1" i="0" err="1">
                <a:solidFill>
                  <a:srgbClr val="1F2328"/>
                </a:solidFill>
                <a:effectLst/>
                <a:latin typeface="Segoe UI Historic" panose="020B0502040204020203" pitchFamily="34" charset="0"/>
                <a:ea typeface="Segoe UI Historic" panose="020B0502040204020203" pitchFamily="34" charset="0"/>
                <a:cs typeface="Segoe UI Historic" panose="020B0502040204020203" pitchFamily="34" charset="0"/>
              </a:rPr>
              <a:t>PostMatchingPipeline</a:t>
            </a:r>
            <a:r>
              <a:rPr lang="fr-FR" b="1" i="0">
                <a:solidFill>
                  <a:srgbClr val="1F2328"/>
                </a:solidFill>
                <a:effectLst/>
                <a:latin typeface="Segoe UI Historic" panose="020B0502040204020203" pitchFamily="34" charset="0"/>
                <a:ea typeface="Segoe UI Historic" panose="020B0502040204020203" pitchFamily="34" charset="0"/>
                <a:cs typeface="Segoe UI Historic" panose="020B0502040204020203" pitchFamily="34" charset="0"/>
              </a:rPr>
              <a:t> (Post-</a:t>
            </a:r>
            <a:r>
              <a:rPr lang="fr-FR" b="1" i="0" err="1">
                <a:solidFill>
                  <a:srgbClr val="1F2328"/>
                </a:solidFill>
                <a:effectLst/>
                <a:latin typeface="Segoe UI Historic" panose="020B0502040204020203" pitchFamily="34" charset="0"/>
                <a:ea typeface="Segoe UI Historic" panose="020B0502040204020203" pitchFamily="34" charset="0"/>
                <a:cs typeface="Segoe UI Historic" panose="020B0502040204020203" pitchFamily="34" charset="0"/>
              </a:rPr>
              <a:t>Processing</a:t>
            </a:r>
            <a:r>
              <a:rPr lang="fr-FR" b="1" i="0">
                <a:solidFill>
                  <a:srgbClr val="1F2328"/>
                </a:solidFill>
                <a:effectLst/>
                <a:latin typeface="Segoe UI Historic" panose="020B0502040204020203" pitchFamily="34" charset="0"/>
                <a:ea typeface="Segoe UI Historic" panose="020B0502040204020203" pitchFamily="34" charset="0"/>
                <a:cs typeface="Segoe UI Historic" panose="020B0502040204020203" pitchFamily="34" charset="0"/>
              </a:rPr>
              <a:t>)</a:t>
            </a:r>
          </a:p>
        </p:txBody>
      </p:sp>
      <p:sp>
        <p:nvSpPr>
          <p:cNvPr id="4" name="ZoneTexte 3">
            <a:extLst>
              <a:ext uri="{FF2B5EF4-FFF2-40B4-BE49-F238E27FC236}">
                <a16:creationId xmlns:a16="http://schemas.microsoft.com/office/drawing/2014/main" id="{AD9CA0D6-0B4B-5FB4-CBDC-FE827EFA74AD}"/>
              </a:ext>
            </a:extLst>
          </p:cNvPr>
          <p:cNvSpPr txBox="1"/>
          <p:nvPr/>
        </p:nvSpPr>
        <p:spPr>
          <a:xfrm>
            <a:off x="1380191" y="5931833"/>
            <a:ext cx="9115188" cy="369332"/>
          </a:xfrm>
          <a:prstGeom prst="rect">
            <a:avLst/>
          </a:prstGeom>
          <a:solidFill>
            <a:schemeClr val="bg1">
              <a:lumMod val="95000"/>
            </a:schemeClr>
          </a:solidFill>
        </p:spPr>
        <p:txBody>
          <a:bodyPr wrap="none" rtlCol="0">
            <a:spAutoFit/>
          </a:bodyPr>
          <a:lstStyle/>
          <a:p>
            <a:pPr marL="285750" indent="-285750">
              <a:buFont typeface="Police système Courant"/>
              <a:buChar char="➡️"/>
            </a:pPr>
            <a:r>
              <a:rPr lang="fr-FR">
                <a:latin typeface="Segoe UI" panose="020B0502040204020203" pitchFamily="34" charset="0"/>
                <a:cs typeface="Segoe UI" panose="020B0502040204020203" pitchFamily="34" charset="0"/>
              </a:rPr>
              <a:t>More </a:t>
            </a:r>
            <a:r>
              <a:rPr lang="fr-FR" err="1">
                <a:latin typeface="Segoe UI" panose="020B0502040204020203" pitchFamily="34" charset="0"/>
                <a:cs typeface="Segoe UI" panose="020B0502040204020203" pitchFamily="34" charset="0"/>
              </a:rPr>
              <a:t>details</a:t>
            </a:r>
            <a:r>
              <a:rPr lang="fr-FR">
                <a:latin typeface="Segoe UI" panose="020B0502040204020203" pitchFamily="34" charset="0"/>
                <a:cs typeface="Segoe UI" panose="020B0502040204020203" pitchFamily="34" charset="0"/>
              </a:rPr>
              <a:t> in -  </a:t>
            </a:r>
            <a:r>
              <a:rPr lang="fr-FR" sz="1600" i="1">
                <a:latin typeface="Menlo" panose="020B0609030804020204" pitchFamily="49" charset="0"/>
                <a:ea typeface="Menlo" panose="020B0609030804020204" pitchFamily="49" charset="0"/>
                <a:cs typeface="Menlo" panose="020B0609030804020204" pitchFamily="49" charset="0"/>
              </a:rPr>
              <a:t>2025-11-24-CISAC-ISWC_Audit-validation-rules-catalog.pdf</a:t>
            </a:r>
          </a:p>
        </p:txBody>
      </p:sp>
    </p:spTree>
    <p:extLst>
      <p:ext uri="{BB962C8B-B14F-4D97-AF65-F5344CB8AC3E}">
        <p14:creationId xmlns:p14="http://schemas.microsoft.com/office/powerpoint/2010/main" val="373829394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a:extLst>
            <a:ext uri="{FF2B5EF4-FFF2-40B4-BE49-F238E27FC236}">
              <a16:creationId xmlns:a16="http://schemas.microsoft.com/office/drawing/2014/main" id="{3C6090C6-97CA-57D3-09C0-69BF4474C2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D89105F-8591-163E-14BA-82EF480CCD5A}"/>
              </a:ext>
            </a:extLst>
          </p:cNvPr>
          <p:cNvSpPr txBox="1"/>
          <p:nvPr/>
        </p:nvSpPr>
        <p:spPr>
          <a:xfrm>
            <a:off x="287446" y="2860192"/>
            <a:ext cx="9068445" cy="1754326"/>
          </a:xfrm>
          <a:prstGeom prst="rect">
            <a:avLst/>
          </a:prstGeom>
          <a:noFill/>
        </p:spPr>
        <p:txBody>
          <a:bodyPr wrap="none" lIns="91440" tIns="45720" rIns="91440" bIns="45720" anchor="t">
            <a:spAutoFit/>
          </a:bodyPr>
          <a:lstStyle/>
          <a:p>
            <a:pPr>
              <a:defRPr sz="5400" b="1">
                <a:solidFill>
                  <a:srgbClr val="003366"/>
                </a:solidFill>
              </a:defRPr>
            </a:pPr>
            <a:r>
              <a:rPr lang="en-US">
                <a:solidFill>
                  <a:srgbClr val="FFFFFF"/>
                </a:solidFill>
                <a:latin typeface="Segoe UI"/>
                <a:cs typeface="Segoe UI"/>
              </a:rPr>
              <a:t>ANNEX C</a:t>
            </a:r>
            <a:endParaRPr lang="fr-FR">
              <a:latin typeface="Segoe UI"/>
              <a:cs typeface="Segoe UI"/>
            </a:endParaRPr>
          </a:p>
          <a:p>
            <a:pPr>
              <a:defRPr sz="5400" b="1">
                <a:solidFill>
                  <a:srgbClr val="003366"/>
                </a:solidFill>
              </a:defRPr>
            </a:pPr>
            <a:r>
              <a:rPr lang="en-US">
                <a:solidFill>
                  <a:srgbClr val="FFFFFF"/>
                </a:solidFill>
                <a:latin typeface="Segoe UI"/>
                <a:ea typeface="+mn-lt"/>
                <a:cs typeface="Segoe UI"/>
              </a:rPr>
              <a:t>Items Needing Verification </a:t>
            </a:r>
            <a:endParaRPr lang="en-US">
              <a:latin typeface="Segoe UI"/>
              <a:cs typeface="Segoe UI"/>
            </a:endParaRPr>
          </a:p>
        </p:txBody>
      </p:sp>
      <p:pic>
        <p:nvPicPr>
          <p:cNvPr id="7" name="Image 6" descr="Blanc_Teragone-Factory-logo.png">
            <a:extLst>
              <a:ext uri="{FF2B5EF4-FFF2-40B4-BE49-F238E27FC236}">
                <a16:creationId xmlns:a16="http://schemas.microsoft.com/office/drawing/2014/main" id="{690FD76C-29E0-352F-AB34-8B987A985E79}"/>
              </a:ext>
            </a:extLst>
          </p:cNvPr>
          <p:cNvPicPr>
            <a:picLocks noChangeAspect="1"/>
          </p:cNvPicPr>
          <p:nvPr/>
        </p:nvPicPr>
        <p:blipFill>
          <a:blip r:embed="rId3"/>
          <a:stretch>
            <a:fillRect/>
          </a:stretch>
        </p:blipFill>
        <p:spPr>
          <a:xfrm>
            <a:off x="9865451" y="215537"/>
            <a:ext cx="2076450" cy="647700"/>
          </a:xfrm>
          <a:prstGeom prst="rect">
            <a:avLst/>
          </a:prstGeom>
        </p:spPr>
      </p:pic>
      <p:pic>
        <p:nvPicPr>
          <p:cNvPr id="9" name="Graphique 8">
            <a:extLst>
              <a:ext uri="{FF2B5EF4-FFF2-40B4-BE49-F238E27FC236}">
                <a16:creationId xmlns:a16="http://schemas.microsoft.com/office/drawing/2014/main" id="{68118EA5-661B-7B50-80D7-7A5C704C608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4787" y="214312"/>
            <a:ext cx="714375" cy="714375"/>
          </a:xfrm>
          <a:prstGeom prst="rect">
            <a:avLst/>
          </a:prstGeom>
        </p:spPr>
      </p:pic>
      <p:sp>
        <p:nvSpPr>
          <p:cNvPr id="4" name="Rectangle 3">
            <a:extLst>
              <a:ext uri="{FF2B5EF4-FFF2-40B4-BE49-F238E27FC236}">
                <a16:creationId xmlns:a16="http://schemas.microsoft.com/office/drawing/2014/main" id="{529B49C8-B0B8-049C-B5EB-D1651D1E9C7C}"/>
              </a:ext>
            </a:extLst>
          </p:cNvPr>
          <p:cNvSpPr/>
          <p:nvPr/>
        </p:nvSpPr>
        <p:spPr>
          <a:xfrm>
            <a:off x="4354" y="3566160"/>
            <a:ext cx="9136776" cy="45720"/>
          </a:xfrm>
          <a:prstGeom prst="rect">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latin typeface="Segoe UI"/>
              <a:cs typeface="Segoe UI"/>
            </a:endParaRPr>
          </a:p>
        </p:txBody>
      </p:sp>
    </p:spTree>
    <p:extLst>
      <p:ext uri="{BB962C8B-B14F-4D97-AF65-F5344CB8AC3E}">
        <p14:creationId xmlns:p14="http://schemas.microsoft.com/office/powerpoint/2010/main" val="195151456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E46DC6-63C8-A767-A578-70E9F861975D}"/>
              </a:ext>
            </a:extLst>
          </p:cNvPr>
          <p:cNvSpPr>
            <a:spLocks noGrp="1"/>
          </p:cNvSpPr>
          <p:nvPr>
            <p:ph type="title"/>
          </p:nvPr>
        </p:nvSpPr>
        <p:spPr>
          <a:xfrm>
            <a:off x="457199" y="329820"/>
            <a:ext cx="11318682" cy="584775"/>
          </a:xfrm>
        </p:spPr>
        <p:txBody>
          <a:bodyPr/>
          <a:lstStyle/>
          <a:p>
            <a:pPr algn="l"/>
            <a:r>
              <a:rPr lang="fr-FR"/>
              <a:t>VERIFIED FACTS (High Confidence)</a:t>
            </a:r>
          </a:p>
        </p:txBody>
      </p:sp>
      <p:graphicFrame>
        <p:nvGraphicFramePr>
          <p:cNvPr id="8" name="Espace réservé du contenu 7">
            <a:extLst>
              <a:ext uri="{FF2B5EF4-FFF2-40B4-BE49-F238E27FC236}">
                <a16:creationId xmlns:a16="http://schemas.microsoft.com/office/drawing/2014/main" id="{6F32A561-DA6A-BDAD-A71C-93F4E2944072}"/>
              </a:ext>
            </a:extLst>
          </p:cNvPr>
          <p:cNvGraphicFramePr>
            <a:graphicFrameLocks noGrp="1"/>
          </p:cNvGraphicFramePr>
          <p:nvPr>
            <p:ph idx="1"/>
            <p:extLst>
              <p:ext uri="{D42A27DB-BD31-4B8C-83A1-F6EECF244321}">
                <p14:modId xmlns:p14="http://schemas.microsoft.com/office/powerpoint/2010/main" val="4051149872"/>
              </p:ext>
            </p:extLst>
          </p:nvPr>
        </p:nvGraphicFramePr>
        <p:xfrm>
          <a:off x="457198" y="1083417"/>
          <a:ext cx="11106297" cy="5192713"/>
        </p:xfrm>
        <a:graphic>
          <a:graphicData uri="http://schemas.openxmlformats.org/drawingml/2006/table">
            <a:tbl>
              <a:tblPr firstRow="1" bandRow="1">
                <a:tableStyleId>{3B4B98B0-60AC-42C2-AFA5-B58CD77FA1E5}</a:tableStyleId>
              </a:tblPr>
              <a:tblGrid>
                <a:gridCol w="3702099">
                  <a:extLst>
                    <a:ext uri="{9D8B030D-6E8A-4147-A177-3AD203B41FA5}">
                      <a16:colId xmlns:a16="http://schemas.microsoft.com/office/drawing/2014/main" val="3293994108"/>
                    </a:ext>
                  </a:extLst>
                </a:gridCol>
                <a:gridCol w="3702099">
                  <a:extLst>
                    <a:ext uri="{9D8B030D-6E8A-4147-A177-3AD203B41FA5}">
                      <a16:colId xmlns:a16="http://schemas.microsoft.com/office/drawing/2014/main" val="1575220130"/>
                    </a:ext>
                  </a:extLst>
                </a:gridCol>
                <a:gridCol w="3702099">
                  <a:extLst>
                    <a:ext uri="{9D8B030D-6E8A-4147-A177-3AD203B41FA5}">
                      <a16:colId xmlns:a16="http://schemas.microsoft.com/office/drawing/2014/main" val="638671255"/>
                    </a:ext>
                  </a:extLst>
                </a:gridCol>
              </a:tblGrid>
              <a:tr h="357393">
                <a:tc>
                  <a:txBody>
                    <a:bodyPr/>
                    <a:lstStyle/>
                    <a:p>
                      <a:pPr algn="l">
                        <a:buNone/>
                      </a:pPr>
                      <a:r>
                        <a:rPr lang="fr-FR" sz="1200" b="1">
                          <a:effectLst/>
                        </a:rPr>
                        <a:t>Finding</a:t>
                      </a:r>
                      <a:endParaRPr lang="fr-FR" sz="1200" b="1">
                        <a:effectLst/>
                        <a:latin typeface=""/>
                      </a:endParaRPr>
                    </a:p>
                  </a:txBody>
                  <a:tcPr marL="113875" marR="113875" marT="52558" marB="52558" anchor="ctr"/>
                </a:tc>
                <a:tc>
                  <a:txBody>
                    <a:bodyPr/>
                    <a:lstStyle/>
                    <a:p>
                      <a:pPr algn="l">
                        <a:buNone/>
                      </a:pPr>
                      <a:r>
                        <a:rPr lang="fr-FR" sz="1200" b="1">
                          <a:effectLst/>
                        </a:rPr>
                        <a:t>Evidence</a:t>
                      </a:r>
                      <a:endParaRPr lang="fr-FR" sz="1200" b="1">
                        <a:effectLst/>
                        <a:latin typeface=""/>
                      </a:endParaRPr>
                    </a:p>
                  </a:txBody>
                  <a:tcPr marL="113875" marR="113875" marT="52558" marB="52558" anchor="ctr"/>
                </a:tc>
                <a:tc>
                  <a:txBody>
                    <a:bodyPr/>
                    <a:lstStyle/>
                    <a:p>
                      <a:pPr algn="l">
                        <a:buNone/>
                      </a:pPr>
                      <a:r>
                        <a:rPr lang="fr-FR" sz="1200" b="1">
                          <a:effectLst/>
                        </a:rPr>
                        <a:t>Source</a:t>
                      </a:r>
                      <a:endParaRPr lang="fr-FR" sz="1200" b="1">
                        <a:effectLst/>
                        <a:latin typeface=""/>
                      </a:endParaRPr>
                    </a:p>
                  </a:txBody>
                  <a:tcPr marL="113875" marR="113875" marT="52558" marB="52558" anchor="ctr"/>
                </a:tc>
                <a:extLst>
                  <a:ext uri="{0D108BD9-81ED-4DB2-BD59-A6C34878D82A}">
                    <a16:rowId xmlns:a16="http://schemas.microsoft.com/office/drawing/2014/main" val="4124901697"/>
                  </a:ext>
                </a:extLst>
              </a:tr>
              <a:tr h="357393">
                <a:tc>
                  <a:txBody>
                    <a:bodyPr/>
                    <a:lstStyle/>
                    <a:p>
                      <a:pPr>
                        <a:buNone/>
                      </a:pPr>
                      <a:r>
                        <a:rPr lang="fr-FR" sz="1200">
                          <a:effectLst/>
                        </a:rPr>
                        <a:t>343 Azure resources deployed</a:t>
                      </a:r>
                      <a:endParaRPr lang="fr-FR" sz="1200">
                        <a:effectLst/>
                        <a:latin typeface=""/>
                      </a:endParaRPr>
                    </a:p>
                  </a:txBody>
                  <a:tcPr marL="113875" marR="113875" marT="52558" marB="52558" anchor="ctr"/>
                </a:tc>
                <a:tc>
                  <a:txBody>
                    <a:bodyPr/>
                    <a:lstStyle/>
                    <a:p>
                      <a:pPr>
                        <a:buNone/>
                      </a:pPr>
                      <a:r>
                        <a:rPr lang="fr-FR" sz="1200">
                          <a:effectLst/>
                        </a:rPr>
                        <a:t>Infrastructure inventory</a:t>
                      </a:r>
                      <a:endParaRPr lang="fr-FR" sz="1200">
                        <a:effectLst/>
                        <a:latin typeface=""/>
                      </a:endParaRPr>
                    </a:p>
                  </a:txBody>
                  <a:tcPr marL="113875" marR="113875" marT="52558" marB="52558" anchor="ctr"/>
                </a:tc>
                <a:tc>
                  <a:txBody>
                    <a:bodyPr/>
                    <a:lstStyle/>
                    <a:p>
                      <a:pPr>
                        <a:buNone/>
                      </a:pPr>
                      <a:r>
                        <a:rPr lang="fr-FR" sz="1200">
                          <a:effectLst/>
                        </a:rPr>
                        <a:t>Azure Portal</a:t>
                      </a:r>
                      <a:endParaRPr lang="fr-FR" sz="1200">
                        <a:effectLst/>
                        <a:latin typeface=""/>
                      </a:endParaRPr>
                    </a:p>
                  </a:txBody>
                  <a:tcPr marL="113875" marR="113875" marT="52558" marB="52558" anchor="ctr"/>
                </a:tc>
                <a:extLst>
                  <a:ext uri="{0D108BD9-81ED-4DB2-BD59-A6C34878D82A}">
                    <a16:rowId xmlns:a16="http://schemas.microsoft.com/office/drawing/2014/main" val="3440365461"/>
                  </a:ext>
                </a:extLst>
              </a:tr>
              <a:tr h="609671">
                <a:tc>
                  <a:txBody>
                    <a:bodyPr/>
                    <a:lstStyle/>
                    <a:p>
                      <a:pPr>
                        <a:buNone/>
                      </a:pPr>
                      <a:r>
                        <a:rPr lang="fr-FR" sz="1200">
                          <a:effectLst/>
                        </a:rPr>
                        <a:t>.NET 3.1 EOL </a:t>
                      </a:r>
                      <a:r>
                        <a:rPr lang="fr-FR" sz="1200" err="1">
                          <a:effectLst/>
                        </a:rPr>
                        <a:t>Dec</a:t>
                      </a:r>
                      <a:r>
                        <a:rPr lang="fr-FR" sz="1200">
                          <a:effectLst/>
                        </a:rPr>
                        <a:t> 2022, </a:t>
                      </a:r>
                      <a:r>
                        <a:rPr lang="fr-FR" sz="1200" err="1">
                          <a:effectLst/>
                        </a:rPr>
                        <a:t>upgraded</a:t>
                      </a:r>
                      <a:r>
                        <a:rPr lang="fr-FR" sz="1200">
                          <a:effectLst/>
                        </a:rPr>
                        <a:t> to 8.0 </a:t>
                      </a:r>
                      <a:r>
                        <a:rPr lang="fr-FR" sz="1200" err="1">
                          <a:effectLst/>
                        </a:rPr>
                        <a:t>Nov</a:t>
                      </a:r>
                      <a:r>
                        <a:rPr lang="fr-FR" sz="1200">
                          <a:effectLst/>
                        </a:rPr>
                        <a:t> 4</a:t>
                      </a:r>
                      <a:endParaRPr lang="fr-FR" sz="1200">
                        <a:effectLst/>
                        <a:latin typeface=""/>
                      </a:endParaRPr>
                    </a:p>
                  </a:txBody>
                  <a:tcPr marL="113875" marR="113875" marT="52558" marB="52558" anchor="ctr"/>
                </a:tc>
                <a:tc>
                  <a:txBody>
                    <a:bodyPr/>
                    <a:lstStyle/>
                    <a:p>
                      <a:pPr>
                        <a:buNone/>
                      </a:pPr>
                      <a:r>
                        <a:rPr lang="fr-FR" sz="1200">
                          <a:effectLst/>
                        </a:rPr>
                        <a:t>Microsoft docs + code analysis</a:t>
                      </a:r>
                      <a:endParaRPr lang="fr-FR" sz="1200">
                        <a:effectLst/>
                        <a:latin typeface=""/>
                      </a:endParaRPr>
                    </a:p>
                  </a:txBody>
                  <a:tcPr marL="113875" marR="113875" marT="52558" marB="52558" anchor="ctr"/>
                </a:tc>
                <a:tc>
                  <a:txBody>
                    <a:bodyPr/>
                    <a:lstStyle/>
                    <a:p>
                      <a:pPr>
                        <a:buNone/>
                      </a:pPr>
                      <a:r>
                        <a:rPr lang="fr-FR" sz="1200">
                          <a:effectLst/>
                        </a:rPr>
                        <a:t>Code Zip </a:t>
                      </a:r>
                      <a:r>
                        <a:rPr lang="fr-FR" sz="1200" err="1">
                          <a:effectLst/>
                        </a:rPr>
                        <a:t>provided</a:t>
                      </a:r>
                      <a:endParaRPr lang="fr-FR" sz="1200">
                        <a:effectLst/>
                        <a:latin typeface=""/>
                      </a:endParaRPr>
                    </a:p>
                  </a:txBody>
                  <a:tcPr marL="113875" marR="113875" marT="52558" marB="52558" anchor="ctr"/>
                </a:tc>
                <a:extLst>
                  <a:ext uri="{0D108BD9-81ED-4DB2-BD59-A6C34878D82A}">
                    <a16:rowId xmlns:a16="http://schemas.microsoft.com/office/drawing/2014/main" val="3482124610"/>
                  </a:ext>
                </a:extLst>
              </a:tr>
              <a:tr h="357393">
                <a:tc>
                  <a:txBody>
                    <a:bodyPr/>
                    <a:lstStyle/>
                    <a:p>
                      <a:pPr>
                        <a:buNone/>
                      </a:pPr>
                      <a:r>
                        <a:rPr lang="fr-FR" sz="1200">
                          <a:effectLst/>
                        </a:rPr>
                        <a:t>700+ tests in CI/CD pipeline</a:t>
                      </a:r>
                      <a:endParaRPr lang="fr-FR" sz="1200">
                        <a:effectLst/>
                        <a:latin typeface=""/>
                      </a:endParaRPr>
                    </a:p>
                  </a:txBody>
                  <a:tcPr marL="113875" marR="113875" marT="52558" marB="52558" anchor="ctr"/>
                </a:tc>
                <a:tc>
                  <a:txBody>
                    <a:bodyPr/>
                    <a:lstStyle/>
                    <a:p>
                      <a:pPr>
                        <a:buNone/>
                      </a:pPr>
                      <a:r>
                        <a:rPr lang="fr-FR" sz="1200">
                          <a:effectLst/>
                        </a:rPr>
                        <a:t>Nov 5 workshop testimony</a:t>
                      </a:r>
                      <a:endParaRPr lang="fr-FR" sz="1200">
                        <a:effectLst/>
                        <a:latin typeface=""/>
                      </a:endParaRPr>
                    </a:p>
                  </a:txBody>
                  <a:tcPr marL="113875" marR="113875" marT="52558" marB="52558" anchor="ctr"/>
                </a:tc>
                <a:tc>
                  <a:txBody>
                    <a:bodyPr/>
                    <a:lstStyle/>
                    <a:p>
                      <a:pPr>
                        <a:buNone/>
                      </a:pPr>
                      <a:r>
                        <a:rPr lang="fr-FR" sz="1200">
                          <a:effectLst/>
                        </a:rPr>
                        <a:t>Workshop </a:t>
                      </a:r>
                      <a:r>
                        <a:rPr lang="fr-FR" sz="1200" err="1">
                          <a:effectLst/>
                        </a:rPr>
                        <a:t>transcript</a:t>
                      </a:r>
                      <a:endParaRPr lang="fr-FR" sz="1200">
                        <a:effectLst/>
                        <a:latin typeface=""/>
                      </a:endParaRPr>
                    </a:p>
                  </a:txBody>
                  <a:tcPr marL="113875" marR="113875" marT="52558" marB="52558" anchor="ctr"/>
                </a:tc>
                <a:extLst>
                  <a:ext uri="{0D108BD9-81ED-4DB2-BD59-A6C34878D82A}">
                    <a16:rowId xmlns:a16="http://schemas.microsoft.com/office/drawing/2014/main" val="140764741"/>
                  </a:ext>
                </a:extLst>
              </a:tr>
              <a:tr h="357393">
                <a:tc>
                  <a:txBody>
                    <a:bodyPr/>
                    <a:lstStyle/>
                    <a:p>
                      <a:pPr>
                        <a:buNone/>
                      </a:pPr>
                      <a:r>
                        <a:rPr lang="fr-FR" sz="1200">
                          <a:effectLst/>
                        </a:rPr>
                        <a:t>Matching Engine REST API integration</a:t>
                      </a:r>
                      <a:endParaRPr lang="fr-FR" sz="1200">
                        <a:effectLst/>
                        <a:latin typeface=""/>
                      </a:endParaRPr>
                    </a:p>
                  </a:txBody>
                  <a:tcPr marL="113875" marR="113875" marT="52558" marB="52558" anchor="ctr"/>
                </a:tc>
                <a:tc>
                  <a:txBody>
                    <a:bodyPr/>
                    <a:lstStyle/>
                    <a:p>
                      <a:pPr>
                        <a:buNone/>
                      </a:pPr>
                      <a:r>
                        <a:rPr lang="fr-FR" sz="1200">
                          <a:effectLst/>
                        </a:rPr>
                        <a:t>Code </a:t>
                      </a:r>
                      <a:r>
                        <a:rPr lang="fr-FR" sz="1200" err="1">
                          <a:effectLst/>
                        </a:rPr>
                        <a:t>analysis</a:t>
                      </a:r>
                      <a:r>
                        <a:rPr lang="fr-FR" sz="1200">
                          <a:effectLst/>
                        </a:rPr>
                        <a:t> </a:t>
                      </a:r>
                      <a:r>
                        <a:rPr lang="fr-FR" sz="1200" err="1">
                          <a:effectLst/>
                        </a:rPr>
                        <a:t>from</a:t>
                      </a:r>
                      <a:r>
                        <a:rPr lang="fr-FR" sz="1200">
                          <a:effectLst/>
                        </a:rPr>
                        <a:t> client-app (black box)</a:t>
                      </a:r>
                      <a:endParaRPr lang="fr-FR" sz="1200">
                        <a:effectLst/>
                        <a:latin typeface=""/>
                      </a:endParaRPr>
                    </a:p>
                  </a:txBody>
                  <a:tcPr marL="113875" marR="113875" marT="52558" marB="52558" anchor="ctr"/>
                </a:tc>
                <a:tc>
                  <a:txBody>
                    <a:bodyPr/>
                    <a:lstStyle/>
                    <a:p>
                      <a:pPr>
                        <a:buNone/>
                      </a:pPr>
                      <a:r>
                        <a:rPr lang="fr-FR" sz="1200">
                          <a:effectLst/>
                        </a:rPr>
                        <a:t>Source code</a:t>
                      </a:r>
                      <a:endParaRPr lang="fr-FR" sz="1200">
                        <a:effectLst/>
                        <a:latin typeface=""/>
                      </a:endParaRPr>
                    </a:p>
                  </a:txBody>
                  <a:tcPr marL="113875" marR="113875" marT="52558" marB="52558" anchor="ctr"/>
                </a:tc>
                <a:extLst>
                  <a:ext uri="{0D108BD9-81ED-4DB2-BD59-A6C34878D82A}">
                    <a16:rowId xmlns:a16="http://schemas.microsoft.com/office/drawing/2014/main" val="612577005"/>
                  </a:ext>
                </a:extLst>
              </a:tr>
              <a:tr h="609671">
                <a:tc>
                  <a:txBody>
                    <a:bodyPr/>
                    <a:lstStyle/>
                    <a:p>
                      <a:pPr>
                        <a:buNone/>
                      </a:pPr>
                      <a:r>
                        <a:rPr lang="fr-FR" sz="1200">
                          <a:effectLst/>
                        </a:rPr>
                        <a:t>May-June 2024 production incident</a:t>
                      </a:r>
                      <a:br>
                        <a:rPr lang="fr-FR" sz="1200">
                          <a:effectLst/>
                        </a:rPr>
                      </a:br>
                      <a:r>
                        <a:rPr lang="fr-FR" sz="1200">
                          <a:effectLst/>
                        </a:rPr>
                        <a:t>(6 </a:t>
                      </a:r>
                      <a:r>
                        <a:rPr lang="fr-FR" sz="1200" err="1">
                          <a:effectLst/>
                        </a:rPr>
                        <a:t>months</a:t>
                      </a:r>
                      <a:r>
                        <a:rPr lang="fr-FR" sz="1200">
                          <a:effectLst/>
                        </a:rPr>
                        <a:t> </a:t>
                      </a:r>
                      <a:r>
                        <a:rPr lang="fr-FR" sz="1200" err="1">
                          <a:effectLst/>
                        </a:rPr>
                        <a:t>recovery</a:t>
                      </a:r>
                      <a:r>
                        <a:rPr lang="fr-FR" sz="1200">
                          <a:effectLst/>
                        </a:rPr>
                        <a:t>)</a:t>
                      </a:r>
                      <a:endParaRPr lang="fr-FR" sz="1200">
                        <a:effectLst/>
                        <a:latin typeface=""/>
                      </a:endParaRPr>
                    </a:p>
                  </a:txBody>
                  <a:tcPr marL="113875" marR="113875" marT="52558" marB="52558" anchor="ctr"/>
                </a:tc>
                <a:tc>
                  <a:txBody>
                    <a:bodyPr/>
                    <a:lstStyle/>
                    <a:p>
                      <a:pPr>
                        <a:buNone/>
                      </a:pPr>
                      <a:r>
                        <a:rPr lang="fr-FR" sz="1200">
                          <a:effectLst/>
                        </a:rPr>
                        <a:t>Yann </a:t>
                      </a:r>
                      <a:r>
                        <a:rPr lang="fr-FR" sz="1200" err="1">
                          <a:effectLst/>
                        </a:rPr>
                        <a:t>testimony</a:t>
                      </a:r>
                      <a:endParaRPr lang="fr-FR" sz="1200">
                        <a:effectLst/>
                        <a:latin typeface=""/>
                      </a:endParaRPr>
                    </a:p>
                  </a:txBody>
                  <a:tcPr marL="113875" marR="113875" marT="52558" marB="52558" anchor="ctr"/>
                </a:tc>
                <a:tc>
                  <a:txBody>
                    <a:bodyPr/>
                    <a:lstStyle/>
                    <a:p>
                      <a:pPr>
                        <a:buNone/>
                      </a:pPr>
                      <a:r>
                        <a:rPr lang="fr-FR" sz="1200" err="1">
                          <a:effectLst/>
                        </a:rPr>
                        <a:t>Oct</a:t>
                      </a:r>
                      <a:r>
                        <a:rPr lang="fr-FR" sz="1200">
                          <a:effectLst/>
                        </a:rPr>
                        <a:t> 21 </a:t>
                      </a:r>
                      <a:r>
                        <a:rPr lang="fr-FR" sz="1200" err="1">
                          <a:effectLst/>
                        </a:rPr>
                        <a:t>transcript</a:t>
                      </a:r>
                      <a:r>
                        <a:rPr lang="fr-FR" sz="1200">
                          <a:effectLst/>
                        </a:rPr>
                        <a:t>, Line 41:40</a:t>
                      </a:r>
                      <a:endParaRPr lang="fr-FR" sz="1200">
                        <a:effectLst/>
                        <a:latin typeface=""/>
                      </a:endParaRPr>
                    </a:p>
                  </a:txBody>
                  <a:tcPr marL="113875" marR="113875" marT="52558" marB="52558" anchor="ctr"/>
                </a:tc>
                <a:extLst>
                  <a:ext uri="{0D108BD9-81ED-4DB2-BD59-A6C34878D82A}">
                    <a16:rowId xmlns:a16="http://schemas.microsoft.com/office/drawing/2014/main" val="4174510604"/>
                  </a:ext>
                </a:extLst>
              </a:tr>
              <a:tr h="357393">
                <a:tc>
                  <a:txBody>
                    <a:bodyPr/>
                    <a:lstStyle/>
                    <a:p>
                      <a:pPr>
                        <a:buNone/>
                      </a:pPr>
                      <a:r>
                        <a:rPr lang="fr-FR" sz="1200">
                          <a:effectLst/>
                        </a:rPr>
                        <a:t>CAB established May 2024</a:t>
                      </a:r>
                      <a:endParaRPr lang="fr-FR" sz="1200">
                        <a:effectLst/>
                        <a:latin typeface=""/>
                      </a:endParaRPr>
                    </a:p>
                  </a:txBody>
                  <a:tcPr marL="113875" marR="113875" marT="52558" marB="52558" anchor="ctr"/>
                </a:tc>
                <a:tc>
                  <a:txBody>
                    <a:bodyPr/>
                    <a:lstStyle/>
                    <a:p>
                      <a:pPr>
                        <a:buNone/>
                      </a:pPr>
                      <a:r>
                        <a:rPr lang="fr-FR" sz="1200">
                          <a:effectLst/>
                        </a:rPr>
                        <a:t>Yann testimony</a:t>
                      </a:r>
                      <a:endParaRPr lang="fr-FR" sz="1200">
                        <a:effectLst/>
                        <a:latin typeface=""/>
                      </a:endParaRPr>
                    </a:p>
                  </a:txBody>
                  <a:tcPr marL="113875" marR="113875" marT="52558" marB="52558" anchor="ctr"/>
                </a:tc>
                <a:tc>
                  <a:txBody>
                    <a:bodyPr/>
                    <a:lstStyle/>
                    <a:p>
                      <a:pPr>
                        <a:buNone/>
                      </a:pPr>
                      <a:r>
                        <a:rPr lang="fr-FR" sz="1200">
                          <a:effectLst/>
                        </a:rPr>
                        <a:t>Oct 21 transcript, Line 11:00</a:t>
                      </a:r>
                      <a:endParaRPr lang="fr-FR" sz="1200">
                        <a:effectLst/>
                        <a:latin typeface=""/>
                      </a:endParaRPr>
                    </a:p>
                  </a:txBody>
                  <a:tcPr marL="113875" marR="113875" marT="52558" marB="52558" anchor="ctr"/>
                </a:tc>
                <a:extLst>
                  <a:ext uri="{0D108BD9-81ED-4DB2-BD59-A6C34878D82A}">
                    <a16:rowId xmlns:a16="http://schemas.microsoft.com/office/drawing/2014/main" val="4197213185"/>
                  </a:ext>
                </a:extLst>
              </a:tr>
              <a:tr h="357393">
                <a:tc>
                  <a:txBody>
                    <a:bodyPr/>
                    <a:lstStyle/>
                    <a:p>
                      <a:pPr>
                        <a:buNone/>
                      </a:pPr>
                      <a:r>
                        <a:rPr lang="fr-FR" sz="1200">
                          <a:effectLst/>
                        </a:rPr>
                        <a:t>€50k/month cloud costs (€600K/year)</a:t>
                      </a:r>
                      <a:endParaRPr lang="fr-FR" sz="1200">
                        <a:effectLst/>
                        <a:latin typeface=""/>
                      </a:endParaRPr>
                    </a:p>
                  </a:txBody>
                  <a:tcPr marL="113875" marR="113875" marT="52558" marB="52558" anchor="ctr"/>
                </a:tc>
                <a:tc>
                  <a:txBody>
                    <a:bodyPr/>
                    <a:lstStyle/>
                    <a:p>
                      <a:pPr>
                        <a:buNone/>
                      </a:pPr>
                      <a:r>
                        <a:rPr lang="fr-FR" sz="1200">
                          <a:effectLst/>
                        </a:rPr>
                        <a:t>Yann statement</a:t>
                      </a:r>
                      <a:endParaRPr lang="fr-FR" sz="1200">
                        <a:effectLst/>
                        <a:latin typeface=""/>
                      </a:endParaRPr>
                    </a:p>
                  </a:txBody>
                  <a:tcPr marL="113875" marR="113875" marT="52558" marB="52558" anchor="ctr"/>
                </a:tc>
                <a:tc>
                  <a:txBody>
                    <a:bodyPr/>
                    <a:lstStyle/>
                    <a:p>
                      <a:pPr>
                        <a:buNone/>
                      </a:pPr>
                      <a:r>
                        <a:rPr lang="fr-FR" sz="1200">
                          <a:effectLst/>
                        </a:rPr>
                        <a:t>Oct 21 transcript, Line 22:23</a:t>
                      </a:r>
                      <a:endParaRPr lang="fr-FR" sz="1200">
                        <a:effectLst/>
                        <a:latin typeface=""/>
                      </a:endParaRPr>
                    </a:p>
                  </a:txBody>
                  <a:tcPr marL="113875" marR="113875" marT="52558" marB="52558" anchor="ctr"/>
                </a:tc>
                <a:extLst>
                  <a:ext uri="{0D108BD9-81ED-4DB2-BD59-A6C34878D82A}">
                    <a16:rowId xmlns:a16="http://schemas.microsoft.com/office/drawing/2014/main" val="3592312688"/>
                  </a:ext>
                </a:extLst>
              </a:tr>
              <a:tr h="609671">
                <a:tc>
                  <a:txBody>
                    <a:bodyPr/>
                    <a:lstStyle/>
                    <a:p>
                      <a:pPr>
                        <a:buNone/>
                      </a:pPr>
                      <a:r>
                        <a:rPr lang="fr-FR" sz="1200">
                          <a:effectLst/>
                        </a:rPr>
                        <a:t>No git history provided (zip format only)</a:t>
                      </a:r>
                      <a:endParaRPr lang="fr-FR" sz="1200">
                        <a:effectLst/>
                        <a:latin typeface=""/>
                      </a:endParaRPr>
                    </a:p>
                  </a:txBody>
                  <a:tcPr marL="113875" marR="113875" marT="52558" marB="52558" anchor="ctr"/>
                </a:tc>
                <a:tc>
                  <a:txBody>
                    <a:bodyPr/>
                    <a:lstStyle/>
                    <a:p>
                      <a:pPr>
                        <a:buNone/>
                      </a:pPr>
                      <a:r>
                        <a:rPr lang="fr-FR" sz="1200">
                          <a:effectLst/>
                        </a:rPr>
                        <a:t>Source code delivery format</a:t>
                      </a:r>
                      <a:endParaRPr lang="fr-FR" sz="1200">
                        <a:effectLst/>
                        <a:latin typeface=""/>
                      </a:endParaRPr>
                    </a:p>
                  </a:txBody>
                  <a:tcPr marL="113875" marR="113875" marT="52558" marB="52558" anchor="ctr"/>
                </a:tc>
                <a:tc>
                  <a:txBody>
                    <a:bodyPr/>
                    <a:lstStyle/>
                    <a:p>
                      <a:pPr>
                        <a:buNone/>
                      </a:pPr>
                      <a:r>
                        <a:rPr lang="fr-FR" sz="1200" err="1">
                          <a:effectLst/>
                        </a:rPr>
                        <a:t>Confirmed</a:t>
                      </a:r>
                      <a:r>
                        <a:rPr lang="fr-FR" sz="1200">
                          <a:effectLst/>
                        </a:rPr>
                        <a:t> </a:t>
                      </a:r>
                      <a:r>
                        <a:rPr lang="fr-FR" sz="1200" err="1">
                          <a:effectLst/>
                        </a:rPr>
                        <a:t>Nov</a:t>
                      </a:r>
                      <a:r>
                        <a:rPr lang="fr-FR" sz="1200">
                          <a:effectLst/>
                        </a:rPr>
                        <a:t> 4</a:t>
                      </a:r>
                      <a:endParaRPr lang="fr-FR" sz="1200">
                        <a:effectLst/>
                        <a:latin typeface=""/>
                      </a:endParaRPr>
                    </a:p>
                  </a:txBody>
                  <a:tcPr marL="113875" marR="113875" marT="52558" marB="52558" anchor="ctr"/>
                </a:tc>
                <a:extLst>
                  <a:ext uri="{0D108BD9-81ED-4DB2-BD59-A6C34878D82A}">
                    <a16:rowId xmlns:a16="http://schemas.microsoft.com/office/drawing/2014/main" val="1063722447"/>
                  </a:ext>
                </a:extLst>
              </a:tr>
              <a:tr h="609671">
                <a:tc>
                  <a:txBody>
                    <a:bodyPr/>
                    <a:lstStyle/>
                    <a:p>
                      <a:pPr>
                        <a:buNone/>
                      </a:pPr>
                      <a:r>
                        <a:rPr lang="fr-FR" sz="1200">
                          <a:effectLst/>
                        </a:rPr>
                        <a:t>IaC templates not included (proprietary Smart AIM)</a:t>
                      </a:r>
                      <a:endParaRPr lang="fr-FR" sz="1200">
                        <a:effectLst/>
                        <a:latin typeface=""/>
                      </a:endParaRPr>
                    </a:p>
                  </a:txBody>
                  <a:tcPr marL="113875" marR="113875" marT="52558" marB="52558" anchor="ctr"/>
                </a:tc>
                <a:tc>
                  <a:txBody>
                    <a:bodyPr/>
                    <a:lstStyle/>
                    <a:p>
                      <a:pPr>
                        <a:buNone/>
                      </a:pPr>
                      <a:r>
                        <a:rPr lang="fr-FR" sz="1200">
                          <a:effectLst/>
                        </a:rPr>
                        <a:t>Nov 5 workshop</a:t>
                      </a:r>
                      <a:endParaRPr lang="fr-FR" sz="1200">
                        <a:effectLst/>
                        <a:latin typeface=""/>
                      </a:endParaRPr>
                    </a:p>
                  </a:txBody>
                  <a:tcPr marL="113875" marR="113875" marT="52558" marB="52558" anchor="ctr"/>
                </a:tc>
                <a:tc>
                  <a:txBody>
                    <a:bodyPr/>
                    <a:lstStyle/>
                    <a:p>
                      <a:pPr>
                        <a:buNone/>
                      </a:pPr>
                      <a:r>
                        <a:rPr lang="fr-FR" sz="1200">
                          <a:effectLst/>
                        </a:rPr>
                        <a:t>CI/CD workshop transcript</a:t>
                      </a:r>
                      <a:endParaRPr lang="fr-FR" sz="1200">
                        <a:effectLst/>
                        <a:latin typeface=""/>
                      </a:endParaRPr>
                    </a:p>
                  </a:txBody>
                  <a:tcPr marL="113875" marR="113875" marT="52558" marB="52558" anchor="ctr"/>
                </a:tc>
                <a:extLst>
                  <a:ext uri="{0D108BD9-81ED-4DB2-BD59-A6C34878D82A}">
                    <a16:rowId xmlns:a16="http://schemas.microsoft.com/office/drawing/2014/main" val="2053872077"/>
                  </a:ext>
                </a:extLst>
              </a:tr>
              <a:tr h="609671">
                <a:tc>
                  <a:txBody>
                    <a:bodyPr/>
                    <a:lstStyle/>
                    <a:p>
                      <a:pPr>
                        <a:buNone/>
                      </a:pPr>
                      <a:r>
                        <a:rPr lang="fr-FR" sz="1200">
                          <a:effectLst/>
                        </a:rPr>
                        <a:t>No automated cost correlation tooling</a:t>
                      </a:r>
                      <a:endParaRPr lang="fr-FR" sz="1200">
                        <a:effectLst/>
                        <a:latin typeface=""/>
                      </a:endParaRPr>
                    </a:p>
                  </a:txBody>
                  <a:tcPr marL="113875" marR="113875" marT="52558" marB="52558" anchor="ctr"/>
                </a:tc>
                <a:tc>
                  <a:txBody>
                    <a:bodyPr/>
                    <a:lstStyle/>
                    <a:p>
                      <a:pPr>
                        <a:buNone/>
                      </a:pPr>
                      <a:r>
                        <a:rPr lang="fr-FR" sz="1200">
                          <a:effectLst/>
                        </a:rPr>
                        <a:t>Spanish Point confirmation</a:t>
                      </a:r>
                      <a:endParaRPr lang="fr-FR" sz="1200">
                        <a:effectLst/>
                        <a:latin typeface=""/>
                      </a:endParaRPr>
                    </a:p>
                  </a:txBody>
                  <a:tcPr marL="113875" marR="113875" marT="52558" marB="52558" anchor="ctr"/>
                </a:tc>
                <a:tc>
                  <a:txBody>
                    <a:bodyPr/>
                    <a:lstStyle/>
                    <a:p>
                      <a:pPr>
                        <a:buNone/>
                      </a:pPr>
                      <a:r>
                        <a:rPr lang="fr-FR" sz="1200" err="1">
                          <a:effectLst/>
                        </a:rPr>
                        <a:t>Nov</a:t>
                      </a:r>
                      <a:r>
                        <a:rPr lang="fr-FR" sz="1200">
                          <a:effectLst/>
                        </a:rPr>
                        <a:t> 6 workshop, </a:t>
                      </a:r>
                      <a:r>
                        <a:rPr lang="fr-FR" sz="1200" err="1">
                          <a:effectLst/>
                        </a:rPr>
                        <a:t>Xiyuan</a:t>
                      </a:r>
                      <a:r>
                        <a:rPr lang="fr-FR" sz="1200">
                          <a:effectLst/>
                        </a:rPr>
                        <a:t> </a:t>
                      </a:r>
                      <a:r>
                        <a:rPr lang="fr-FR" sz="1200" err="1">
                          <a:effectLst/>
                        </a:rPr>
                        <a:t>statement</a:t>
                      </a:r>
                      <a:endParaRPr lang="fr-FR" sz="1200">
                        <a:effectLst/>
                        <a:latin typeface=""/>
                      </a:endParaRPr>
                    </a:p>
                  </a:txBody>
                  <a:tcPr marL="113875" marR="113875" marT="52558" marB="52558" anchor="ctr"/>
                </a:tc>
                <a:extLst>
                  <a:ext uri="{0D108BD9-81ED-4DB2-BD59-A6C34878D82A}">
                    <a16:rowId xmlns:a16="http://schemas.microsoft.com/office/drawing/2014/main" val="3002195410"/>
                  </a:ext>
                </a:extLst>
              </a:tr>
            </a:tbl>
          </a:graphicData>
        </a:graphic>
      </p:graphicFrame>
      <p:sp>
        <p:nvSpPr>
          <p:cNvPr id="4" name="ZoneTexte 3">
            <a:extLst>
              <a:ext uri="{FF2B5EF4-FFF2-40B4-BE49-F238E27FC236}">
                <a16:creationId xmlns:a16="http://schemas.microsoft.com/office/drawing/2014/main" id="{634360DD-B473-9CE8-C14B-07E1FBE526BF}"/>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b="1" noProof="0">
                <a:solidFill>
                  <a:srgbClr val="1E3A5F"/>
                </a:solidFill>
                <a:latin typeface="Segoe UI"/>
                <a:ea typeface="Calibri"/>
                <a:cs typeface="Segoe UI"/>
              </a:rPr>
              <a:t>———  ANNEX — Items Needing Verification</a:t>
            </a:r>
          </a:p>
        </p:txBody>
      </p:sp>
      <p:cxnSp>
        <p:nvCxnSpPr>
          <p:cNvPr id="5" name="Connecteur droit avec flèche 4">
            <a:extLst>
              <a:ext uri="{FF2B5EF4-FFF2-40B4-BE49-F238E27FC236}">
                <a16:creationId xmlns:a16="http://schemas.microsoft.com/office/drawing/2014/main" id="{A90DCE61-57AE-BA0C-13C6-0C8BC9A9A56D}"/>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sp>
        <p:nvSpPr>
          <p:cNvPr id="6" name="Espace réservé du pied de page 2">
            <a:extLst>
              <a:ext uri="{FF2B5EF4-FFF2-40B4-BE49-F238E27FC236}">
                <a16:creationId xmlns:a16="http://schemas.microsoft.com/office/drawing/2014/main" id="{3F54D923-BB2E-AF70-4F0B-55E0C1559F38}"/>
              </a:ext>
            </a:extLst>
          </p:cNvPr>
          <p:cNvSpPr txBox="1">
            <a:spLocks/>
          </p:cNvSpPr>
          <p:nvPr/>
        </p:nvSpPr>
        <p:spPr>
          <a:xfrm>
            <a:off x="-593" y="6444952"/>
            <a:ext cx="12193181" cy="412389"/>
          </a:xfrm>
          <a:prstGeom prst="rect">
            <a:avLst/>
          </a:prstGeom>
          <a:solidFill>
            <a:srgbClr val="F8F9FB"/>
          </a:solidFill>
          <a:ln>
            <a:solidFill>
              <a:srgbClr val="E1E4E8"/>
            </a:solidFill>
          </a:ln>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100">
                <a:solidFill>
                  <a:srgbClr val="6B7C93"/>
                </a:solidFill>
                <a:latin typeface="Segoe UI"/>
                <a:ea typeface="+mn-lt"/>
                <a:cs typeface="Segoe UI"/>
              </a:rPr>
              <a:t>  ISWC System Audit – Findings &amp; Strategic Recommendations • November 24, 2025</a:t>
            </a:r>
            <a:endParaRPr lang="en-US" sz="1100">
              <a:latin typeface="Segoe UI"/>
              <a:cs typeface="Segoe UI"/>
            </a:endParaRPr>
          </a:p>
        </p:txBody>
      </p:sp>
      <p:sp>
        <p:nvSpPr>
          <p:cNvPr id="7" name="Espace réservé du numéro de diapositive 6">
            <a:extLst>
              <a:ext uri="{FF2B5EF4-FFF2-40B4-BE49-F238E27FC236}">
                <a16:creationId xmlns:a16="http://schemas.microsoft.com/office/drawing/2014/main" id="{6F26C530-F3B1-2803-BBEC-9CF117DB7C3A}"/>
              </a:ext>
            </a:extLst>
          </p:cNvPr>
          <p:cNvSpPr txBox="1">
            <a:spLocks/>
          </p:cNvSpPr>
          <p:nvPr/>
        </p:nvSpPr>
        <p:spPr>
          <a:xfrm>
            <a:off x="11196082" y="6521742"/>
            <a:ext cx="367414" cy="264713"/>
          </a:xfrm>
          <a:prstGeom prst="rect">
            <a:avLst/>
          </a:prstGeom>
          <a:solidFill>
            <a:schemeClr val="bg1"/>
          </a:solidFill>
          <a:ln w="12700">
            <a:solidFill>
              <a:srgbClr val="E1E4E8"/>
            </a:solidFill>
          </a:ln>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C1FF6DA9-008F-8B48-92A6-B652298478BF}" type="slidenum">
              <a:rPr lang="en-US" sz="1200" smtClean="0">
                <a:solidFill>
                  <a:srgbClr val="1E3A5F"/>
                </a:solidFill>
                <a:latin typeface="Segoe UI"/>
                <a:cs typeface="Segoe UI"/>
              </a:rPr>
              <a:pPr algn="ctr"/>
              <a:t>59</a:t>
            </a:fld>
            <a:endParaRPr lang="en-US" sz="1200">
              <a:solidFill>
                <a:srgbClr val="1E3A5F"/>
              </a:solidFill>
              <a:latin typeface="Segoe UI"/>
              <a:ea typeface="Calibri"/>
              <a:cs typeface="Segoe UI"/>
            </a:endParaRPr>
          </a:p>
        </p:txBody>
      </p:sp>
    </p:spTree>
    <p:extLst>
      <p:ext uri="{BB962C8B-B14F-4D97-AF65-F5344CB8AC3E}">
        <p14:creationId xmlns:p14="http://schemas.microsoft.com/office/powerpoint/2010/main" val="19384785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42321-8D38-123D-1188-F2E1D0D582F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6EDDCED-1B80-AB94-CA5C-BF1E58A2D421}"/>
              </a:ext>
            </a:extLst>
          </p:cNvPr>
          <p:cNvSpPr>
            <a:spLocks noGrp="1"/>
          </p:cNvSpPr>
          <p:nvPr>
            <p:ph type="title"/>
          </p:nvPr>
        </p:nvSpPr>
        <p:spPr>
          <a:xfrm>
            <a:off x="457199" y="329820"/>
            <a:ext cx="11318682" cy="523220"/>
          </a:xfrm>
        </p:spPr>
        <p:txBody>
          <a:bodyPr/>
          <a:lstStyle/>
          <a:p>
            <a:pPr algn="l"/>
            <a:r>
              <a:rPr lang="fr-FR" sz="2800"/>
              <a:t>ASSUMPTIONS NEEDING VALIDATION (Medium-Low Confidence)</a:t>
            </a:r>
          </a:p>
        </p:txBody>
      </p:sp>
      <p:sp>
        <p:nvSpPr>
          <p:cNvPr id="4" name="ZoneTexte 3">
            <a:extLst>
              <a:ext uri="{FF2B5EF4-FFF2-40B4-BE49-F238E27FC236}">
                <a16:creationId xmlns:a16="http://schemas.microsoft.com/office/drawing/2014/main" id="{556D1E8F-F358-1E61-0E9E-9D6BC23BC704}"/>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b="1" noProof="0">
                <a:solidFill>
                  <a:srgbClr val="1E3A5F"/>
                </a:solidFill>
                <a:latin typeface="Segoe UI"/>
                <a:ea typeface="Calibri"/>
                <a:cs typeface="Segoe UI"/>
              </a:rPr>
              <a:t>———  ANNEX — Items Needing Verification</a:t>
            </a:r>
          </a:p>
        </p:txBody>
      </p:sp>
      <p:cxnSp>
        <p:nvCxnSpPr>
          <p:cNvPr id="5" name="Connecteur droit avec flèche 4">
            <a:extLst>
              <a:ext uri="{FF2B5EF4-FFF2-40B4-BE49-F238E27FC236}">
                <a16:creationId xmlns:a16="http://schemas.microsoft.com/office/drawing/2014/main" id="{B232B76B-74D4-16F6-0ADA-DE099A3AA8C6}"/>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sp>
        <p:nvSpPr>
          <p:cNvPr id="6" name="Espace réservé du pied de page 2">
            <a:extLst>
              <a:ext uri="{FF2B5EF4-FFF2-40B4-BE49-F238E27FC236}">
                <a16:creationId xmlns:a16="http://schemas.microsoft.com/office/drawing/2014/main" id="{3AEF7952-EEF4-224E-B43E-7ACA05911551}"/>
              </a:ext>
            </a:extLst>
          </p:cNvPr>
          <p:cNvSpPr txBox="1">
            <a:spLocks/>
          </p:cNvSpPr>
          <p:nvPr/>
        </p:nvSpPr>
        <p:spPr>
          <a:xfrm>
            <a:off x="-593" y="6444952"/>
            <a:ext cx="12193181" cy="412389"/>
          </a:xfrm>
          <a:prstGeom prst="rect">
            <a:avLst/>
          </a:prstGeom>
          <a:solidFill>
            <a:srgbClr val="F8F9FB"/>
          </a:solidFill>
          <a:ln>
            <a:solidFill>
              <a:srgbClr val="E1E4E8"/>
            </a:solidFill>
          </a:ln>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100">
                <a:solidFill>
                  <a:srgbClr val="6B7C93"/>
                </a:solidFill>
                <a:latin typeface="Segoe UI"/>
                <a:ea typeface="+mn-lt"/>
                <a:cs typeface="Segoe UI"/>
              </a:rPr>
              <a:t>  ISWC System Audit – Findings &amp; Strategic Recommendations • November 24, 2025</a:t>
            </a:r>
            <a:endParaRPr lang="en-US" sz="1100">
              <a:latin typeface="Segoe UI"/>
              <a:cs typeface="Segoe UI"/>
            </a:endParaRPr>
          </a:p>
        </p:txBody>
      </p:sp>
      <p:sp>
        <p:nvSpPr>
          <p:cNvPr id="7" name="Espace réservé du numéro de diapositive 6">
            <a:extLst>
              <a:ext uri="{FF2B5EF4-FFF2-40B4-BE49-F238E27FC236}">
                <a16:creationId xmlns:a16="http://schemas.microsoft.com/office/drawing/2014/main" id="{3B562686-AA1F-9F6F-9734-23FDCE7E9CCE}"/>
              </a:ext>
            </a:extLst>
          </p:cNvPr>
          <p:cNvSpPr txBox="1">
            <a:spLocks/>
          </p:cNvSpPr>
          <p:nvPr/>
        </p:nvSpPr>
        <p:spPr>
          <a:xfrm>
            <a:off x="11196082" y="6521742"/>
            <a:ext cx="367414" cy="264713"/>
          </a:xfrm>
          <a:prstGeom prst="rect">
            <a:avLst/>
          </a:prstGeom>
          <a:solidFill>
            <a:schemeClr val="bg1"/>
          </a:solidFill>
          <a:ln w="12700">
            <a:solidFill>
              <a:srgbClr val="E1E4E8"/>
            </a:solidFill>
          </a:ln>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C1FF6DA9-008F-8B48-92A6-B652298478BF}" type="slidenum">
              <a:rPr lang="en-US" sz="1200" smtClean="0">
                <a:solidFill>
                  <a:srgbClr val="1E3A5F"/>
                </a:solidFill>
                <a:latin typeface="Segoe UI"/>
                <a:cs typeface="Segoe UI"/>
              </a:rPr>
              <a:pPr algn="ctr"/>
              <a:t>60</a:t>
            </a:fld>
            <a:endParaRPr lang="en-US" sz="1200">
              <a:solidFill>
                <a:srgbClr val="1E3A5F"/>
              </a:solidFill>
              <a:latin typeface="Segoe UI"/>
              <a:ea typeface="Calibri"/>
              <a:cs typeface="Segoe UI"/>
            </a:endParaRPr>
          </a:p>
        </p:txBody>
      </p:sp>
      <p:graphicFrame>
        <p:nvGraphicFramePr>
          <p:cNvPr id="10" name="Espace réservé du contenu 9">
            <a:extLst>
              <a:ext uri="{FF2B5EF4-FFF2-40B4-BE49-F238E27FC236}">
                <a16:creationId xmlns:a16="http://schemas.microsoft.com/office/drawing/2014/main" id="{DB63D2D1-7915-49CC-5258-968A8AC04882}"/>
              </a:ext>
            </a:extLst>
          </p:cNvPr>
          <p:cNvGraphicFramePr>
            <a:graphicFrameLocks noGrp="1"/>
          </p:cNvGraphicFramePr>
          <p:nvPr>
            <p:ph idx="1"/>
            <p:extLst>
              <p:ext uri="{D42A27DB-BD31-4B8C-83A1-F6EECF244321}">
                <p14:modId xmlns:p14="http://schemas.microsoft.com/office/powerpoint/2010/main" val="1590585901"/>
              </p:ext>
            </p:extLst>
          </p:nvPr>
        </p:nvGraphicFramePr>
        <p:xfrm>
          <a:off x="457201" y="1842717"/>
          <a:ext cx="11318680" cy="2957952"/>
        </p:xfrm>
        <a:graphic>
          <a:graphicData uri="http://schemas.openxmlformats.org/drawingml/2006/table">
            <a:tbl>
              <a:tblPr firstRow="1" bandRow="1">
                <a:tableStyleId>{3B4B98B0-60AC-42C2-AFA5-B58CD77FA1E5}</a:tableStyleId>
              </a:tblPr>
              <a:tblGrid>
                <a:gridCol w="3589867">
                  <a:extLst>
                    <a:ext uri="{9D8B030D-6E8A-4147-A177-3AD203B41FA5}">
                      <a16:colId xmlns:a16="http://schemas.microsoft.com/office/drawing/2014/main" val="484853908"/>
                    </a:ext>
                  </a:extLst>
                </a:gridCol>
                <a:gridCol w="2624665">
                  <a:extLst>
                    <a:ext uri="{9D8B030D-6E8A-4147-A177-3AD203B41FA5}">
                      <a16:colId xmlns:a16="http://schemas.microsoft.com/office/drawing/2014/main" val="2621844042"/>
                    </a:ext>
                  </a:extLst>
                </a:gridCol>
                <a:gridCol w="4038601">
                  <a:extLst>
                    <a:ext uri="{9D8B030D-6E8A-4147-A177-3AD203B41FA5}">
                      <a16:colId xmlns:a16="http://schemas.microsoft.com/office/drawing/2014/main" val="1055929738"/>
                    </a:ext>
                  </a:extLst>
                </a:gridCol>
                <a:gridCol w="1065547">
                  <a:extLst>
                    <a:ext uri="{9D8B030D-6E8A-4147-A177-3AD203B41FA5}">
                      <a16:colId xmlns:a16="http://schemas.microsoft.com/office/drawing/2014/main" val="266314898"/>
                    </a:ext>
                  </a:extLst>
                </a:gridCol>
              </a:tblGrid>
              <a:tr h="239276">
                <a:tc>
                  <a:txBody>
                    <a:bodyPr/>
                    <a:lstStyle/>
                    <a:p>
                      <a:pPr algn="l">
                        <a:buNone/>
                      </a:pPr>
                      <a:r>
                        <a:rPr lang="en-US" sz="1200" b="1" noProof="0">
                          <a:effectLst/>
                        </a:rPr>
                        <a:t>Assumption</a:t>
                      </a:r>
                      <a:endParaRPr lang="en-US" sz="1200" b="1"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tc>
                  <a:txBody>
                    <a:bodyPr/>
                    <a:lstStyle/>
                    <a:p>
                      <a:pPr algn="l">
                        <a:buNone/>
                      </a:pPr>
                      <a:r>
                        <a:rPr lang="en-US" sz="1200" b="1" noProof="0">
                          <a:effectLst/>
                        </a:rPr>
                        <a:t>Basis</a:t>
                      </a:r>
                      <a:endParaRPr lang="en-US" sz="1200" b="1"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tc>
                  <a:txBody>
                    <a:bodyPr/>
                    <a:lstStyle/>
                    <a:p>
                      <a:pPr algn="l">
                        <a:buNone/>
                      </a:pPr>
                      <a:r>
                        <a:rPr lang="en-US" sz="1200" b="1" noProof="0">
                          <a:effectLst/>
                        </a:rPr>
                        <a:t>Validation Needed</a:t>
                      </a:r>
                      <a:endParaRPr lang="en-US" sz="1200" b="1"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tc>
                  <a:txBody>
                    <a:bodyPr/>
                    <a:lstStyle/>
                    <a:p>
                      <a:pPr algn="l">
                        <a:buNone/>
                      </a:pPr>
                      <a:r>
                        <a:rPr lang="en-US" sz="1200" b="1" noProof="0">
                          <a:effectLst/>
                        </a:rPr>
                        <a:t>Priority</a:t>
                      </a:r>
                      <a:endParaRPr lang="en-US" sz="1200" b="1"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extLst>
                  <a:ext uri="{0D108BD9-81ED-4DB2-BD59-A6C34878D82A}">
                    <a16:rowId xmlns:a16="http://schemas.microsoft.com/office/drawing/2014/main" val="4088907861"/>
                  </a:ext>
                </a:extLst>
              </a:tr>
              <a:tr h="110060">
                <a:tc>
                  <a:txBody>
                    <a:bodyPr/>
                    <a:lstStyle/>
                    <a:p>
                      <a:pPr>
                        <a:buNone/>
                      </a:pPr>
                      <a:r>
                        <a:rPr lang="en-US" sz="1200" b="1" noProof="0">
                          <a:effectLst/>
                        </a:rPr>
                        <a:t>Knowledge transfer HIGH RISK</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tc>
                  <a:txBody>
                    <a:bodyPr/>
                    <a:lstStyle/>
                    <a:p>
                      <a:pPr>
                        <a:buNone/>
                      </a:pPr>
                      <a:r>
                        <a:rPr lang="en-US" sz="1200" noProof="0">
                          <a:effectLst/>
                        </a:rPr>
                        <a:t>Code review observations</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tc>
                  <a:txBody>
                    <a:bodyPr/>
                    <a:lstStyle/>
                    <a:p>
                      <a:pPr>
                        <a:buNone/>
                      </a:pPr>
                      <a:r>
                        <a:rPr lang="en-US" sz="1200" b="1" noProof="0">
                          <a:effectLst/>
                        </a:rPr>
                        <a:t>CRITICAL: Pilot test required</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tc>
                  <a:txBody>
                    <a:bodyPr/>
                    <a:lstStyle/>
                    <a:p>
                      <a:pPr>
                        <a:buNone/>
                      </a:pPr>
                      <a:r>
                        <a:rPr lang="en-US" sz="1200" noProof="0">
                          <a:effectLst/>
                        </a:rPr>
                        <a:t>URGENT</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extLst>
                  <a:ext uri="{0D108BD9-81ED-4DB2-BD59-A6C34878D82A}">
                    <a16:rowId xmlns:a16="http://schemas.microsoft.com/office/drawing/2014/main" val="105322828"/>
                  </a:ext>
                </a:extLst>
              </a:tr>
              <a:tr h="110060">
                <a:tc>
                  <a:txBody>
                    <a:bodyPr/>
                    <a:lstStyle/>
                    <a:p>
                      <a:pPr>
                        <a:buNone/>
                      </a:pPr>
                      <a:r>
                        <a:rPr lang="en-US" sz="1200" b="1" noProof="0">
                          <a:effectLst/>
                        </a:rPr>
                        <a:t>Vendor switch timeline: 12-24 months</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tc>
                  <a:txBody>
                    <a:bodyPr/>
                    <a:lstStyle/>
                    <a:p>
                      <a:pPr>
                        <a:buNone/>
                      </a:pPr>
                      <a:r>
                        <a:rPr lang="en-US" sz="1200" noProof="0">
                          <a:effectLst/>
                        </a:rPr>
                        <a:t>Audit team estimate</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tc>
                  <a:txBody>
                    <a:bodyPr/>
                    <a:lstStyle/>
                    <a:p>
                      <a:pPr>
                        <a:buNone/>
                      </a:pPr>
                      <a:r>
                        <a:rPr lang="en-US" sz="1200" noProof="0">
                          <a:effectLst/>
                        </a:rPr>
                        <a:t>Requires detailed vendor proposals and scoping</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tc>
                  <a:txBody>
                    <a:bodyPr/>
                    <a:lstStyle/>
                    <a:p>
                      <a:pPr>
                        <a:buNone/>
                      </a:pPr>
                      <a:r>
                        <a:rPr lang="en-US" sz="1200" noProof="0">
                          <a:effectLst/>
                        </a:rPr>
                        <a:t>HIGH</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extLst>
                  <a:ext uri="{0D108BD9-81ED-4DB2-BD59-A6C34878D82A}">
                    <a16:rowId xmlns:a16="http://schemas.microsoft.com/office/drawing/2014/main" val="93689468"/>
                  </a:ext>
                </a:extLst>
              </a:tr>
              <a:tr h="110060">
                <a:tc>
                  <a:txBody>
                    <a:bodyPr/>
                    <a:lstStyle/>
                    <a:p>
                      <a:pPr>
                        <a:buNone/>
                      </a:pPr>
                      <a:r>
                        <a:rPr lang="en-US" sz="1200" b="1" noProof="0">
                          <a:effectLst/>
                        </a:rPr>
                        <a:t>Vendor switch cost: €300-600K</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tc>
                  <a:txBody>
                    <a:bodyPr/>
                    <a:lstStyle/>
                    <a:p>
                      <a:pPr>
                        <a:buNone/>
                      </a:pPr>
                      <a:r>
                        <a:rPr lang="en-US" sz="1200" noProof="0">
                          <a:effectLst/>
                        </a:rPr>
                        <a:t>Audit team educated guess</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tc>
                  <a:txBody>
                    <a:bodyPr/>
                    <a:lstStyle/>
                    <a:p>
                      <a:pPr>
                        <a:buNone/>
                      </a:pPr>
                      <a:r>
                        <a:rPr lang="en-US" sz="1200" noProof="0">
                          <a:effectLst/>
                        </a:rPr>
                        <a:t>Requires detailed scoping, very low confidence</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tc>
                  <a:txBody>
                    <a:bodyPr/>
                    <a:lstStyle/>
                    <a:p>
                      <a:pPr>
                        <a:buNone/>
                      </a:pPr>
                      <a:r>
                        <a:rPr lang="en-US" sz="1200" noProof="0">
                          <a:effectLst/>
                        </a:rPr>
                        <a:t>HIGH</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extLst>
                  <a:ext uri="{0D108BD9-81ED-4DB2-BD59-A6C34878D82A}">
                    <a16:rowId xmlns:a16="http://schemas.microsoft.com/office/drawing/2014/main" val="3657700334"/>
                  </a:ext>
                </a:extLst>
              </a:tr>
              <a:tr h="0">
                <a:tc>
                  <a:txBody>
                    <a:bodyPr/>
                    <a:lstStyle/>
                    <a:p>
                      <a:pPr>
                        <a:buNone/>
                      </a:pPr>
                      <a:r>
                        <a:rPr lang="en-US" sz="1200" b="1" noProof="0">
                          <a:effectLst/>
                        </a:rPr>
                        <a:t>Hyperscale savings: €3,300/month</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tc>
                  <a:txBody>
                    <a:bodyPr/>
                    <a:lstStyle/>
                    <a:p>
                      <a:pPr>
                        <a:buNone/>
                      </a:pPr>
                      <a:r>
                        <a:rPr lang="en-US" sz="1200" noProof="0">
                          <a:effectLst/>
                        </a:rPr>
                        <a:t>Spanish Point PSA5499</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tc>
                  <a:txBody>
                    <a:bodyPr/>
                    <a:lstStyle/>
                    <a:p>
                      <a:pPr>
                        <a:buNone/>
                      </a:pPr>
                      <a:r>
                        <a:rPr lang="en-US" sz="1200" noProof="0">
                          <a:effectLst/>
                        </a:rPr>
                        <a:t>Based on single month average; auto-scaling may vary</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tc>
                  <a:txBody>
                    <a:bodyPr/>
                    <a:lstStyle/>
                    <a:p>
                      <a:pPr>
                        <a:buNone/>
                      </a:pPr>
                      <a:r>
                        <a:rPr lang="en-US" sz="1200" noProof="0">
                          <a:effectLst/>
                        </a:rPr>
                        <a:t>MEDIUM</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extLst>
                  <a:ext uri="{0D108BD9-81ED-4DB2-BD59-A6C34878D82A}">
                    <a16:rowId xmlns:a16="http://schemas.microsoft.com/office/drawing/2014/main" val="2557908863"/>
                  </a:ext>
                </a:extLst>
              </a:tr>
              <a:tr h="0">
                <a:tc>
                  <a:txBody>
                    <a:bodyPr/>
                    <a:lstStyle/>
                    <a:p>
                      <a:pPr>
                        <a:buNone/>
                      </a:pPr>
                      <a:r>
                        <a:rPr lang="en-US" sz="1200" b="1" noProof="0">
                          <a:effectLst/>
                        </a:rPr>
                        <a:t>ISWC API rate limit 3-5 req/sec</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tc>
                  <a:txBody>
                    <a:bodyPr/>
                    <a:lstStyle/>
                    <a:p>
                      <a:pPr>
                        <a:buNone/>
                      </a:pPr>
                      <a:r>
                        <a:rPr lang="en-US" sz="1200" noProof="0">
                          <a:effectLst/>
                        </a:rPr>
                        <a:t>Yann Oct 30 statement</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tc>
                  <a:txBody>
                    <a:bodyPr/>
                    <a:lstStyle/>
                    <a:p>
                      <a:pPr>
                        <a:buNone/>
                      </a:pPr>
                      <a:r>
                        <a:rPr lang="en-US" sz="1200" noProof="0">
                          <a:effectLst/>
                        </a:rPr>
                        <a:t>Not confirmed in Nov 5 workshop; need Moaiz validation</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tc>
                  <a:txBody>
                    <a:bodyPr/>
                    <a:lstStyle/>
                    <a:p>
                      <a:pPr>
                        <a:buNone/>
                      </a:pPr>
                      <a:r>
                        <a:rPr lang="en-US" sz="1200" noProof="0">
                          <a:effectLst/>
                        </a:rPr>
                        <a:t>MEDIUM</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extLst>
                  <a:ext uri="{0D108BD9-81ED-4DB2-BD59-A6C34878D82A}">
                    <a16:rowId xmlns:a16="http://schemas.microsoft.com/office/drawing/2014/main" val="387305886"/>
                  </a:ext>
                </a:extLst>
              </a:tr>
              <a:tr h="355271">
                <a:tc>
                  <a:txBody>
                    <a:bodyPr/>
                    <a:lstStyle/>
                    <a:p>
                      <a:pPr>
                        <a:buNone/>
                      </a:pPr>
                      <a:r>
                        <a:rPr lang="en-US" sz="1200" b="1" noProof="0">
                          <a:effectLst/>
                        </a:rPr>
                        <a:t>Cost optimization potential: 10-20%</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tc>
                  <a:txBody>
                    <a:bodyPr/>
                    <a:lstStyle/>
                    <a:p>
                      <a:pPr>
                        <a:buNone/>
                      </a:pPr>
                      <a:r>
                        <a:rPr lang="en-US" sz="1200" noProof="0">
                          <a:effectLst/>
                        </a:rPr>
                        <a:t>Audit team estimate (€60-120K/year)</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tc>
                  <a:txBody>
                    <a:bodyPr/>
                    <a:lstStyle/>
                    <a:p>
                      <a:pPr>
                        <a:buNone/>
                      </a:pPr>
                      <a:r>
                        <a:rPr lang="en-US" sz="1200" noProof="0">
                          <a:effectLst/>
                        </a:rPr>
                        <a:t>Requires detailed Azure cost breakdown</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tc>
                  <a:txBody>
                    <a:bodyPr/>
                    <a:lstStyle/>
                    <a:p>
                      <a:pPr>
                        <a:buNone/>
                      </a:pPr>
                      <a:r>
                        <a:rPr lang="en-US" sz="1200" noProof="0">
                          <a:effectLst/>
                        </a:rPr>
                        <a:t>MEDIUM</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extLst>
                  <a:ext uri="{0D108BD9-81ED-4DB2-BD59-A6C34878D82A}">
                    <a16:rowId xmlns:a16="http://schemas.microsoft.com/office/drawing/2014/main" val="417896274"/>
                  </a:ext>
                </a:extLst>
              </a:tr>
              <a:tr h="355271">
                <a:tc>
                  <a:txBody>
                    <a:bodyPr/>
                    <a:lstStyle/>
                    <a:p>
                      <a:pPr>
                        <a:buNone/>
                      </a:pPr>
                      <a:r>
                        <a:rPr lang="en-US" sz="1200" b="1" noProof="0">
                          <a:effectLst/>
                        </a:rPr>
                        <a:t>IaC reconstruction: 1-2 months</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tc>
                  <a:txBody>
                    <a:bodyPr/>
                    <a:lstStyle/>
                    <a:p>
                      <a:pPr>
                        <a:buNone/>
                      </a:pPr>
                      <a:r>
                        <a:rPr lang="en-US" sz="1200" noProof="0">
                          <a:effectLst/>
                        </a:rPr>
                        <a:t>Audit team estimate</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tc>
                  <a:txBody>
                    <a:bodyPr/>
                    <a:lstStyle/>
                    <a:p>
                      <a:pPr>
                        <a:buNone/>
                      </a:pPr>
                      <a:r>
                        <a:rPr lang="en-US" sz="1200" noProof="0">
                          <a:effectLst/>
                        </a:rPr>
                        <a:t>Technically feasible but effort uncertain</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tc>
                  <a:txBody>
                    <a:bodyPr/>
                    <a:lstStyle/>
                    <a:p>
                      <a:pPr>
                        <a:buNone/>
                      </a:pPr>
                      <a:r>
                        <a:rPr lang="en-US" sz="1200" noProof="0">
                          <a:effectLst/>
                        </a:rPr>
                        <a:t>MEDIUM</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extLst>
                  <a:ext uri="{0D108BD9-81ED-4DB2-BD59-A6C34878D82A}">
                    <a16:rowId xmlns:a16="http://schemas.microsoft.com/office/drawing/2014/main" val="1308606373"/>
                  </a:ext>
                </a:extLst>
              </a:tr>
              <a:tr h="327007">
                <a:tc>
                  <a:txBody>
                    <a:bodyPr/>
                    <a:lstStyle/>
                    <a:p>
                      <a:pPr>
                        <a:buNone/>
                      </a:pPr>
                      <a:r>
                        <a:rPr lang="en-US" sz="1200" b="1" noProof="0">
                          <a:effectLst/>
                        </a:rPr>
                        <a:t>20-day environment extension quote</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tc>
                  <a:txBody>
                    <a:bodyPr/>
                    <a:lstStyle/>
                    <a:p>
                      <a:pPr>
                        <a:buNone/>
                      </a:pPr>
                      <a:r>
                        <a:rPr lang="en-US" sz="1200" noProof="0">
                          <a:effectLst/>
                        </a:rPr>
                        <a:t>Yann testimony</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tc>
                  <a:txBody>
                    <a:bodyPr/>
                    <a:lstStyle/>
                    <a:p>
                      <a:pPr>
                        <a:buNone/>
                      </a:pPr>
                      <a:r>
                        <a:rPr lang="en-US" sz="1200" noProof="0">
                          <a:effectLst/>
                        </a:rPr>
                        <a:t>Need Spanish Point justification</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tc>
                  <a:txBody>
                    <a:bodyPr/>
                    <a:lstStyle/>
                    <a:p>
                      <a:pPr>
                        <a:buNone/>
                      </a:pPr>
                      <a:r>
                        <a:rPr lang="en-US" sz="1200" noProof="0">
                          <a:effectLst/>
                        </a:rPr>
                        <a:t>MEDIUM</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extLst>
                  <a:ext uri="{0D108BD9-81ED-4DB2-BD59-A6C34878D82A}">
                    <a16:rowId xmlns:a16="http://schemas.microsoft.com/office/drawing/2014/main" val="2468151516"/>
                  </a:ext>
                </a:extLst>
              </a:tr>
              <a:tr h="327007">
                <a:tc>
                  <a:txBody>
                    <a:bodyPr/>
                    <a:lstStyle/>
                    <a:p>
                      <a:pPr>
                        <a:buNone/>
                      </a:pPr>
                      <a:r>
                        <a:rPr lang="en-US" sz="1200" b="1" noProof="0">
                          <a:effectLst/>
                        </a:rPr>
                        <a:t>Matching Engine replacement effort: 6-12 months</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tc>
                  <a:txBody>
                    <a:bodyPr/>
                    <a:lstStyle/>
                    <a:p>
                      <a:pPr>
                        <a:buNone/>
                      </a:pPr>
                      <a:r>
                        <a:rPr lang="en-US" sz="1200" noProof="0">
                          <a:effectLst/>
                        </a:rPr>
                        <a:t>Architecture analysis</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tc>
                  <a:txBody>
                    <a:bodyPr/>
                    <a:lstStyle/>
                    <a:p>
                      <a:pPr>
                        <a:buNone/>
                      </a:pPr>
                      <a:r>
                        <a:rPr lang="en-US" sz="1200" noProof="0">
                          <a:effectLst/>
                        </a:rPr>
                        <a:t>Depends on alternatives available (unknown)</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tc>
                  <a:txBody>
                    <a:bodyPr/>
                    <a:lstStyle/>
                    <a:p>
                      <a:pPr>
                        <a:buNone/>
                      </a:pPr>
                      <a:r>
                        <a:rPr lang="en-US" sz="1200" noProof="0">
                          <a:effectLst/>
                        </a:rPr>
                        <a:t>LOW</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extLst>
                  <a:ext uri="{0D108BD9-81ED-4DB2-BD59-A6C34878D82A}">
                    <a16:rowId xmlns:a16="http://schemas.microsoft.com/office/drawing/2014/main" val="2992035532"/>
                  </a:ext>
                </a:extLst>
              </a:tr>
            </a:tbl>
          </a:graphicData>
        </a:graphic>
      </p:graphicFrame>
    </p:spTree>
    <p:extLst>
      <p:ext uri="{BB962C8B-B14F-4D97-AF65-F5344CB8AC3E}">
        <p14:creationId xmlns:p14="http://schemas.microsoft.com/office/powerpoint/2010/main" val="399617989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3BD92-2931-6D98-3141-F7D1AE17607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DF983B4-4FF7-C82E-9C83-F19B2456CD12}"/>
              </a:ext>
            </a:extLst>
          </p:cNvPr>
          <p:cNvSpPr>
            <a:spLocks noGrp="1"/>
          </p:cNvSpPr>
          <p:nvPr>
            <p:ph type="title"/>
          </p:nvPr>
        </p:nvSpPr>
        <p:spPr>
          <a:xfrm>
            <a:off x="457199" y="329820"/>
            <a:ext cx="11318682" cy="523220"/>
          </a:xfrm>
        </p:spPr>
        <p:txBody>
          <a:bodyPr/>
          <a:lstStyle/>
          <a:p>
            <a:pPr algn="l"/>
            <a:r>
              <a:rPr lang="fr-FR" sz="2800"/>
              <a:t>CODE ISSUES AND PATTERNS </a:t>
            </a:r>
          </a:p>
        </p:txBody>
      </p:sp>
      <p:sp>
        <p:nvSpPr>
          <p:cNvPr id="4" name="ZoneTexte 3">
            <a:extLst>
              <a:ext uri="{FF2B5EF4-FFF2-40B4-BE49-F238E27FC236}">
                <a16:creationId xmlns:a16="http://schemas.microsoft.com/office/drawing/2014/main" id="{886140E3-F716-AD5C-92BC-86D9C5C930F0}"/>
              </a:ext>
            </a:extLst>
          </p:cNvPr>
          <p:cNvSpPr txBox="1"/>
          <p:nvPr/>
        </p:nvSpPr>
        <p:spPr>
          <a:xfrm>
            <a:off x="8455177" y="522"/>
            <a:ext cx="37355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b="1" noProof="0">
                <a:solidFill>
                  <a:srgbClr val="1E3A5F"/>
                </a:solidFill>
                <a:latin typeface="Segoe UI"/>
                <a:ea typeface="Calibri"/>
                <a:cs typeface="Segoe UI"/>
              </a:rPr>
              <a:t>———  ANNEX — Items Needing Verification</a:t>
            </a:r>
          </a:p>
        </p:txBody>
      </p:sp>
      <p:cxnSp>
        <p:nvCxnSpPr>
          <p:cNvPr id="5" name="Connecteur droit avec flèche 4">
            <a:extLst>
              <a:ext uri="{FF2B5EF4-FFF2-40B4-BE49-F238E27FC236}">
                <a16:creationId xmlns:a16="http://schemas.microsoft.com/office/drawing/2014/main" id="{C00C2BB7-568F-E8C5-44BB-C63665BDCF66}"/>
              </a:ext>
            </a:extLst>
          </p:cNvPr>
          <p:cNvCxnSpPr/>
          <p:nvPr/>
        </p:nvCxnSpPr>
        <p:spPr>
          <a:xfrm>
            <a:off x="20473" y="310486"/>
            <a:ext cx="12179488" cy="0"/>
          </a:xfrm>
          <a:prstGeom prst="straightConnector1">
            <a:avLst/>
          </a:prstGeom>
          <a:ln w="12700">
            <a:solidFill>
              <a:srgbClr val="1E3A5F"/>
            </a:solidFill>
          </a:ln>
        </p:spPr>
        <p:style>
          <a:lnRef idx="1">
            <a:schemeClr val="dk1"/>
          </a:lnRef>
          <a:fillRef idx="0">
            <a:schemeClr val="dk1"/>
          </a:fillRef>
          <a:effectRef idx="0">
            <a:schemeClr val="dk1"/>
          </a:effectRef>
          <a:fontRef idx="minor">
            <a:schemeClr val="tx1"/>
          </a:fontRef>
        </p:style>
      </p:cxnSp>
      <p:sp>
        <p:nvSpPr>
          <p:cNvPr id="6" name="Espace réservé du pied de page 2">
            <a:extLst>
              <a:ext uri="{FF2B5EF4-FFF2-40B4-BE49-F238E27FC236}">
                <a16:creationId xmlns:a16="http://schemas.microsoft.com/office/drawing/2014/main" id="{0396D000-07FA-DA39-15E8-CC5C937A4AE1}"/>
              </a:ext>
            </a:extLst>
          </p:cNvPr>
          <p:cNvSpPr txBox="1">
            <a:spLocks/>
          </p:cNvSpPr>
          <p:nvPr/>
        </p:nvSpPr>
        <p:spPr>
          <a:xfrm>
            <a:off x="-593" y="6444952"/>
            <a:ext cx="12193181" cy="412389"/>
          </a:xfrm>
          <a:prstGeom prst="rect">
            <a:avLst/>
          </a:prstGeom>
          <a:solidFill>
            <a:srgbClr val="F8F9FB"/>
          </a:solidFill>
          <a:ln>
            <a:solidFill>
              <a:srgbClr val="E1E4E8"/>
            </a:solidFill>
          </a:ln>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100">
                <a:solidFill>
                  <a:srgbClr val="6B7C93"/>
                </a:solidFill>
                <a:latin typeface="Segoe UI"/>
                <a:ea typeface="+mn-lt"/>
                <a:cs typeface="Segoe UI"/>
              </a:rPr>
              <a:t>  ISWC System Audit – Findings &amp; Strategic Recommendations • November 24, 2025</a:t>
            </a:r>
            <a:endParaRPr lang="en-US" sz="1100">
              <a:latin typeface="Segoe UI"/>
              <a:cs typeface="Segoe UI"/>
            </a:endParaRPr>
          </a:p>
        </p:txBody>
      </p:sp>
      <p:sp>
        <p:nvSpPr>
          <p:cNvPr id="7" name="Espace réservé du numéro de diapositive 6">
            <a:extLst>
              <a:ext uri="{FF2B5EF4-FFF2-40B4-BE49-F238E27FC236}">
                <a16:creationId xmlns:a16="http://schemas.microsoft.com/office/drawing/2014/main" id="{DAF85631-1D6E-87DA-C009-FE436E490822}"/>
              </a:ext>
            </a:extLst>
          </p:cNvPr>
          <p:cNvSpPr txBox="1">
            <a:spLocks/>
          </p:cNvSpPr>
          <p:nvPr/>
        </p:nvSpPr>
        <p:spPr>
          <a:xfrm>
            <a:off x="11196082" y="6521742"/>
            <a:ext cx="367414" cy="264713"/>
          </a:xfrm>
          <a:prstGeom prst="rect">
            <a:avLst/>
          </a:prstGeom>
          <a:solidFill>
            <a:schemeClr val="bg1"/>
          </a:solidFill>
          <a:ln w="12700">
            <a:solidFill>
              <a:srgbClr val="E1E4E8"/>
            </a:solidFill>
          </a:ln>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C1FF6DA9-008F-8B48-92A6-B652298478BF}" type="slidenum">
              <a:rPr lang="en-US" sz="1200" smtClean="0">
                <a:solidFill>
                  <a:srgbClr val="1E3A5F"/>
                </a:solidFill>
                <a:latin typeface="Segoe UI"/>
                <a:cs typeface="Segoe UI"/>
              </a:rPr>
              <a:pPr algn="ctr"/>
              <a:t>61</a:t>
            </a:fld>
            <a:endParaRPr lang="en-US" sz="1200">
              <a:solidFill>
                <a:srgbClr val="1E3A5F"/>
              </a:solidFill>
              <a:latin typeface="Segoe UI"/>
              <a:ea typeface="Calibri"/>
              <a:cs typeface="Segoe UI"/>
            </a:endParaRPr>
          </a:p>
        </p:txBody>
      </p:sp>
      <p:graphicFrame>
        <p:nvGraphicFramePr>
          <p:cNvPr id="10" name="Espace réservé du contenu 9">
            <a:extLst>
              <a:ext uri="{FF2B5EF4-FFF2-40B4-BE49-F238E27FC236}">
                <a16:creationId xmlns:a16="http://schemas.microsoft.com/office/drawing/2014/main" id="{50B19626-3B04-3A51-85F5-013976094A8A}"/>
              </a:ext>
            </a:extLst>
          </p:cNvPr>
          <p:cNvGraphicFramePr>
            <a:graphicFrameLocks noGrp="1"/>
          </p:cNvGraphicFramePr>
          <p:nvPr>
            <p:ph idx="1"/>
            <p:extLst>
              <p:ext uri="{D42A27DB-BD31-4B8C-83A1-F6EECF244321}">
                <p14:modId xmlns:p14="http://schemas.microsoft.com/office/powerpoint/2010/main" val="1609830883"/>
              </p:ext>
            </p:extLst>
          </p:nvPr>
        </p:nvGraphicFramePr>
        <p:xfrm>
          <a:off x="457201" y="1842717"/>
          <a:ext cx="10253133" cy="1062264"/>
        </p:xfrm>
        <a:graphic>
          <a:graphicData uri="http://schemas.openxmlformats.org/drawingml/2006/table">
            <a:tbl>
              <a:tblPr firstRow="1" bandRow="1">
                <a:tableStyleId>{3B4B98B0-60AC-42C2-AFA5-B58CD77FA1E5}</a:tableStyleId>
              </a:tblPr>
              <a:tblGrid>
                <a:gridCol w="3589867">
                  <a:extLst>
                    <a:ext uri="{9D8B030D-6E8A-4147-A177-3AD203B41FA5}">
                      <a16:colId xmlns:a16="http://schemas.microsoft.com/office/drawing/2014/main" val="484853908"/>
                    </a:ext>
                  </a:extLst>
                </a:gridCol>
                <a:gridCol w="2624665">
                  <a:extLst>
                    <a:ext uri="{9D8B030D-6E8A-4147-A177-3AD203B41FA5}">
                      <a16:colId xmlns:a16="http://schemas.microsoft.com/office/drawing/2014/main" val="2621844042"/>
                    </a:ext>
                  </a:extLst>
                </a:gridCol>
                <a:gridCol w="4038601">
                  <a:extLst>
                    <a:ext uri="{9D8B030D-6E8A-4147-A177-3AD203B41FA5}">
                      <a16:colId xmlns:a16="http://schemas.microsoft.com/office/drawing/2014/main" val="1055929738"/>
                    </a:ext>
                  </a:extLst>
                </a:gridCol>
              </a:tblGrid>
              <a:tr h="239276">
                <a:tc>
                  <a:txBody>
                    <a:bodyPr/>
                    <a:lstStyle/>
                    <a:p>
                      <a:pPr algn="l">
                        <a:buNone/>
                      </a:pPr>
                      <a:r>
                        <a:rPr lang="en-US" sz="1200" b="1" noProof="0">
                          <a:effectLst/>
                        </a:rPr>
                        <a:t>Assumption</a:t>
                      </a:r>
                      <a:endParaRPr lang="en-US" sz="1200" b="1"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tc>
                  <a:txBody>
                    <a:bodyPr/>
                    <a:lstStyle/>
                    <a:p>
                      <a:pPr algn="l">
                        <a:buNone/>
                      </a:pPr>
                      <a:r>
                        <a:rPr lang="en-US" sz="1200" b="1" noProof="0">
                          <a:effectLst/>
                        </a:rPr>
                        <a:t>Basis</a:t>
                      </a:r>
                      <a:endParaRPr lang="en-US" sz="1200" b="1"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tc>
                  <a:txBody>
                    <a:bodyPr/>
                    <a:lstStyle/>
                    <a:p>
                      <a:pPr algn="l">
                        <a:buNone/>
                      </a:pPr>
                      <a:r>
                        <a:rPr lang="en-US" sz="1200" b="1" noProof="0">
                          <a:effectLst/>
                        </a:rPr>
                        <a:t>Validation Needed</a:t>
                      </a:r>
                      <a:endParaRPr lang="en-US" sz="1200" b="1"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extLst>
                  <a:ext uri="{0D108BD9-81ED-4DB2-BD59-A6C34878D82A}">
                    <a16:rowId xmlns:a16="http://schemas.microsoft.com/office/drawing/2014/main" val="4088907861"/>
                  </a:ext>
                </a:extLst>
              </a:tr>
              <a:tr h="110060">
                <a:tc>
                  <a:txBody>
                    <a:bodyPr/>
                    <a:lstStyle/>
                    <a:p>
                      <a:pPr>
                        <a:buNone/>
                      </a:pPr>
                      <a:r>
                        <a:rPr lang="en-US" sz="1200" b="1" noProof="0">
                          <a:effectLst/>
                        </a:rPr>
                        <a:t>N+1 Patterns</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tc>
                  <a:txBody>
                    <a:bodyPr/>
                    <a:lstStyle/>
                    <a:p>
                      <a:pPr>
                        <a:buNone/>
                      </a:pPr>
                      <a:r>
                        <a:rPr lang="en-US" sz="1200" noProof="0">
                          <a:effectLst/>
                        </a:rPr>
                        <a:t>Code Analysis</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tc>
                  <a:txBody>
                    <a:bodyPr/>
                    <a:lstStyle/>
                    <a:p>
                      <a:pPr marL="0" algn="l" defTabSz="457200" rtl="0" eaLnBrk="1" latinLnBrk="0" hangingPunct="1">
                        <a:buNone/>
                      </a:pPr>
                      <a:r>
                        <a:rPr lang="en-US" sz="1200" kern="1200" noProof="0">
                          <a:solidFill>
                            <a:schemeClr val="tx1"/>
                          </a:solidFill>
                          <a:effectLst/>
                          <a:latin typeface="+mn-lt"/>
                          <a:ea typeface="+mn-ea"/>
                          <a:cs typeface="+mn-cs"/>
                        </a:rPr>
                        <a:t>Monitoring, Performance testing</a:t>
                      </a:r>
                    </a:p>
                  </a:txBody>
                  <a:tcPr marL="89577" marR="89577" marT="41343" marB="41343" anchor="ctr"/>
                </a:tc>
                <a:extLst>
                  <a:ext uri="{0D108BD9-81ED-4DB2-BD59-A6C34878D82A}">
                    <a16:rowId xmlns:a16="http://schemas.microsoft.com/office/drawing/2014/main" val="105322828"/>
                  </a:ext>
                </a:extLst>
              </a:tr>
              <a:tr h="110060">
                <a:tc>
                  <a:txBody>
                    <a:bodyPr/>
                    <a:lstStyle/>
                    <a:p>
                      <a:pPr>
                        <a:buNone/>
                      </a:pPr>
                      <a:r>
                        <a:rPr lang="en-US" sz="1200" b="1" noProof="0">
                          <a:effectLst/>
                        </a:rPr>
                        <a:t>Cosmos DB Efficiency Issues</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tc>
                  <a:txBody>
                    <a:bodyPr/>
                    <a:lstStyle/>
                    <a:p>
                      <a:pPr>
                        <a:buNone/>
                      </a:pPr>
                      <a:r>
                        <a:rPr lang="en-US" sz="1200" noProof="0">
                          <a:effectLst/>
                        </a:rPr>
                        <a:t>Code review observations</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tc>
                  <a:txBody>
                    <a:bodyPr/>
                    <a:lstStyle/>
                    <a:p>
                      <a:pPr>
                        <a:buNone/>
                      </a:pPr>
                      <a:r>
                        <a:rPr lang="en-US" sz="1200" noProof="0">
                          <a:effectLst/>
                        </a:rPr>
                        <a:t>A/B Testing, Monitoring</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extLst>
                  <a:ext uri="{0D108BD9-81ED-4DB2-BD59-A6C34878D82A}">
                    <a16:rowId xmlns:a16="http://schemas.microsoft.com/office/drawing/2014/main" val="93689468"/>
                  </a:ext>
                </a:extLst>
              </a:tr>
              <a:tr h="110060">
                <a:tc>
                  <a:txBody>
                    <a:bodyPr/>
                    <a:lstStyle/>
                    <a:p>
                      <a:pPr>
                        <a:buNone/>
                      </a:pPr>
                      <a:r>
                        <a:rPr lang="en-US" sz="1200" b="1" noProof="0">
                          <a:effectLst/>
                        </a:rPr>
                        <a:t>Cosmos DB Cache Usage</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tc>
                  <a:txBody>
                    <a:bodyPr/>
                    <a:lstStyle/>
                    <a:p>
                      <a:pPr>
                        <a:buNone/>
                      </a:pPr>
                      <a:r>
                        <a:rPr lang="en-US" sz="1200" noProof="0">
                          <a:effectLst/>
                        </a:rPr>
                        <a:t>Code review observations</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tc>
                  <a:txBody>
                    <a:bodyPr/>
                    <a:lstStyle/>
                    <a:p>
                      <a:pPr>
                        <a:buNone/>
                      </a:pPr>
                      <a:r>
                        <a:rPr lang="en-US" sz="1200" noProof="0">
                          <a:effectLst/>
                        </a:rPr>
                        <a:t>Comparison with recommended solutions</a:t>
                      </a:r>
                      <a:endParaRPr lang="en-US" sz="1200" noProof="0">
                        <a:effectLst/>
                        <a:latin typeface=""/>
                        <a:ea typeface="Segoe UI Historic" panose="020B0502040204020203" pitchFamily="34" charset="0"/>
                        <a:cs typeface="Segoe UI Historic" panose="020B0502040204020203" pitchFamily="34" charset="0"/>
                      </a:endParaRPr>
                    </a:p>
                  </a:txBody>
                  <a:tcPr marL="89577" marR="89577" marT="41343" marB="41343" anchor="ctr"/>
                </a:tc>
                <a:extLst>
                  <a:ext uri="{0D108BD9-81ED-4DB2-BD59-A6C34878D82A}">
                    <a16:rowId xmlns:a16="http://schemas.microsoft.com/office/drawing/2014/main" val="3657700334"/>
                  </a:ext>
                </a:extLst>
              </a:tr>
            </a:tbl>
          </a:graphicData>
        </a:graphic>
      </p:graphicFrame>
    </p:spTree>
    <p:extLst>
      <p:ext uri="{BB962C8B-B14F-4D97-AF65-F5344CB8AC3E}">
        <p14:creationId xmlns:p14="http://schemas.microsoft.com/office/powerpoint/2010/main" val="31988867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61</Slides>
  <Notes>20</Notes>
  <HiddenSlides>0</HiddenSlides>
  <ScaleCrop>false</ScaleCrop>
  <HeadingPairs>
    <vt:vector size="4" baseType="variant">
      <vt:variant>
        <vt:lpstr>Theme</vt:lpstr>
      </vt:variant>
      <vt:variant>
        <vt:i4>1</vt:i4>
      </vt:variant>
      <vt:variant>
        <vt:lpstr>Slide Titles</vt:lpstr>
      </vt:variant>
      <vt:variant>
        <vt:i4>61</vt:i4>
      </vt:variant>
    </vt:vector>
  </HeadingPairs>
  <TitlesOfParts>
    <vt:vector size="6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VERIFIED FACTS (High Confidence)</vt:lpstr>
      <vt:lpstr>ASSUMPTIONS NEEDING VALIDATION (Medium-Low Confidence)</vt:lpstr>
      <vt:lpstr>CODE ISSUES AND PATTERNS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revision>1</cp:revision>
  <dcterms:created xsi:type="dcterms:W3CDTF">2013-01-27T09:14:16Z</dcterms:created>
  <dcterms:modified xsi:type="dcterms:W3CDTF">2025-11-21T16:00:13Z</dcterms:modified>
  <cp:category/>
</cp:coreProperties>
</file>